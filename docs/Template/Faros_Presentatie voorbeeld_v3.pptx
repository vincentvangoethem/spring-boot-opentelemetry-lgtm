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9"/>
  </p:notesMasterIdLst>
  <p:sldIdLst>
    <p:sldId id="278" r:id="rId5"/>
    <p:sldId id="281" r:id="rId6"/>
    <p:sldId id="297" r:id="rId7"/>
    <p:sldId id="285" r:id="rId8"/>
    <p:sldId id="257" r:id="rId9"/>
    <p:sldId id="299" r:id="rId10"/>
    <p:sldId id="294" r:id="rId11"/>
    <p:sldId id="288" r:id="rId12"/>
    <p:sldId id="284" r:id="rId13"/>
    <p:sldId id="287" r:id="rId14"/>
    <p:sldId id="282" r:id="rId15"/>
    <p:sldId id="303" r:id="rId16"/>
    <p:sldId id="300" r:id="rId17"/>
    <p:sldId id="298" r:id="rId18"/>
    <p:sldId id="293" r:id="rId19"/>
    <p:sldId id="289" r:id="rId20"/>
    <p:sldId id="291" r:id="rId21"/>
    <p:sldId id="279" r:id="rId22"/>
    <p:sldId id="283" r:id="rId23"/>
    <p:sldId id="304" r:id="rId24"/>
    <p:sldId id="296" r:id="rId25"/>
    <p:sldId id="259" r:id="rId26"/>
    <p:sldId id="261" r:id="rId27"/>
    <p:sldId id="277" r:id="rId28"/>
  </p:sldIdLst>
  <p:sldSz cx="9144000" cy="5143500" type="screen16x9"/>
  <p:notesSz cx="6858000" cy="9144000"/>
  <p:defaultTextStyle>
    <a:defPPr>
      <a:defRPr lang="nl-B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CAA"/>
    <a:srgbClr val="7A4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CB4180-135A-D842-85F0-9CD40C458E81}" v="7" dt="2024-09-13T11:47:14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38"/>
    <p:restoredTop sz="89184"/>
  </p:normalViewPr>
  <p:slideViewPr>
    <p:cSldViewPr snapToGrid="0" snapToObjects="1">
      <p:cViewPr varScale="1">
        <p:scale>
          <a:sx n="125" d="100"/>
          <a:sy n="125" d="100"/>
        </p:scale>
        <p:origin x="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Van Goethem" userId="f102072a-24e8-4d6f-b4e7-22febd0b3ce9" providerId="ADAL" clId="{18CB4180-135A-D842-85F0-9CD40C458E81}"/>
    <pc:docChg chg="custSel addSld delSld modSld modMainMaster">
      <pc:chgData name="Vincent Van Goethem" userId="f102072a-24e8-4d6f-b4e7-22febd0b3ce9" providerId="ADAL" clId="{18CB4180-135A-D842-85F0-9CD40C458E81}" dt="2024-10-17T12:48:05.901" v="50" actId="2696"/>
      <pc:docMkLst>
        <pc:docMk/>
      </pc:docMkLst>
      <pc:sldChg chg="add">
        <pc:chgData name="Vincent Van Goethem" userId="f102072a-24e8-4d6f-b4e7-22febd0b3ce9" providerId="ADAL" clId="{18CB4180-135A-D842-85F0-9CD40C458E81}" dt="2024-09-13T07:32:24.565" v="0"/>
        <pc:sldMkLst>
          <pc:docMk/>
          <pc:sldMk cId="2019883852" sldId="278"/>
        </pc:sldMkLst>
      </pc:sldChg>
      <pc:sldChg chg="del">
        <pc:chgData name="Vincent Van Goethem" userId="f102072a-24e8-4d6f-b4e7-22febd0b3ce9" providerId="ADAL" clId="{18CB4180-135A-D842-85F0-9CD40C458E81}" dt="2024-09-13T07:33:56.019" v="43" actId="2696"/>
        <pc:sldMkLst>
          <pc:docMk/>
          <pc:sldMk cId="13977811" sldId="286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2702073962" sldId="4800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1583127268" sldId="4801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487655112" sldId="4802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1901946038" sldId="4806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477048128" sldId="4807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2159480536" sldId="4812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1652984397" sldId="4813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1981523265" sldId="4814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393568594" sldId="4818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89549949" sldId="4819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2076454938" sldId="4820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3015958611" sldId="4821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13481024" sldId="4825"/>
        </pc:sldMkLst>
      </pc:sldChg>
      <pc:sldChg chg="add del mod modShow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1201440535" sldId="4839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28335490" sldId="4840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3562203045" sldId="4886"/>
        </pc:sldMkLst>
      </pc:sldChg>
      <pc:sldChg chg="add del">
        <pc:chgData name="Vincent Van Goethem" userId="f102072a-24e8-4d6f-b4e7-22febd0b3ce9" providerId="ADAL" clId="{18CB4180-135A-D842-85F0-9CD40C458E81}" dt="2024-10-17T12:48:05.901" v="50" actId="2696"/>
        <pc:sldMkLst>
          <pc:docMk/>
          <pc:sldMk cId="3511640233" sldId="4898"/>
        </pc:sldMkLst>
      </pc:sldChg>
      <pc:sldMasterChg chg="delSldLayout modSldLayout">
        <pc:chgData name="Vincent Van Goethem" userId="f102072a-24e8-4d6f-b4e7-22febd0b3ce9" providerId="ADAL" clId="{18CB4180-135A-D842-85F0-9CD40C458E81}" dt="2024-10-17T12:48:05.901" v="50" actId="2696"/>
        <pc:sldMasterMkLst>
          <pc:docMk/>
          <pc:sldMasterMk cId="3958220879" sldId="2147483660"/>
        </pc:sldMasterMkLst>
        <pc:sldLayoutChg chg="addSp delSp modSp mod">
          <pc:chgData name="Vincent Van Goethem" userId="f102072a-24e8-4d6f-b4e7-22febd0b3ce9" providerId="ADAL" clId="{18CB4180-135A-D842-85F0-9CD40C458E81}" dt="2024-09-13T10:00:02.122" v="47" actId="732"/>
          <pc:sldLayoutMkLst>
            <pc:docMk/>
            <pc:sldMasterMk cId="3958220879" sldId="2147483660"/>
            <pc:sldLayoutMk cId="1574679453" sldId="2147483684"/>
          </pc:sldLayoutMkLst>
          <pc:picChg chg="add mod modCrop">
            <ac:chgData name="Vincent Van Goethem" userId="f102072a-24e8-4d6f-b4e7-22febd0b3ce9" providerId="ADAL" clId="{18CB4180-135A-D842-85F0-9CD40C458E81}" dt="2024-09-13T10:00:02.122" v="47" actId="732"/>
            <ac:picMkLst>
              <pc:docMk/>
              <pc:sldMasterMk cId="3958220879" sldId="2147483660"/>
              <pc:sldLayoutMk cId="1574679453" sldId="2147483684"/>
              <ac:picMk id="6" creationId="{E816C9DB-62E1-CA6B-C9A1-8B829C0C1FAC}"/>
            </ac:picMkLst>
          </pc:picChg>
          <pc:picChg chg="del">
            <ac:chgData name="Vincent Van Goethem" userId="f102072a-24e8-4d6f-b4e7-22febd0b3ce9" providerId="ADAL" clId="{18CB4180-135A-D842-85F0-9CD40C458E81}" dt="2024-09-13T07:32:48.065" v="1" actId="478"/>
            <ac:picMkLst>
              <pc:docMk/>
              <pc:sldMasterMk cId="3958220879" sldId="2147483660"/>
              <pc:sldLayoutMk cId="1574679453" sldId="2147483684"/>
              <ac:picMk id="11" creationId="{0A4F68AC-48E5-CA46-8D4D-FBA3F7C749BD}"/>
            </ac:picMkLst>
          </pc:picChg>
        </pc:sldLayoutChg>
        <pc:sldLayoutChg chg="del">
          <pc:chgData name="Vincent Van Goethem" userId="f102072a-24e8-4d6f-b4e7-22febd0b3ce9" providerId="ADAL" clId="{18CB4180-135A-D842-85F0-9CD40C458E81}" dt="2024-10-17T12:48:05.901" v="50" actId="2696"/>
          <pc:sldLayoutMkLst>
            <pc:docMk/>
            <pc:sldMasterMk cId="3958220879" sldId="2147483660"/>
            <pc:sldLayoutMk cId="1171117912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224FE-1DAF-F64A-8D09-C59635C5C656}" type="datetimeFigureOut">
              <a:rPr lang="nl-BE" smtClean="0"/>
              <a:t>26/11/2024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nl-NL"/>
              <a:t>Tekststijl van het model bewerken
Tweede niveau
Derde niveau
Vierde niveau
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E9CD1-891B-A14F-A7F7-D929D366DF1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089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4E9CD1-891B-A14F-A7F7-D929D366DF14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3839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4E9CD1-891B-A14F-A7F7-D929D366DF14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74343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4E9CD1-891B-A14F-A7F7-D929D366DF14}" type="slidenum">
              <a:rPr lang="nl-BE" smtClean="0"/>
              <a:t>14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5109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4E9CD1-891B-A14F-A7F7-D929D366DF14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56711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4E9CD1-891B-A14F-A7F7-D929D366DF14}" type="slidenum">
              <a:rPr lang="nl-BE" smtClean="0"/>
              <a:t>17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1189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4E9CD1-891B-A14F-A7F7-D929D366DF14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6771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4E9CD1-891B-A14F-A7F7-D929D366DF14}" type="slidenum">
              <a:rPr lang="nl-BE" smtClean="0"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16107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42DD9-FC37-4ADF-93B2-D5D7E0CBB7A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05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42DD9-FC37-4ADF-93B2-D5D7E0CBB7A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13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E630B-51CA-1447-B12F-47A9200B30F2}" type="datetime1">
              <a:rPr lang="nl-BE" smtClean="0"/>
              <a:t>26/11/2024</a:t>
            </a:fld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C81F42BA-AC7E-5349-8B34-1B65C7A567C1}"/>
              </a:ext>
            </a:extLst>
          </p:cNvPr>
          <p:cNvSpPr/>
          <p:nvPr userDrawn="1"/>
        </p:nvSpPr>
        <p:spPr>
          <a:xfrm rot="10800000">
            <a:off x="0" y="0"/>
            <a:ext cx="9144000" cy="515214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6" name="Picture 5" descr="A person sitting at a table with a computer&#10;&#10;Description automatically generated">
            <a:extLst>
              <a:ext uri="{FF2B5EF4-FFF2-40B4-BE49-F238E27FC236}">
                <a16:creationId xmlns:a16="http://schemas.microsoft.com/office/drawing/2014/main" id="{E816C9DB-62E1-CA6B-C9A1-8B829C0C1F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4408852"/>
          </a:xfrm>
          <a:prstGeom prst="rect">
            <a:avLst/>
          </a:prstGeom>
        </p:spPr>
      </p:pic>
      <p:sp>
        <p:nvSpPr>
          <p:cNvPr id="12" name="Rechthoek 14">
            <a:extLst>
              <a:ext uri="{FF2B5EF4-FFF2-40B4-BE49-F238E27FC236}">
                <a16:creationId xmlns:a16="http://schemas.microsoft.com/office/drawing/2014/main" id="{862F5041-D659-DE4F-8DE9-11FB3EA96BE0}"/>
              </a:ext>
            </a:extLst>
          </p:cNvPr>
          <p:cNvSpPr/>
          <p:nvPr userDrawn="1"/>
        </p:nvSpPr>
        <p:spPr>
          <a:xfrm>
            <a:off x="0" y="3377521"/>
            <a:ext cx="9144000" cy="1772959"/>
          </a:xfrm>
          <a:custGeom>
            <a:avLst/>
            <a:gdLst>
              <a:gd name="connsiteX0" fmla="*/ 0 w 9144000"/>
              <a:gd name="connsiteY0" fmla="*/ 0 h 963262"/>
              <a:gd name="connsiteX1" fmla="*/ 9144000 w 9144000"/>
              <a:gd name="connsiteY1" fmla="*/ 0 h 963262"/>
              <a:gd name="connsiteX2" fmla="*/ 9144000 w 9144000"/>
              <a:gd name="connsiteY2" fmla="*/ 963262 h 963262"/>
              <a:gd name="connsiteX3" fmla="*/ 0 w 9144000"/>
              <a:gd name="connsiteY3" fmla="*/ 963262 h 963262"/>
              <a:gd name="connsiteX4" fmla="*/ 0 w 9144000"/>
              <a:gd name="connsiteY4" fmla="*/ 0 h 963262"/>
              <a:gd name="connsiteX0" fmla="*/ 0 w 9144000"/>
              <a:gd name="connsiteY0" fmla="*/ 0 h 1772959"/>
              <a:gd name="connsiteX1" fmla="*/ 9144000 w 9144000"/>
              <a:gd name="connsiteY1" fmla="*/ 809697 h 1772959"/>
              <a:gd name="connsiteX2" fmla="*/ 9144000 w 9144000"/>
              <a:gd name="connsiteY2" fmla="*/ 1772959 h 1772959"/>
              <a:gd name="connsiteX3" fmla="*/ 0 w 9144000"/>
              <a:gd name="connsiteY3" fmla="*/ 1772959 h 1772959"/>
              <a:gd name="connsiteX4" fmla="*/ 0 w 9144000"/>
              <a:gd name="connsiteY4" fmla="*/ 0 h 1772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1772959">
                <a:moveTo>
                  <a:pt x="0" y="0"/>
                </a:moveTo>
                <a:lnTo>
                  <a:pt x="9144000" y="809697"/>
                </a:lnTo>
                <a:lnTo>
                  <a:pt x="9144000" y="1772959"/>
                </a:lnTo>
                <a:lnTo>
                  <a:pt x="0" y="177295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Afgeronde rechthoek 15">
            <a:extLst>
              <a:ext uri="{FF2B5EF4-FFF2-40B4-BE49-F238E27FC236}">
                <a16:creationId xmlns:a16="http://schemas.microsoft.com/office/drawing/2014/main" id="{DD2FEC74-E9D9-0043-A18B-58D54D930FB1}"/>
              </a:ext>
            </a:extLst>
          </p:cNvPr>
          <p:cNvSpPr/>
          <p:nvPr userDrawn="1"/>
        </p:nvSpPr>
        <p:spPr>
          <a:xfrm>
            <a:off x="5961047" y="1339533"/>
            <a:ext cx="2711219" cy="2037988"/>
          </a:xfrm>
          <a:prstGeom prst="roundRect">
            <a:avLst>
              <a:gd name="adj" fmla="val 1942"/>
            </a:avLst>
          </a:prstGeom>
          <a:solidFill>
            <a:schemeClr val="bg1">
              <a:alpha val="48000"/>
            </a:schemeClr>
          </a:solidFill>
          <a:ln>
            <a:noFill/>
          </a:ln>
          <a:effectLst>
            <a:outerShdw blurRad="190500" dist="203200" dir="2700000" sx="102000" sy="102000" algn="tl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BEF6688-5C74-1A44-BB4B-E9E90D9B8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86" y="1836869"/>
            <a:ext cx="5674861" cy="544051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pic>
        <p:nvPicPr>
          <p:cNvPr id="19" name="Picture 9">
            <a:extLst>
              <a:ext uri="{FF2B5EF4-FFF2-40B4-BE49-F238E27FC236}">
                <a16:creationId xmlns:a16="http://schemas.microsoft.com/office/drawing/2014/main" id="{A883E2AF-FA87-4742-AA9D-A9189FB406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66" r="2266"/>
          <a:stretch>
            <a:fillRect/>
          </a:stretch>
        </p:blipFill>
        <p:spPr>
          <a:xfrm>
            <a:off x="261241" y="484867"/>
            <a:ext cx="935443" cy="58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7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B83190B9-8FB2-C543-B486-C87047DD544D}"/>
              </a:ext>
            </a:extLst>
          </p:cNvPr>
          <p:cNvCxnSpPr/>
          <p:nvPr userDrawn="1"/>
        </p:nvCxnSpPr>
        <p:spPr>
          <a:xfrm>
            <a:off x="0" y="485217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DD51DE9F-4216-4F42-9B60-8D50E73E5860}"/>
              </a:ext>
            </a:extLst>
          </p:cNvPr>
          <p:cNvCxnSpPr>
            <a:cxnSpLocks/>
          </p:cNvCxnSpPr>
          <p:nvPr userDrawn="1"/>
        </p:nvCxnSpPr>
        <p:spPr>
          <a:xfrm>
            <a:off x="1931265" y="622040"/>
            <a:ext cx="5271945" cy="858742"/>
          </a:xfrm>
          <a:prstGeom prst="line">
            <a:avLst/>
          </a:prstGeom>
          <a:ln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1EEF3AB3-4C1B-284B-AA41-C1E548456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72620"/>
            <a:ext cx="7886700" cy="2139553"/>
          </a:xfrm>
        </p:spPr>
        <p:txBody>
          <a:bodyPr anchor="b">
            <a:normAutofit/>
          </a:bodyPr>
          <a:lstStyle>
            <a:lvl1pPr algn="ctr">
              <a:defRPr lang="en-US" sz="2800" b="1" i="0" kern="1200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defRPr>
            </a:lvl1pPr>
          </a:lstStyle>
          <a:p>
            <a:r>
              <a:rPr lang="nl-NL" dirty="0"/>
              <a:t>Klik om stijl te bewerken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D7A4A8-D3BD-0F49-970C-4C2B5789EC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732414"/>
            <a:ext cx="7886700" cy="1125140"/>
          </a:xfrm>
        </p:spPr>
        <p:txBody>
          <a:bodyPr>
            <a:noAutofit/>
          </a:bodyPr>
          <a:lstStyle>
            <a:lvl1pPr marL="0" indent="0" algn="ctr">
              <a:buNone/>
              <a:defRPr lang="en-US" sz="1000" b="0" i="0" kern="1200" spc="300" dirty="0">
                <a:solidFill>
                  <a:schemeClr val="tx1"/>
                </a:solidFill>
                <a:latin typeface="Poppins Medium" pitchFamily="2" charset="77"/>
                <a:ea typeface="Cooper Hewitt Light" pitchFamily="2" charset="77"/>
                <a:cs typeface="Poppins Medium" pitchFamily="2" charset="77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00DD65E-A70C-2E4A-80EB-C834FEF8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80B5-BCEF-7242-91FE-7ADDB8CB4484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A708135-E9DA-B14C-96D0-EC097347E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F1AABA5-AABA-AF49-8892-9EC548B4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00104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ssen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hoek 10">
            <a:extLst>
              <a:ext uri="{FF2B5EF4-FFF2-40B4-BE49-F238E27FC236}">
                <a16:creationId xmlns:a16="http://schemas.microsoft.com/office/drawing/2014/main" id="{5A6B5386-6FDF-E54F-BF0B-CFC7F2ABE134}"/>
              </a:ext>
            </a:extLst>
          </p:cNvPr>
          <p:cNvSpPr/>
          <p:nvPr userDrawn="1"/>
        </p:nvSpPr>
        <p:spPr>
          <a:xfrm>
            <a:off x="0" y="0"/>
            <a:ext cx="9144000" cy="5152140"/>
          </a:xfrm>
          <a:prstGeom prst="rect">
            <a:avLst/>
          </a:prstGeom>
          <a:gradFill>
            <a:gsLst>
              <a:gs pos="0">
                <a:srgbClr val="7A4FFF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ijdelijke aanduiding voor afbeelding 20">
            <a:extLst>
              <a:ext uri="{FF2B5EF4-FFF2-40B4-BE49-F238E27FC236}">
                <a16:creationId xmlns:a16="http://schemas.microsoft.com/office/drawing/2014/main" id="{85404306-636A-2A4C-A6D7-B073634B0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F7CB7D8-07F0-D54A-B93D-FC24DF79BFA2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BE"/>
              <a:t>Presentatie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48A311-68B6-444E-95F2-263905CF95B6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13" name="Rechthoek 14">
            <a:extLst>
              <a:ext uri="{FF2B5EF4-FFF2-40B4-BE49-F238E27FC236}">
                <a16:creationId xmlns:a16="http://schemas.microsoft.com/office/drawing/2014/main" id="{D1F0B83E-2053-2A4D-9CF5-3A37BF59C131}"/>
              </a:ext>
            </a:extLst>
          </p:cNvPr>
          <p:cNvSpPr/>
          <p:nvPr userDrawn="1"/>
        </p:nvSpPr>
        <p:spPr>
          <a:xfrm rot="10800000">
            <a:off x="-9144" y="-26668"/>
            <a:ext cx="9162288" cy="3556039"/>
          </a:xfrm>
          <a:custGeom>
            <a:avLst/>
            <a:gdLst>
              <a:gd name="connsiteX0" fmla="*/ 0 w 9144000"/>
              <a:gd name="connsiteY0" fmla="*/ 0 h 963262"/>
              <a:gd name="connsiteX1" fmla="*/ 9144000 w 9144000"/>
              <a:gd name="connsiteY1" fmla="*/ 0 h 963262"/>
              <a:gd name="connsiteX2" fmla="*/ 9144000 w 9144000"/>
              <a:gd name="connsiteY2" fmla="*/ 963262 h 963262"/>
              <a:gd name="connsiteX3" fmla="*/ 0 w 9144000"/>
              <a:gd name="connsiteY3" fmla="*/ 963262 h 963262"/>
              <a:gd name="connsiteX4" fmla="*/ 0 w 9144000"/>
              <a:gd name="connsiteY4" fmla="*/ 0 h 963262"/>
              <a:gd name="connsiteX0" fmla="*/ 0 w 9144000"/>
              <a:gd name="connsiteY0" fmla="*/ 0 h 1772959"/>
              <a:gd name="connsiteX1" fmla="*/ 9144000 w 9144000"/>
              <a:gd name="connsiteY1" fmla="*/ 809697 h 1772959"/>
              <a:gd name="connsiteX2" fmla="*/ 9144000 w 9144000"/>
              <a:gd name="connsiteY2" fmla="*/ 1772959 h 1772959"/>
              <a:gd name="connsiteX3" fmla="*/ 0 w 9144000"/>
              <a:gd name="connsiteY3" fmla="*/ 1772959 h 1772959"/>
              <a:gd name="connsiteX4" fmla="*/ 0 w 9144000"/>
              <a:gd name="connsiteY4" fmla="*/ 0 h 1772959"/>
              <a:gd name="connsiteX0" fmla="*/ 0 w 9153144"/>
              <a:gd name="connsiteY0" fmla="*/ 0 h 3556039"/>
              <a:gd name="connsiteX1" fmla="*/ 9144000 w 9153144"/>
              <a:gd name="connsiteY1" fmla="*/ 809697 h 3556039"/>
              <a:gd name="connsiteX2" fmla="*/ 9153144 w 9153144"/>
              <a:gd name="connsiteY2" fmla="*/ 3556039 h 3556039"/>
              <a:gd name="connsiteX3" fmla="*/ 0 w 9153144"/>
              <a:gd name="connsiteY3" fmla="*/ 1772959 h 3556039"/>
              <a:gd name="connsiteX4" fmla="*/ 0 w 9153144"/>
              <a:gd name="connsiteY4" fmla="*/ 0 h 3556039"/>
              <a:gd name="connsiteX0" fmla="*/ 9144 w 9162288"/>
              <a:gd name="connsiteY0" fmla="*/ 0 h 3556039"/>
              <a:gd name="connsiteX1" fmla="*/ 9153144 w 9162288"/>
              <a:gd name="connsiteY1" fmla="*/ 809697 h 3556039"/>
              <a:gd name="connsiteX2" fmla="*/ 9162288 w 9162288"/>
              <a:gd name="connsiteY2" fmla="*/ 3556039 h 3556039"/>
              <a:gd name="connsiteX3" fmla="*/ 0 w 9162288"/>
              <a:gd name="connsiteY3" fmla="*/ 3537751 h 3556039"/>
              <a:gd name="connsiteX4" fmla="*/ 9144 w 9162288"/>
              <a:gd name="connsiteY4" fmla="*/ 0 h 3556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2288" h="3556039">
                <a:moveTo>
                  <a:pt x="9144" y="0"/>
                </a:moveTo>
                <a:lnTo>
                  <a:pt x="9153144" y="809697"/>
                </a:lnTo>
                <a:lnTo>
                  <a:pt x="9162288" y="3556039"/>
                </a:lnTo>
                <a:lnTo>
                  <a:pt x="0" y="3537751"/>
                </a:lnTo>
                <a:lnTo>
                  <a:pt x="9144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1132AD7-D462-5446-A69B-597D90D7A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-26669"/>
            <a:ext cx="7886700" cy="2139553"/>
          </a:xfrm>
        </p:spPr>
        <p:txBody>
          <a:bodyPr anchor="b">
            <a:normAutofit/>
          </a:bodyPr>
          <a:lstStyle>
            <a:lvl1pPr algn="ctr">
              <a:defRPr lang="en-US" sz="2800" b="1" i="0" kern="1200" dirty="0">
                <a:solidFill>
                  <a:schemeClr val="tx1"/>
                </a:solidFill>
                <a:latin typeface="Poppins SemiBold" pitchFamily="2" charset="77"/>
                <a:ea typeface="+mj-ea"/>
                <a:cs typeface="Poppins SemiBold" pitchFamily="2" charset="77"/>
              </a:defRPr>
            </a:lvl1pPr>
          </a:lstStyle>
          <a:p>
            <a:r>
              <a:rPr lang="nl-NL" dirty="0"/>
              <a:t>Klik om stijl te bewerken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21EA5F2-2C9B-FC4E-A20D-BFA483D8C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2133125"/>
            <a:ext cx="7886700" cy="1125140"/>
          </a:xfrm>
        </p:spPr>
        <p:txBody>
          <a:bodyPr>
            <a:noAutofit/>
          </a:bodyPr>
          <a:lstStyle>
            <a:lvl1pPr marL="0" indent="0" algn="ctr">
              <a:buNone/>
              <a:defRPr lang="en-US" sz="1000" b="0" i="0" kern="1200" spc="300" dirty="0">
                <a:solidFill>
                  <a:schemeClr val="tx1"/>
                </a:solidFill>
                <a:latin typeface="Poppins Medium" pitchFamily="2" charset="77"/>
                <a:ea typeface="Cooper Hewitt Light" pitchFamily="2" charset="77"/>
                <a:cs typeface="Poppins Medium" pitchFamily="2" charset="77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Tekststijl van het model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65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2D93A33D-3C8C-5340-8E6C-3534B61AEE96}"/>
              </a:ext>
            </a:extLst>
          </p:cNvPr>
          <p:cNvSpPr/>
          <p:nvPr userDrawn="1"/>
        </p:nvSpPr>
        <p:spPr>
          <a:xfrm>
            <a:off x="273843" y="273844"/>
            <a:ext cx="8597595" cy="4358879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/>
          <a:lstStyle/>
          <a:p>
            <a:pPr lvl="0"/>
            <a:r>
              <a:rPr lang="nl-NL" dirty="0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6D127-8123-744E-BB9B-0642DDB388E8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5494D91-C182-CD42-8074-D6AC97697B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78867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6989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2D93A33D-3C8C-5340-8E6C-3534B61AEE96}"/>
              </a:ext>
            </a:extLst>
          </p:cNvPr>
          <p:cNvSpPr/>
          <p:nvPr userDrawn="1"/>
        </p:nvSpPr>
        <p:spPr>
          <a:xfrm>
            <a:off x="273843" y="1369219"/>
            <a:ext cx="8597595" cy="3263504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3589"/>
            <a:ext cx="7886700" cy="3119134"/>
          </a:xfrm>
        </p:spPr>
        <p:txBody>
          <a:bodyPr/>
          <a:lstStyle/>
          <a:p>
            <a:pPr lvl="0"/>
            <a:r>
              <a:rPr lang="nl-NL" dirty="0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95C3-1D2A-8C44-9B00-26EF19D2647C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5494D91-C182-CD42-8074-D6AC97697B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78867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08025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nl-NL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nl-NL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B14E-1B64-7A42-9D43-091CD78AB243}" type="datetime1">
              <a:rPr lang="nl-BE" smtClean="0"/>
              <a:t>26/11/2024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25269BF1-4E7A-2D49-B661-8434007764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78867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033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7571E7B7-C9D6-9E4A-8866-323A3F27D42C}"/>
              </a:ext>
            </a:extLst>
          </p:cNvPr>
          <p:cNvSpPr/>
          <p:nvPr userDrawn="1"/>
        </p:nvSpPr>
        <p:spPr>
          <a:xfrm>
            <a:off x="273843" y="273844"/>
            <a:ext cx="4355307" cy="4358879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4000500" cy="994172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nl-NL" dirty="0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9656" y="1369219"/>
            <a:ext cx="3645693" cy="3263504"/>
          </a:xfrm>
        </p:spPr>
        <p:txBody>
          <a:bodyPr/>
          <a:lstStyle/>
          <a:p>
            <a:pPr lvl="0"/>
            <a:r>
              <a:rPr lang="nl-NL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0301-E55E-5447-B0E7-F27BF841A296}" type="datetime1">
              <a:rPr lang="nl-BE" smtClean="0"/>
              <a:t>26/11/2024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35DADC37-1281-FB46-9C80-C50A0A6B41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40005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4910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7571E7B7-C9D6-9E4A-8866-323A3F27D42C}"/>
              </a:ext>
            </a:extLst>
          </p:cNvPr>
          <p:cNvSpPr/>
          <p:nvPr userDrawn="1"/>
        </p:nvSpPr>
        <p:spPr>
          <a:xfrm>
            <a:off x="4869656" y="273844"/>
            <a:ext cx="3645693" cy="4358879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4000500" cy="994172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13589"/>
            <a:ext cx="3886200" cy="85146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Tekststijl van het model bewerken
Tweede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3347" y="1513589"/>
            <a:ext cx="3373007" cy="85146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Tekststijl van het model bewerken
Tweede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0301-E55E-5447-B0E7-F27BF841A296}" type="datetime1">
              <a:rPr lang="nl-BE" smtClean="0"/>
              <a:t>26/11/2024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35DADC37-1281-FB46-9C80-C50A0A6B41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40005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E78C1FF-6DE6-B54D-AC05-DF91C17256B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8650" y="2465951"/>
            <a:ext cx="3886200" cy="85146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Tekststijl van het model bewerken
Tweede niveau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0B4B846-0C37-514C-842A-BC9FEB4B603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013347" y="2465951"/>
            <a:ext cx="3373007" cy="85146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Tekststijl van het model bewerken
Tweede niveau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A6B5396-0B77-1F4B-913A-B5461B942C2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8650" y="3418313"/>
            <a:ext cx="3886200" cy="85146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Tekststijl van het model bewerken
Tweede niveau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E2ACC7CA-F615-4346-8EB0-46F619A2183C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5013347" y="3418313"/>
            <a:ext cx="3373007" cy="851467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Tekststijl van het model bewerken
Tweede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74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908FDE91-F4A8-164F-80C9-4B87FA817D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14850" y="274638"/>
            <a:ext cx="4000500" cy="43576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7571E7B7-C9D6-9E4A-8866-323A3F27D42C}"/>
              </a:ext>
            </a:extLst>
          </p:cNvPr>
          <p:cNvSpPr/>
          <p:nvPr userDrawn="1"/>
        </p:nvSpPr>
        <p:spPr>
          <a:xfrm>
            <a:off x="273843" y="273844"/>
            <a:ext cx="4355307" cy="4358879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4000500" cy="994172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nl-NL" dirty="0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0301-E55E-5447-B0E7-F27BF841A296}" type="datetime1">
              <a:rPr lang="nl-BE" smtClean="0"/>
              <a:t>26/11/2024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35DADC37-1281-FB46-9C80-C50A0A6B41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40005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86158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7571E7B7-C9D6-9E4A-8866-323A3F27D42C}"/>
              </a:ext>
            </a:extLst>
          </p:cNvPr>
          <p:cNvSpPr/>
          <p:nvPr userDrawn="1"/>
        </p:nvSpPr>
        <p:spPr>
          <a:xfrm>
            <a:off x="273843" y="273844"/>
            <a:ext cx="4355307" cy="4358879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4000500" cy="994172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>
            <a:lvl1pPr>
              <a:lnSpc>
                <a:spcPct val="200000"/>
              </a:lnSpc>
              <a:defRPr/>
            </a:lvl1pPr>
          </a:lstStyle>
          <a:p>
            <a:pPr lvl="0"/>
            <a:r>
              <a:rPr lang="nl-NL" dirty="0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060A-AF20-1C4A-9177-FF691821A8B6}" type="datetime1">
              <a:rPr lang="nl-BE" smtClean="0"/>
              <a:t>26/11/2024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35DADC37-1281-FB46-9C80-C50A0A6B41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40005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5C9BEA12-6D82-4047-BAA8-EC143F547B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0" y="2142907"/>
            <a:ext cx="3398026" cy="226605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16163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>
                <a:gradFill>
                  <a:gsLst>
                    <a:gs pos="0">
                      <a:schemeClr val="accent5"/>
                    </a:gs>
                    <a:gs pos="100000">
                      <a:srgbClr val="7A4FFF"/>
                    </a:gs>
                  </a:gsLst>
                  <a:lin ang="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l-NL" dirty="0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nl-NL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>
                <a:gradFill>
                  <a:gsLst>
                    <a:gs pos="0">
                      <a:schemeClr val="accent5"/>
                    </a:gs>
                    <a:gs pos="100000">
                      <a:srgbClr val="7A4FFF"/>
                    </a:gs>
                  </a:gsLst>
                  <a:lin ang="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l-NL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nl-NL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F5A63-96D2-874A-9799-E3C206F00359}" type="datetime1">
              <a:rPr lang="nl-BE" smtClean="0"/>
              <a:t>26/11/2024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jdelijke aanduiding voor tekst 7">
            <a:extLst>
              <a:ext uri="{FF2B5EF4-FFF2-40B4-BE49-F238E27FC236}">
                <a16:creationId xmlns:a16="http://schemas.microsoft.com/office/drawing/2014/main" id="{09A385AB-C7E9-C249-AA5E-109A1CA125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78867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191456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F6067-0B45-744D-A297-DB35007472CE}" type="datetime1">
              <a:rPr lang="nl-BE" smtClean="0"/>
              <a:t>26/11/2024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7CDB7AC-ED63-DC49-B577-EC9C7CE29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78867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12178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98C79-0512-B54E-A41B-2D1EF3A76675}" type="datetime1">
              <a:rPr lang="nl-BE" smtClean="0"/>
              <a:t>26/11/2024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7CDB7AC-ED63-DC49-B577-EC9C7CE29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78867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1186A1AE-6DF6-AA45-8A98-827F377A04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650" y="1682241"/>
            <a:ext cx="1440611" cy="195810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 dirty="0"/>
          </a:p>
        </p:txBody>
      </p:sp>
      <p:sp>
        <p:nvSpPr>
          <p:cNvPr id="9" name="Tijdelijke aanduiding voor afbeelding 7">
            <a:extLst>
              <a:ext uri="{FF2B5EF4-FFF2-40B4-BE49-F238E27FC236}">
                <a16:creationId xmlns:a16="http://schemas.microsoft.com/office/drawing/2014/main" id="{06B4B3AA-15D9-6645-B862-462A0D0FD9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240172" y="1682241"/>
            <a:ext cx="1440611" cy="195810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  <p:sp>
        <p:nvSpPr>
          <p:cNvPr id="10" name="Tijdelijke aanduiding voor afbeelding 7">
            <a:extLst>
              <a:ext uri="{FF2B5EF4-FFF2-40B4-BE49-F238E27FC236}">
                <a16:creationId xmlns:a16="http://schemas.microsoft.com/office/drawing/2014/main" id="{481ECF79-DD35-944C-8102-2DD9FA46181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51694" y="1682241"/>
            <a:ext cx="1440611" cy="195810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  <p:sp>
        <p:nvSpPr>
          <p:cNvPr id="11" name="Tijdelijke aanduiding voor afbeelding 7">
            <a:extLst>
              <a:ext uri="{FF2B5EF4-FFF2-40B4-BE49-F238E27FC236}">
                <a16:creationId xmlns:a16="http://schemas.microsoft.com/office/drawing/2014/main" id="{1A7BE700-AE29-5447-B23A-9BD126281E9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63216" y="1682241"/>
            <a:ext cx="1440611" cy="195810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  <p:sp>
        <p:nvSpPr>
          <p:cNvPr id="12" name="Tijdelijke aanduiding voor afbeelding 7">
            <a:extLst>
              <a:ext uri="{FF2B5EF4-FFF2-40B4-BE49-F238E27FC236}">
                <a16:creationId xmlns:a16="http://schemas.microsoft.com/office/drawing/2014/main" id="{26238002-A0D2-0F42-8481-9A713418826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074739" y="1682241"/>
            <a:ext cx="1440611" cy="195810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DAB7964-262B-A444-AE50-BB89C3319D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8650" y="3743326"/>
            <a:ext cx="1439863" cy="310850"/>
          </a:xfrm>
        </p:spPr>
        <p:txBody>
          <a:bodyPr>
            <a:noAutofit/>
          </a:bodyPr>
          <a:lstStyle>
            <a:lvl1pPr marL="0" indent="0" algn="ctr">
              <a:buNone/>
              <a:defRPr lang="nl-BE" sz="1200" b="1" kern="1200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16" name="Tijdelijke aanduiding voor tekst 14">
            <a:extLst>
              <a:ext uri="{FF2B5EF4-FFF2-40B4-BE49-F238E27FC236}">
                <a16:creationId xmlns:a16="http://schemas.microsoft.com/office/drawing/2014/main" id="{CC901CA4-5A0B-E742-BFFD-F3E8D72B5D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40920" y="3743326"/>
            <a:ext cx="1439863" cy="310850"/>
          </a:xfrm>
        </p:spPr>
        <p:txBody>
          <a:bodyPr/>
          <a:lstStyle>
            <a:lvl1pPr marL="0" indent="0" algn="ctr">
              <a:buNone/>
              <a:defRPr lang="nl-NL" sz="1200" b="1" kern="1200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17" name="Tijdelijke aanduiding voor tekst 14">
            <a:extLst>
              <a:ext uri="{FF2B5EF4-FFF2-40B4-BE49-F238E27FC236}">
                <a16:creationId xmlns:a16="http://schemas.microsoft.com/office/drawing/2014/main" id="{1662F98C-A762-974F-8F46-0A8DE317283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52442" y="3743326"/>
            <a:ext cx="1439863" cy="310850"/>
          </a:xfrm>
        </p:spPr>
        <p:txBody>
          <a:bodyPr/>
          <a:lstStyle>
            <a:lvl1pPr marL="0" indent="0" algn="ctr">
              <a:buNone/>
              <a:defRPr lang="nl-NL" sz="1200" b="1" kern="1200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18" name="Tijdelijke aanduiding voor tekst 14">
            <a:extLst>
              <a:ext uri="{FF2B5EF4-FFF2-40B4-BE49-F238E27FC236}">
                <a16:creationId xmlns:a16="http://schemas.microsoft.com/office/drawing/2014/main" id="{90749E08-189B-A14D-9662-3EDE050513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66659" y="3743326"/>
            <a:ext cx="1439863" cy="310850"/>
          </a:xfrm>
        </p:spPr>
        <p:txBody>
          <a:bodyPr/>
          <a:lstStyle>
            <a:lvl1pPr marL="0" indent="0" algn="ctr">
              <a:buNone/>
              <a:defRPr lang="nl-NL" sz="1200" b="1" kern="1200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19" name="Tijdelijke aanduiding voor tekst 14">
            <a:extLst>
              <a:ext uri="{FF2B5EF4-FFF2-40B4-BE49-F238E27FC236}">
                <a16:creationId xmlns:a16="http://schemas.microsoft.com/office/drawing/2014/main" id="{D0BD5A22-A859-3C41-B4C8-9C281D6C86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075487" y="3743326"/>
            <a:ext cx="1439863" cy="310850"/>
          </a:xfrm>
        </p:spPr>
        <p:txBody>
          <a:bodyPr/>
          <a:lstStyle>
            <a:lvl1pPr marL="0" indent="0" algn="ctr">
              <a:buNone/>
              <a:defRPr lang="nl-NL" sz="1200" b="1" kern="1200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21" name="Tijdelijke aanduiding voor tekst 14">
            <a:extLst>
              <a:ext uri="{FF2B5EF4-FFF2-40B4-BE49-F238E27FC236}">
                <a16:creationId xmlns:a16="http://schemas.microsoft.com/office/drawing/2014/main" id="{0AF4A57A-5C04-9641-8BC7-5AF3AD5DCF3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8650" y="4062505"/>
            <a:ext cx="1439863" cy="310850"/>
          </a:xfrm>
        </p:spPr>
        <p:txBody>
          <a:bodyPr>
            <a:noAutofit/>
          </a:bodyPr>
          <a:lstStyle>
            <a:lvl1pPr marL="0" indent="0" algn="ctr">
              <a:buNone/>
              <a:defRPr lang="nl-NL" sz="1000" b="0" kern="1200" dirty="0" smtClean="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Poppins SemiBold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22" name="Tijdelijke aanduiding voor tekst 14">
            <a:extLst>
              <a:ext uri="{FF2B5EF4-FFF2-40B4-BE49-F238E27FC236}">
                <a16:creationId xmlns:a16="http://schemas.microsoft.com/office/drawing/2014/main" id="{E7383912-4DB0-8645-9415-A2CE7958713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240920" y="4062505"/>
            <a:ext cx="1439863" cy="310850"/>
          </a:xfrm>
        </p:spPr>
        <p:txBody>
          <a:bodyPr>
            <a:noAutofit/>
          </a:bodyPr>
          <a:lstStyle>
            <a:lvl1pPr marL="0" indent="0" algn="ctr">
              <a:buNone/>
              <a:defRPr lang="nl-NL" sz="1000" b="0" kern="1200" dirty="0" smtClean="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Poppins SemiBold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23" name="Tijdelijke aanduiding voor tekst 14">
            <a:extLst>
              <a:ext uri="{FF2B5EF4-FFF2-40B4-BE49-F238E27FC236}">
                <a16:creationId xmlns:a16="http://schemas.microsoft.com/office/drawing/2014/main" id="{A25C1B8A-B32E-3345-BE05-15B3D9E901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852442" y="4062505"/>
            <a:ext cx="1439863" cy="310850"/>
          </a:xfrm>
        </p:spPr>
        <p:txBody>
          <a:bodyPr>
            <a:noAutofit/>
          </a:bodyPr>
          <a:lstStyle>
            <a:lvl1pPr marL="0" indent="0" algn="ctr">
              <a:buNone/>
              <a:defRPr lang="nl-NL" sz="1000" b="0" kern="1200" dirty="0" smtClean="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Poppins SemiBold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24" name="Tijdelijke aanduiding voor tekst 14">
            <a:extLst>
              <a:ext uri="{FF2B5EF4-FFF2-40B4-BE49-F238E27FC236}">
                <a16:creationId xmlns:a16="http://schemas.microsoft.com/office/drawing/2014/main" id="{02943113-B134-2F4A-B905-8E87FACAE6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466659" y="4062505"/>
            <a:ext cx="1439863" cy="310850"/>
          </a:xfrm>
        </p:spPr>
        <p:txBody>
          <a:bodyPr>
            <a:noAutofit/>
          </a:bodyPr>
          <a:lstStyle>
            <a:lvl1pPr marL="0" indent="0" algn="ctr">
              <a:buNone/>
              <a:defRPr lang="nl-NL" sz="1000" b="0" kern="1200" dirty="0" smtClean="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Poppins SemiBold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25" name="Tijdelijke aanduiding voor tekst 14">
            <a:extLst>
              <a:ext uri="{FF2B5EF4-FFF2-40B4-BE49-F238E27FC236}">
                <a16:creationId xmlns:a16="http://schemas.microsoft.com/office/drawing/2014/main" id="{D1A90C39-E9BE-224E-8CC2-54D6064015F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075487" y="4062505"/>
            <a:ext cx="1439863" cy="310850"/>
          </a:xfrm>
        </p:spPr>
        <p:txBody>
          <a:bodyPr>
            <a:noAutofit/>
          </a:bodyPr>
          <a:lstStyle>
            <a:lvl1pPr marL="0" indent="0" algn="ctr">
              <a:buNone/>
              <a:defRPr lang="nl-NL" sz="1000" b="0" kern="1200" dirty="0" smtClean="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Poppins SemiBold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39470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98C79-0512-B54E-A41B-2D1EF3A76675}" type="datetime1">
              <a:rPr lang="nl-BE" smtClean="0"/>
              <a:t>26/11/2024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7CDB7AC-ED63-DC49-B577-EC9C7CE29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78867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1186A1AE-6DF6-AA45-8A98-827F377A04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650" y="1682241"/>
            <a:ext cx="3223044" cy="294201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 dirty="0"/>
          </a:p>
        </p:txBody>
      </p:sp>
      <p:sp>
        <p:nvSpPr>
          <p:cNvPr id="11" name="Tijdelijke aanduiding voor afbeelding 7">
            <a:extLst>
              <a:ext uri="{FF2B5EF4-FFF2-40B4-BE49-F238E27FC236}">
                <a16:creationId xmlns:a16="http://schemas.microsoft.com/office/drawing/2014/main" id="{1A7BE700-AE29-5447-B23A-9BD126281E9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452586" y="1682241"/>
            <a:ext cx="1730936" cy="294201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  <p:sp>
        <p:nvSpPr>
          <p:cNvPr id="12" name="Tijdelijke aanduiding voor afbeelding 7">
            <a:extLst>
              <a:ext uri="{FF2B5EF4-FFF2-40B4-BE49-F238E27FC236}">
                <a16:creationId xmlns:a16="http://schemas.microsoft.com/office/drawing/2014/main" id="{26238002-A0D2-0F42-8481-9A713418826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84415" y="1682241"/>
            <a:ext cx="1730936" cy="294201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  <p:sp>
        <p:nvSpPr>
          <p:cNvPr id="26" name="Ovaal 25">
            <a:extLst>
              <a:ext uri="{FF2B5EF4-FFF2-40B4-BE49-F238E27FC236}">
                <a16:creationId xmlns:a16="http://schemas.microsoft.com/office/drawing/2014/main" id="{FA66E8C2-5D12-B642-BB21-917708BF7954}"/>
              </a:ext>
            </a:extLst>
          </p:cNvPr>
          <p:cNvSpPr/>
          <p:nvPr userDrawn="1"/>
        </p:nvSpPr>
        <p:spPr>
          <a:xfrm>
            <a:off x="3521654" y="1169125"/>
            <a:ext cx="1461947" cy="1461947"/>
          </a:xfrm>
          <a:prstGeom prst="ellipse">
            <a:avLst/>
          </a:prstGeom>
          <a:noFill/>
          <a:ln w="3175"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7" name="Ovaal 26">
            <a:extLst>
              <a:ext uri="{FF2B5EF4-FFF2-40B4-BE49-F238E27FC236}">
                <a16:creationId xmlns:a16="http://schemas.microsoft.com/office/drawing/2014/main" id="{F4CCCDA9-C236-8D4F-B77D-5434925781D3}"/>
              </a:ext>
            </a:extLst>
          </p:cNvPr>
          <p:cNvSpPr/>
          <p:nvPr userDrawn="1"/>
        </p:nvSpPr>
        <p:spPr>
          <a:xfrm>
            <a:off x="4091076" y="846021"/>
            <a:ext cx="1785052" cy="1785052"/>
          </a:xfrm>
          <a:prstGeom prst="ellipse">
            <a:avLst/>
          </a:prstGeom>
          <a:noFill/>
          <a:ln w="3175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FE7D65FD-9E05-A945-A647-7F7C5AAF9C97}"/>
              </a:ext>
            </a:extLst>
          </p:cNvPr>
          <p:cNvSpPr/>
          <p:nvPr userDrawn="1"/>
        </p:nvSpPr>
        <p:spPr>
          <a:xfrm>
            <a:off x="4267362" y="483326"/>
            <a:ext cx="2147747" cy="2147747"/>
          </a:xfrm>
          <a:prstGeom prst="ellipse">
            <a:avLst/>
          </a:prstGeom>
          <a:noFill/>
          <a:ln w="3175">
            <a:solidFill>
              <a:schemeClr val="tx2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71691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98C79-0512-B54E-A41B-2D1EF3A76675}" type="datetime1">
              <a:rPr lang="nl-BE" smtClean="0"/>
              <a:t>26/11/2024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1186A1AE-6DF6-AA45-8A98-827F377A04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6611" y="491976"/>
            <a:ext cx="6413863" cy="392561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 dirty="0"/>
          </a:p>
        </p:txBody>
      </p:sp>
      <p:sp>
        <p:nvSpPr>
          <p:cNvPr id="11" name="Tijdelijke aanduiding voor afbeelding 7">
            <a:extLst>
              <a:ext uri="{FF2B5EF4-FFF2-40B4-BE49-F238E27FC236}">
                <a16:creationId xmlns:a16="http://schemas.microsoft.com/office/drawing/2014/main" id="{1A7BE700-AE29-5447-B23A-9BD126281E9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73807" y="792421"/>
            <a:ext cx="2591345" cy="162896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  <p:sp>
        <p:nvSpPr>
          <p:cNvPr id="12" name="Tijdelijke aanduiding voor afbeelding 7">
            <a:extLst>
              <a:ext uri="{FF2B5EF4-FFF2-40B4-BE49-F238E27FC236}">
                <a16:creationId xmlns:a16="http://schemas.microsoft.com/office/drawing/2014/main" id="{26238002-A0D2-0F42-8481-9A713418826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73807" y="2518489"/>
            <a:ext cx="2591345" cy="162896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51585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la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7B90-FEC9-CC48-B63C-92827FFF3FA7}" type="datetime1">
              <a:rPr lang="nl-BE" smtClean="0"/>
              <a:t>26/11/2024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7CDB7AC-ED63-DC49-B577-EC9C7CE29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7886700" cy="204788"/>
          </a:xfrm>
        </p:spPr>
        <p:txBody>
          <a:bodyPr>
            <a:noAutofit/>
          </a:bodyPr>
          <a:lstStyle>
            <a:lvl1pPr marL="0" indent="0">
              <a:buNone/>
              <a:defRPr sz="1000" b="0" i="0" spc="300"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8" name="Tijdelijke aanduiding voor afbeelding 7">
            <a:extLst>
              <a:ext uri="{FF2B5EF4-FFF2-40B4-BE49-F238E27FC236}">
                <a16:creationId xmlns:a16="http://schemas.microsoft.com/office/drawing/2014/main" id="{B8EE50E8-345A-5E44-B309-66F0AA2891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650" y="1382611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11" name="Tijdelijke aanduiding voor afbeelding 7">
            <a:extLst>
              <a:ext uri="{FF2B5EF4-FFF2-40B4-BE49-F238E27FC236}">
                <a16:creationId xmlns:a16="http://schemas.microsoft.com/office/drawing/2014/main" id="{517A20FF-9D09-8247-9C46-E3C6AED4C70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46082" y="1382611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14" name="Tijdelijke aanduiding voor afbeelding 7">
            <a:extLst>
              <a:ext uri="{FF2B5EF4-FFF2-40B4-BE49-F238E27FC236}">
                <a16:creationId xmlns:a16="http://schemas.microsoft.com/office/drawing/2014/main" id="{0AA63B33-9A26-914B-B68B-F2A1DC489C1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863514" y="1382611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17" name="Tijdelijke aanduiding voor afbeelding 7">
            <a:extLst>
              <a:ext uri="{FF2B5EF4-FFF2-40B4-BE49-F238E27FC236}">
                <a16:creationId xmlns:a16="http://schemas.microsoft.com/office/drawing/2014/main" id="{03082CC3-43C6-D647-9DD8-6EEBE177558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480946" y="1382611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20" name="Tijdelijke aanduiding voor afbeelding 7">
            <a:extLst>
              <a:ext uri="{FF2B5EF4-FFF2-40B4-BE49-F238E27FC236}">
                <a16:creationId xmlns:a16="http://schemas.microsoft.com/office/drawing/2014/main" id="{48E29FC1-233F-4147-AD59-FA9B9A809C0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098379" y="1382611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AED88AFD-3605-3B49-A594-7641C378F066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28650" y="1975931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38" name="Tijdelijke aanduiding voor tekst 8">
            <a:extLst>
              <a:ext uri="{FF2B5EF4-FFF2-40B4-BE49-F238E27FC236}">
                <a16:creationId xmlns:a16="http://schemas.microsoft.com/office/drawing/2014/main" id="{CCD87794-C6E6-294E-AC77-0C8443B3B290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2249631" y="1975931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39" name="Tijdelijke aanduiding voor tekst 8">
            <a:extLst>
              <a:ext uri="{FF2B5EF4-FFF2-40B4-BE49-F238E27FC236}">
                <a16:creationId xmlns:a16="http://schemas.microsoft.com/office/drawing/2014/main" id="{3E4639E1-BCFD-194F-8C05-2AD630B91C6F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3859298" y="1975931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40" name="Tijdelijke aanduiding voor tekst 8">
            <a:extLst>
              <a:ext uri="{FF2B5EF4-FFF2-40B4-BE49-F238E27FC236}">
                <a16:creationId xmlns:a16="http://schemas.microsoft.com/office/drawing/2014/main" id="{AE5AF317-2B09-8041-8664-18C9DE4C1E30}"/>
              </a:ext>
            </a:extLst>
          </p:cNvPr>
          <p:cNvSpPr>
            <a:spLocks noGrp="1"/>
          </p:cNvSpPr>
          <p:nvPr>
            <p:ph type="body" idx="45"/>
          </p:nvPr>
        </p:nvSpPr>
        <p:spPr>
          <a:xfrm>
            <a:off x="5484495" y="1975931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41" name="Tijdelijke aanduiding voor tekst 8">
            <a:extLst>
              <a:ext uri="{FF2B5EF4-FFF2-40B4-BE49-F238E27FC236}">
                <a16:creationId xmlns:a16="http://schemas.microsoft.com/office/drawing/2014/main" id="{96112F76-B956-D741-BABC-51C9551E3467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7094162" y="1975931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42" name="Tijdelijke aanduiding voor afbeelding 7">
            <a:extLst>
              <a:ext uri="{FF2B5EF4-FFF2-40B4-BE49-F238E27FC236}">
                <a16:creationId xmlns:a16="http://schemas.microsoft.com/office/drawing/2014/main" id="{AD9C86C4-3FE2-3641-BDE8-EADA7E29D8E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8650" y="2258884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43" name="Tijdelijke aanduiding voor afbeelding 7">
            <a:extLst>
              <a:ext uri="{FF2B5EF4-FFF2-40B4-BE49-F238E27FC236}">
                <a16:creationId xmlns:a16="http://schemas.microsoft.com/office/drawing/2014/main" id="{0EDB2B74-9AC7-824C-A295-AF7212EA6A7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46082" y="2258884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44" name="Tijdelijke aanduiding voor afbeelding 7">
            <a:extLst>
              <a:ext uri="{FF2B5EF4-FFF2-40B4-BE49-F238E27FC236}">
                <a16:creationId xmlns:a16="http://schemas.microsoft.com/office/drawing/2014/main" id="{83C4C9D3-3432-A74F-8B95-B301FD8D445D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863514" y="2258884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45" name="Tijdelijke aanduiding voor afbeelding 7">
            <a:extLst>
              <a:ext uri="{FF2B5EF4-FFF2-40B4-BE49-F238E27FC236}">
                <a16:creationId xmlns:a16="http://schemas.microsoft.com/office/drawing/2014/main" id="{29BAB58E-A204-5D40-8CF5-96475A1C2B27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480946" y="2258884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46" name="Tijdelijke aanduiding voor afbeelding 7">
            <a:extLst>
              <a:ext uri="{FF2B5EF4-FFF2-40B4-BE49-F238E27FC236}">
                <a16:creationId xmlns:a16="http://schemas.microsoft.com/office/drawing/2014/main" id="{635EC705-48EF-874D-8697-A5F3D48DFDBE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7098379" y="2258884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47" name="Tijdelijke aanduiding voor tekst 8">
            <a:extLst>
              <a:ext uri="{FF2B5EF4-FFF2-40B4-BE49-F238E27FC236}">
                <a16:creationId xmlns:a16="http://schemas.microsoft.com/office/drawing/2014/main" id="{48BBA4D7-4B67-CE46-80E7-5147F514A976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628650" y="2852204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48" name="Tijdelijke aanduiding voor tekst 8">
            <a:extLst>
              <a:ext uri="{FF2B5EF4-FFF2-40B4-BE49-F238E27FC236}">
                <a16:creationId xmlns:a16="http://schemas.microsoft.com/office/drawing/2014/main" id="{40B7193C-48BC-CE45-9D89-52EA63318809}"/>
              </a:ext>
            </a:extLst>
          </p:cNvPr>
          <p:cNvSpPr>
            <a:spLocks noGrp="1"/>
          </p:cNvSpPr>
          <p:nvPr>
            <p:ph type="body" idx="53"/>
          </p:nvPr>
        </p:nvSpPr>
        <p:spPr>
          <a:xfrm>
            <a:off x="2249631" y="2852204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49" name="Tijdelijke aanduiding voor tekst 8">
            <a:extLst>
              <a:ext uri="{FF2B5EF4-FFF2-40B4-BE49-F238E27FC236}">
                <a16:creationId xmlns:a16="http://schemas.microsoft.com/office/drawing/2014/main" id="{7F1BF8E2-EA01-3343-917C-0C88F5E7F2B2}"/>
              </a:ext>
            </a:extLst>
          </p:cNvPr>
          <p:cNvSpPr>
            <a:spLocks noGrp="1"/>
          </p:cNvSpPr>
          <p:nvPr>
            <p:ph type="body" idx="54"/>
          </p:nvPr>
        </p:nvSpPr>
        <p:spPr>
          <a:xfrm>
            <a:off x="3859298" y="2852204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50" name="Tijdelijke aanduiding voor tekst 8">
            <a:extLst>
              <a:ext uri="{FF2B5EF4-FFF2-40B4-BE49-F238E27FC236}">
                <a16:creationId xmlns:a16="http://schemas.microsoft.com/office/drawing/2014/main" id="{3913382D-1E61-F74D-8129-B82490377CCC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5484495" y="2852204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51" name="Tijdelijke aanduiding voor tekst 8">
            <a:extLst>
              <a:ext uri="{FF2B5EF4-FFF2-40B4-BE49-F238E27FC236}">
                <a16:creationId xmlns:a16="http://schemas.microsoft.com/office/drawing/2014/main" id="{827AF4F4-4B70-844A-B665-C93857AD7674}"/>
              </a:ext>
            </a:extLst>
          </p:cNvPr>
          <p:cNvSpPr>
            <a:spLocks noGrp="1"/>
          </p:cNvSpPr>
          <p:nvPr>
            <p:ph type="body" idx="56"/>
          </p:nvPr>
        </p:nvSpPr>
        <p:spPr>
          <a:xfrm>
            <a:off x="7094162" y="2852204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52" name="Tijdelijke aanduiding voor afbeelding 7">
            <a:extLst>
              <a:ext uri="{FF2B5EF4-FFF2-40B4-BE49-F238E27FC236}">
                <a16:creationId xmlns:a16="http://schemas.microsoft.com/office/drawing/2014/main" id="{B36A2D90-990A-5346-AF15-B6E45B9C5B1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628650" y="3143868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53" name="Tijdelijke aanduiding voor afbeelding 7">
            <a:extLst>
              <a:ext uri="{FF2B5EF4-FFF2-40B4-BE49-F238E27FC236}">
                <a16:creationId xmlns:a16="http://schemas.microsoft.com/office/drawing/2014/main" id="{6545D73C-2435-E54D-B02B-0974E21FA59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246082" y="3143868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54" name="Tijdelijke aanduiding voor afbeelding 7">
            <a:extLst>
              <a:ext uri="{FF2B5EF4-FFF2-40B4-BE49-F238E27FC236}">
                <a16:creationId xmlns:a16="http://schemas.microsoft.com/office/drawing/2014/main" id="{7A8A6B83-CD7C-034A-857B-D80650898929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3863514" y="3143868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55" name="Tijdelijke aanduiding voor afbeelding 7">
            <a:extLst>
              <a:ext uri="{FF2B5EF4-FFF2-40B4-BE49-F238E27FC236}">
                <a16:creationId xmlns:a16="http://schemas.microsoft.com/office/drawing/2014/main" id="{EF20A4FD-D50E-0A46-B7D4-3987077339AC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5480946" y="3143868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56" name="Tijdelijke aanduiding voor afbeelding 7">
            <a:extLst>
              <a:ext uri="{FF2B5EF4-FFF2-40B4-BE49-F238E27FC236}">
                <a16:creationId xmlns:a16="http://schemas.microsoft.com/office/drawing/2014/main" id="{F76B46F8-0770-D84C-8BB9-4394561DB611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7098379" y="3143868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57" name="Tijdelijke aanduiding voor tekst 8">
            <a:extLst>
              <a:ext uri="{FF2B5EF4-FFF2-40B4-BE49-F238E27FC236}">
                <a16:creationId xmlns:a16="http://schemas.microsoft.com/office/drawing/2014/main" id="{5688756F-FB13-094E-8DD7-33906132917C}"/>
              </a:ext>
            </a:extLst>
          </p:cNvPr>
          <p:cNvSpPr>
            <a:spLocks noGrp="1"/>
          </p:cNvSpPr>
          <p:nvPr>
            <p:ph type="body" idx="62"/>
          </p:nvPr>
        </p:nvSpPr>
        <p:spPr>
          <a:xfrm>
            <a:off x="628650" y="3737188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58" name="Tijdelijke aanduiding voor tekst 8">
            <a:extLst>
              <a:ext uri="{FF2B5EF4-FFF2-40B4-BE49-F238E27FC236}">
                <a16:creationId xmlns:a16="http://schemas.microsoft.com/office/drawing/2014/main" id="{0E550A8B-9CC8-FE40-8D4F-085FDA3FD07B}"/>
              </a:ext>
            </a:extLst>
          </p:cNvPr>
          <p:cNvSpPr>
            <a:spLocks noGrp="1"/>
          </p:cNvSpPr>
          <p:nvPr>
            <p:ph type="body" idx="63"/>
          </p:nvPr>
        </p:nvSpPr>
        <p:spPr>
          <a:xfrm>
            <a:off x="2249631" y="3737188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59" name="Tijdelijke aanduiding voor tekst 8">
            <a:extLst>
              <a:ext uri="{FF2B5EF4-FFF2-40B4-BE49-F238E27FC236}">
                <a16:creationId xmlns:a16="http://schemas.microsoft.com/office/drawing/2014/main" id="{67B702AF-7423-6D4C-A45D-0E7ED0CBCA39}"/>
              </a:ext>
            </a:extLst>
          </p:cNvPr>
          <p:cNvSpPr>
            <a:spLocks noGrp="1"/>
          </p:cNvSpPr>
          <p:nvPr>
            <p:ph type="body" idx="64"/>
          </p:nvPr>
        </p:nvSpPr>
        <p:spPr>
          <a:xfrm>
            <a:off x="3859298" y="3737188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60" name="Tijdelijke aanduiding voor tekst 8">
            <a:extLst>
              <a:ext uri="{FF2B5EF4-FFF2-40B4-BE49-F238E27FC236}">
                <a16:creationId xmlns:a16="http://schemas.microsoft.com/office/drawing/2014/main" id="{C9F1E4E8-8C27-F74D-B586-96B4417E8FE9}"/>
              </a:ext>
            </a:extLst>
          </p:cNvPr>
          <p:cNvSpPr>
            <a:spLocks noGrp="1"/>
          </p:cNvSpPr>
          <p:nvPr>
            <p:ph type="body" idx="65"/>
          </p:nvPr>
        </p:nvSpPr>
        <p:spPr>
          <a:xfrm>
            <a:off x="5484495" y="3737188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61" name="Tijdelijke aanduiding voor tekst 8">
            <a:extLst>
              <a:ext uri="{FF2B5EF4-FFF2-40B4-BE49-F238E27FC236}">
                <a16:creationId xmlns:a16="http://schemas.microsoft.com/office/drawing/2014/main" id="{3AEEDE87-0F80-D945-80FC-49D054A369A2}"/>
              </a:ext>
            </a:extLst>
          </p:cNvPr>
          <p:cNvSpPr>
            <a:spLocks noGrp="1"/>
          </p:cNvSpPr>
          <p:nvPr>
            <p:ph type="body" idx="66"/>
          </p:nvPr>
        </p:nvSpPr>
        <p:spPr>
          <a:xfrm>
            <a:off x="7094162" y="3737188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72" name="Tijdelijke aanduiding voor afbeelding 7">
            <a:extLst>
              <a:ext uri="{FF2B5EF4-FFF2-40B4-BE49-F238E27FC236}">
                <a16:creationId xmlns:a16="http://schemas.microsoft.com/office/drawing/2014/main" id="{EECAB3E7-80F9-144F-AD03-647C9906AB6A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628650" y="4028852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73" name="Tijdelijke aanduiding voor afbeelding 7">
            <a:extLst>
              <a:ext uri="{FF2B5EF4-FFF2-40B4-BE49-F238E27FC236}">
                <a16:creationId xmlns:a16="http://schemas.microsoft.com/office/drawing/2014/main" id="{465AE7BB-42DA-D947-BC96-F969FF69BBFD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2246082" y="4028852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74" name="Tijdelijke aanduiding voor afbeelding 7">
            <a:extLst>
              <a:ext uri="{FF2B5EF4-FFF2-40B4-BE49-F238E27FC236}">
                <a16:creationId xmlns:a16="http://schemas.microsoft.com/office/drawing/2014/main" id="{E81C1041-DB84-2E40-AFCC-46CEDCAD7A2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3863514" y="4028852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75" name="Tijdelijke aanduiding voor afbeelding 7">
            <a:extLst>
              <a:ext uri="{FF2B5EF4-FFF2-40B4-BE49-F238E27FC236}">
                <a16:creationId xmlns:a16="http://schemas.microsoft.com/office/drawing/2014/main" id="{F8970924-459A-2E49-B9A3-5541A602172E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5480946" y="4028852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76" name="Tijdelijke aanduiding voor afbeelding 7">
            <a:extLst>
              <a:ext uri="{FF2B5EF4-FFF2-40B4-BE49-F238E27FC236}">
                <a16:creationId xmlns:a16="http://schemas.microsoft.com/office/drawing/2014/main" id="{E3165946-32E2-194E-BF7D-C9656FC91D82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7098379" y="4028852"/>
            <a:ext cx="1416971" cy="592056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endParaRPr lang="nl-BE"/>
          </a:p>
        </p:txBody>
      </p:sp>
      <p:sp>
        <p:nvSpPr>
          <p:cNvPr id="77" name="Tijdelijke aanduiding voor tekst 8">
            <a:extLst>
              <a:ext uri="{FF2B5EF4-FFF2-40B4-BE49-F238E27FC236}">
                <a16:creationId xmlns:a16="http://schemas.microsoft.com/office/drawing/2014/main" id="{10B64370-849D-154B-A17B-3E0300E31E85}"/>
              </a:ext>
            </a:extLst>
          </p:cNvPr>
          <p:cNvSpPr>
            <a:spLocks noGrp="1"/>
          </p:cNvSpPr>
          <p:nvPr>
            <p:ph type="body" idx="72"/>
          </p:nvPr>
        </p:nvSpPr>
        <p:spPr>
          <a:xfrm>
            <a:off x="628650" y="4622172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78" name="Tijdelijke aanduiding voor tekst 8">
            <a:extLst>
              <a:ext uri="{FF2B5EF4-FFF2-40B4-BE49-F238E27FC236}">
                <a16:creationId xmlns:a16="http://schemas.microsoft.com/office/drawing/2014/main" id="{CA30CD8C-14D9-7243-B925-069D4FED844C}"/>
              </a:ext>
            </a:extLst>
          </p:cNvPr>
          <p:cNvSpPr>
            <a:spLocks noGrp="1"/>
          </p:cNvSpPr>
          <p:nvPr>
            <p:ph type="body" idx="73"/>
          </p:nvPr>
        </p:nvSpPr>
        <p:spPr>
          <a:xfrm>
            <a:off x="2249631" y="4622172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79" name="Tijdelijke aanduiding voor tekst 8">
            <a:extLst>
              <a:ext uri="{FF2B5EF4-FFF2-40B4-BE49-F238E27FC236}">
                <a16:creationId xmlns:a16="http://schemas.microsoft.com/office/drawing/2014/main" id="{E6EDBDC6-5529-D14F-9EF5-CA5D6FACF3E0}"/>
              </a:ext>
            </a:extLst>
          </p:cNvPr>
          <p:cNvSpPr>
            <a:spLocks noGrp="1"/>
          </p:cNvSpPr>
          <p:nvPr>
            <p:ph type="body" idx="74"/>
          </p:nvPr>
        </p:nvSpPr>
        <p:spPr>
          <a:xfrm>
            <a:off x="3859298" y="4622172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80" name="Tijdelijke aanduiding voor tekst 8">
            <a:extLst>
              <a:ext uri="{FF2B5EF4-FFF2-40B4-BE49-F238E27FC236}">
                <a16:creationId xmlns:a16="http://schemas.microsoft.com/office/drawing/2014/main" id="{7139D502-FDEC-D445-807A-740C5173AE19}"/>
              </a:ext>
            </a:extLst>
          </p:cNvPr>
          <p:cNvSpPr>
            <a:spLocks noGrp="1"/>
          </p:cNvSpPr>
          <p:nvPr>
            <p:ph type="body" idx="75"/>
          </p:nvPr>
        </p:nvSpPr>
        <p:spPr>
          <a:xfrm>
            <a:off x="5484495" y="4622172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81" name="Tijdelijke aanduiding voor tekst 8">
            <a:extLst>
              <a:ext uri="{FF2B5EF4-FFF2-40B4-BE49-F238E27FC236}">
                <a16:creationId xmlns:a16="http://schemas.microsoft.com/office/drawing/2014/main" id="{3F597EAA-80A3-8341-9667-E8F4EE1FAAC6}"/>
              </a:ext>
            </a:extLst>
          </p:cNvPr>
          <p:cNvSpPr>
            <a:spLocks noGrp="1"/>
          </p:cNvSpPr>
          <p:nvPr>
            <p:ph type="body" idx="76"/>
          </p:nvPr>
        </p:nvSpPr>
        <p:spPr>
          <a:xfrm>
            <a:off x="7094162" y="4622172"/>
            <a:ext cx="1417638" cy="1933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97628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B054A-7144-D941-A86B-9B68C9E71FBA}" type="datetime1">
              <a:rPr lang="nl-BE" smtClean="0"/>
              <a:t>26/11/2024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645161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hoek 17">
            <a:extLst>
              <a:ext uri="{FF2B5EF4-FFF2-40B4-BE49-F238E27FC236}">
                <a16:creationId xmlns:a16="http://schemas.microsoft.com/office/drawing/2014/main" id="{C81F42BA-AC7E-5349-8B34-1B65C7A567C1}"/>
              </a:ext>
            </a:extLst>
          </p:cNvPr>
          <p:cNvSpPr/>
          <p:nvPr userDrawn="1"/>
        </p:nvSpPr>
        <p:spPr>
          <a:xfrm rot="10800000">
            <a:off x="0" y="0"/>
            <a:ext cx="9144000" cy="515214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D95696A-7CDF-204B-882B-1E25D7CB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20" name="Tijdelijke aanduiding voor tekst 7">
            <a:extLst>
              <a:ext uri="{FF2B5EF4-FFF2-40B4-BE49-F238E27FC236}">
                <a16:creationId xmlns:a16="http://schemas.microsoft.com/office/drawing/2014/main" id="{FC69FE26-3FC8-F34C-85A9-502814AB37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063625"/>
            <a:ext cx="7886700" cy="204788"/>
          </a:xfrm>
        </p:spPr>
        <p:txBody>
          <a:bodyPr>
            <a:noAutofit/>
          </a:bodyPr>
          <a:lstStyle>
            <a:lvl1pPr marL="0" indent="0">
              <a:buNone/>
              <a:defRPr sz="800" b="0" i="0" spc="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nl-NL" dirty="0"/>
              <a:t>TEKSTSTIJL VAN HET MODEL BEWERKEN</a:t>
            </a:r>
            <a:endParaRPr lang="nl-BE" dirty="0"/>
          </a:p>
        </p:txBody>
      </p:sp>
      <p:sp>
        <p:nvSpPr>
          <p:cNvPr id="21" name="Tijdelijke aanduiding voor afbeelding 20">
            <a:extLst>
              <a:ext uri="{FF2B5EF4-FFF2-40B4-BE49-F238E27FC236}">
                <a16:creationId xmlns:a16="http://schemas.microsoft.com/office/drawing/2014/main" id="{EB342982-7257-1F40-89FE-3081E9A495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641"/>
            <a:ext cx="9144000" cy="5143500"/>
          </a:xfrm>
          <a:ln>
            <a:noFill/>
          </a:ln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49691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228105CD-1451-964D-A482-84285DC084E5}"/>
              </a:ext>
            </a:extLst>
          </p:cNvPr>
          <p:cNvSpPr/>
          <p:nvPr userDrawn="1"/>
        </p:nvSpPr>
        <p:spPr>
          <a:xfrm>
            <a:off x="273843" y="273844"/>
            <a:ext cx="3440907" cy="4358879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B39C-B4D0-3F45-8B44-F149D29D59B1}" type="datetime1">
              <a:rPr lang="nl-BE" smtClean="0"/>
              <a:t>26/11/2024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13476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DD49A4D0-F935-5A4C-9D91-50ADB7F8B668}"/>
              </a:ext>
            </a:extLst>
          </p:cNvPr>
          <p:cNvSpPr/>
          <p:nvPr userDrawn="1"/>
        </p:nvSpPr>
        <p:spPr>
          <a:xfrm>
            <a:off x="273843" y="273844"/>
            <a:ext cx="3440907" cy="4358879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/>
              <a:t>Tekststijl van het model bewerken
Tweede niveau
Derde niveau
Vierde niveau
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07A13-21E0-AB4D-97DF-63A5F87E906B}" type="datetime1">
              <a:rPr lang="nl-BE" smtClean="0"/>
              <a:t>26/11/2024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308795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E630B-51CA-1447-B12F-47A9200B30F2}" type="datetime1">
              <a:rPr lang="nl-BE" smtClean="0"/>
              <a:t>26/11/2024</a:t>
            </a:fld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‹#›</a:t>
            </a:fld>
            <a:endParaRPr lang="nl-BE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C81F42BA-AC7E-5349-8B34-1B65C7A567C1}"/>
              </a:ext>
            </a:extLst>
          </p:cNvPr>
          <p:cNvSpPr/>
          <p:nvPr userDrawn="1"/>
        </p:nvSpPr>
        <p:spPr>
          <a:xfrm rot="10800000">
            <a:off x="0" y="0"/>
            <a:ext cx="9144000" cy="515214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pic>
        <p:nvPicPr>
          <p:cNvPr id="11" name="Tijdelijke aanduiding voor afbeelding 12">
            <a:extLst>
              <a:ext uri="{FF2B5EF4-FFF2-40B4-BE49-F238E27FC236}">
                <a16:creationId xmlns:a16="http://schemas.microsoft.com/office/drawing/2014/main" id="{0A4F68AC-48E5-CA46-8D4D-FBA3F7C749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8640"/>
            <a:ext cx="9144000" cy="5143500"/>
          </a:xfrm>
          <a:prstGeom prst="rect">
            <a:avLst/>
          </a:prstGeom>
        </p:spPr>
      </p:pic>
      <p:sp>
        <p:nvSpPr>
          <p:cNvPr id="12" name="Rechthoek 14">
            <a:extLst>
              <a:ext uri="{FF2B5EF4-FFF2-40B4-BE49-F238E27FC236}">
                <a16:creationId xmlns:a16="http://schemas.microsoft.com/office/drawing/2014/main" id="{862F5041-D659-DE4F-8DE9-11FB3EA96BE0}"/>
              </a:ext>
            </a:extLst>
          </p:cNvPr>
          <p:cNvSpPr/>
          <p:nvPr userDrawn="1"/>
        </p:nvSpPr>
        <p:spPr>
          <a:xfrm rot="10800000">
            <a:off x="0" y="0"/>
            <a:ext cx="9144000" cy="1772959"/>
          </a:xfrm>
          <a:custGeom>
            <a:avLst/>
            <a:gdLst>
              <a:gd name="connsiteX0" fmla="*/ 0 w 9144000"/>
              <a:gd name="connsiteY0" fmla="*/ 0 h 963262"/>
              <a:gd name="connsiteX1" fmla="*/ 9144000 w 9144000"/>
              <a:gd name="connsiteY1" fmla="*/ 0 h 963262"/>
              <a:gd name="connsiteX2" fmla="*/ 9144000 w 9144000"/>
              <a:gd name="connsiteY2" fmla="*/ 963262 h 963262"/>
              <a:gd name="connsiteX3" fmla="*/ 0 w 9144000"/>
              <a:gd name="connsiteY3" fmla="*/ 963262 h 963262"/>
              <a:gd name="connsiteX4" fmla="*/ 0 w 9144000"/>
              <a:gd name="connsiteY4" fmla="*/ 0 h 963262"/>
              <a:gd name="connsiteX0" fmla="*/ 0 w 9144000"/>
              <a:gd name="connsiteY0" fmla="*/ 0 h 1772959"/>
              <a:gd name="connsiteX1" fmla="*/ 9144000 w 9144000"/>
              <a:gd name="connsiteY1" fmla="*/ 809697 h 1772959"/>
              <a:gd name="connsiteX2" fmla="*/ 9144000 w 9144000"/>
              <a:gd name="connsiteY2" fmla="*/ 1772959 h 1772959"/>
              <a:gd name="connsiteX3" fmla="*/ 0 w 9144000"/>
              <a:gd name="connsiteY3" fmla="*/ 1772959 h 1772959"/>
              <a:gd name="connsiteX4" fmla="*/ 0 w 9144000"/>
              <a:gd name="connsiteY4" fmla="*/ 0 h 1772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1772959">
                <a:moveTo>
                  <a:pt x="0" y="0"/>
                </a:moveTo>
                <a:lnTo>
                  <a:pt x="9144000" y="809697"/>
                </a:lnTo>
                <a:lnTo>
                  <a:pt x="9144000" y="1772959"/>
                </a:lnTo>
                <a:lnTo>
                  <a:pt x="0" y="177295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B831AAF2-4554-104D-B8E9-A274B59988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66" r="2266"/>
          <a:stretch>
            <a:fillRect/>
          </a:stretch>
        </p:blipFill>
        <p:spPr>
          <a:xfrm>
            <a:off x="579554" y="4208851"/>
            <a:ext cx="1064947" cy="66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7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69480" y="4878296"/>
            <a:ext cx="7625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80B5-BCEF-7242-91FE-7ADDB8CB4484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4062" y="4878296"/>
            <a:ext cx="287068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BE"/>
              <a:t>Presentatie template</a:t>
            </a:r>
            <a:endParaRPr lang="nl-B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32024" y="4878296"/>
            <a:ext cx="48332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8A311-68B6-444E-95F2-263905CF95B6}" type="slidenum">
              <a:rPr lang="nl-BE" smtClean="0"/>
              <a:pPr/>
              <a:t>‹#›</a:t>
            </a:fld>
            <a:endParaRPr lang="nl-BE"/>
          </a:p>
        </p:txBody>
      </p: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8A17E91C-C72B-9342-89DF-9BAF0BCD2C86}"/>
              </a:ext>
            </a:extLst>
          </p:cNvPr>
          <p:cNvCxnSpPr/>
          <p:nvPr userDrawn="1"/>
        </p:nvCxnSpPr>
        <p:spPr>
          <a:xfrm>
            <a:off x="0" y="4852172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Afbeelding 8">
            <a:extLst>
              <a:ext uri="{FF2B5EF4-FFF2-40B4-BE49-F238E27FC236}">
                <a16:creationId xmlns:a16="http://schemas.microsoft.com/office/drawing/2014/main" id="{03D2597B-8F15-014E-83DC-827CB35BB033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381" y="4784022"/>
            <a:ext cx="367812" cy="46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22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3" r:id="rId3"/>
    <p:sldLayoutId id="2147483662" r:id="rId4"/>
    <p:sldLayoutId id="2147483675" r:id="rId5"/>
    <p:sldLayoutId id="2147483664" r:id="rId6"/>
    <p:sldLayoutId id="2147483672" r:id="rId7"/>
    <p:sldLayoutId id="2147483682" r:id="rId8"/>
    <p:sldLayoutId id="2147483681" r:id="rId9"/>
    <p:sldLayoutId id="2147483674" r:id="rId10"/>
    <p:sldLayoutId id="2147483665" r:id="rId11"/>
    <p:sldLayoutId id="2147483666" r:id="rId12"/>
    <p:sldLayoutId id="2147483678" r:id="rId13"/>
    <p:sldLayoutId id="2147483679" r:id="rId14"/>
    <p:sldLayoutId id="2147483680" r:id="rId15"/>
    <p:sldLayoutId id="2147483676" r:id="rId16"/>
    <p:sldLayoutId id="2147483667" r:id="rId17"/>
    <p:sldLayoutId id="2147483677" r:id="rId18"/>
    <p:sldLayoutId id="2147483668" r:id="rId19"/>
    <p:sldLayoutId id="2147483669" r:id="rId20"/>
    <p:sldLayoutId id="2147483683" r:id="rId2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Poppins SemiBold" pitchFamily="2" charset="77"/>
          <a:ea typeface="+mj-ea"/>
          <a:cs typeface="Poppins SemiBold" pitchFamily="2" charset="77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Cooper Hewitt Light" pitchFamily="2" charset="77"/>
          <a:ea typeface="Cooper Hewitt Light" pitchFamily="2" charset="77"/>
          <a:cs typeface="Poppins" pitchFamily="2" charset="77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ooper Hewitt Light" pitchFamily="2" charset="77"/>
          <a:ea typeface="Cooper Hewitt Light" pitchFamily="2" charset="77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ooper Hewitt Light" pitchFamily="2" charset="77"/>
          <a:ea typeface="Cooper Hewitt Light" pitchFamily="2" charset="77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ooper Hewitt Light" pitchFamily="2" charset="77"/>
          <a:ea typeface="Cooper Hewitt Light" pitchFamily="2" charset="77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ooper Hewitt Light" pitchFamily="2" charset="77"/>
          <a:ea typeface="Cooper Hewitt Light" pitchFamily="2" charset="77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emf"/><Relationship Id="rId4" Type="http://schemas.openxmlformats.org/officeDocument/2006/relationships/image" Target="../media/image28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hoek 13">
            <a:extLst>
              <a:ext uri="{FF2B5EF4-FFF2-40B4-BE49-F238E27FC236}">
                <a16:creationId xmlns:a16="http://schemas.microsoft.com/office/drawing/2014/main" id="{65FBC7D1-737C-AE46-BB45-996B4CCFDF4C}"/>
              </a:ext>
            </a:extLst>
          </p:cNvPr>
          <p:cNvSpPr/>
          <p:nvPr/>
        </p:nvSpPr>
        <p:spPr>
          <a:xfrm>
            <a:off x="1217948" y="529933"/>
            <a:ext cx="45720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nl-BE" b="1" dirty="0">
                <a:solidFill>
                  <a:srgbClr val="FFFFFF"/>
                </a:solidFill>
                <a:latin typeface="Poppins" pitchFamily="2" charset="77"/>
              </a:rPr>
              <a:t>Crafting integrated IT solutions that make your business thrive.</a:t>
            </a:r>
            <a:endParaRPr lang="nl-BE" b="1" i="0" dirty="0">
              <a:solidFill>
                <a:srgbClr val="FFFFFF"/>
              </a:solidFill>
              <a:effectLst/>
              <a:latin typeface="Poppins" pitchFamily="2" charset="77"/>
            </a:endParaRP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16BCCECD-71F4-7449-86BB-CB55EED61270}"/>
              </a:ext>
            </a:extLst>
          </p:cNvPr>
          <p:cNvSpPr txBox="1"/>
          <p:nvPr/>
        </p:nvSpPr>
        <p:spPr>
          <a:xfrm>
            <a:off x="6170455" y="1528653"/>
            <a:ext cx="231043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200" b="1" dirty="0">
                <a:solidFill>
                  <a:schemeClr val="bg1"/>
                </a:solidFill>
                <a:latin typeface="Cooper Hewitt Semibold" pitchFamily="2" charset="77"/>
                <a:ea typeface="Cooper Hewitt Semibold" pitchFamily="2" charset="77"/>
              </a:rPr>
              <a:t>Naam presentator</a:t>
            </a:r>
          </a:p>
          <a:p>
            <a:r>
              <a:rPr lang="nl-BE" sz="1100" dirty="0">
                <a:solidFill>
                  <a:schemeClr val="bg1"/>
                </a:solidFill>
                <a:latin typeface="Cooper Hewitt Light" pitchFamily="2" charset="77"/>
                <a:ea typeface="Cooper Hewitt Light" pitchFamily="2" charset="77"/>
              </a:rPr>
              <a:t>Functie</a:t>
            </a:r>
          </a:p>
          <a:p>
            <a:r>
              <a:rPr lang="nl-BE" sz="1000" dirty="0">
                <a:solidFill>
                  <a:schemeClr val="bg1"/>
                </a:solidFill>
                <a:latin typeface="Cooper Hewitt Book" pitchFamily="2" charset="77"/>
                <a:ea typeface="Cooper Hewitt Book" pitchFamily="2" charset="77"/>
              </a:rPr>
              <a:t>naam@faros.be</a:t>
            </a:r>
          </a:p>
          <a:p>
            <a:r>
              <a:rPr lang="nl-BE" sz="1000" dirty="0">
                <a:solidFill>
                  <a:schemeClr val="bg1"/>
                </a:solidFill>
                <a:latin typeface="Cooper Hewitt Book" pitchFamily="2" charset="77"/>
                <a:ea typeface="Cooper Hewitt Book" pitchFamily="2" charset="77"/>
              </a:rPr>
              <a:t>+32 (0)4 95 42 59 45</a:t>
            </a:r>
            <a:endParaRPr lang="nl-BE" sz="1100" dirty="0">
              <a:solidFill>
                <a:schemeClr val="bg1"/>
              </a:solidFill>
              <a:latin typeface="Cooper Hewitt Book" pitchFamily="2" charset="77"/>
              <a:ea typeface="Cooper Hewitt Book" pitchFamily="2" charset="77"/>
            </a:endParaRPr>
          </a:p>
        </p:txBody>
      </p:sp>
      <p:sp>
        <p:nvSpPr>
          <p:cNvPr id="20" name="Tekstvak 19">
            <a:extLst>
              <a:ext uri="{FF2B5EF4-FFF2-40B4-BE49-F238E27FC236}">
                <a16:creationId xmlns:a16="http://schemas.microsoft.com/office/drawing/2014/main" id="{59D3FC8B-A887-424B-8C08-22D5D89D43AF}"/>
              </a:ext>
            </a:extLst>
          </p:cNvPr>
          <p:cNvSpPr txBox="1"/>
          <p:nvPr/>
        </p:nvSpPr>
        <p:spPr>
          <a:xfrm>
            <a:off x="6170455" y="2426904"/>
            <a:ext cx="231043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200" b="1" dirty="0">
                <a:solidFill>
                  <a:schemeClr val="bg1"/>
                </a:solidFill>
                <a:latin typeface="Cooper Hewitt Semibold" pitchFamily="2" charset="77"/>
                <a:ea typeface="Cooper Hewitt Semibold" pitchFamily="2" charset="77"/>
              </a:rPr>
              <a:t>Naam presentator</a:t>
            </a:r>
          </a:p>
          <a:p>
            <a:r>
              <a:rPr lang="nl-BE" sz="1100" dirty="0">
                <a:solidFill>
                  <a:schemeClr val="bg1"/>
                </a:solidFill>
                <a:latin typeface="Cooper Hewitt Light" pitchFamily="2" charset="77"/>
                <a:ea typeface="Cooper Hewitt Light" pitchFamily="2" charset="77"/>
              </a:rPr>
              <a:t>Functie</a:t>
            </a:r>
          </a:p>
          <a:p>
            <a:r>
              <a:rPr lang="nl-BE" sz="1000" dirty="0">
                <a:solidFill>
                  <a:schemeClr val="bg1"/>
                </a:solidFill>
                <a:latin typeface="Cooper Hewitt Book" pitchFamily="2" charset="77"/>
                <a:ea typeface="Cooper Hewitt Book" pitchFamily="2" charset="77"/>
              </a:rPr>
              <a:t>naam@faros.be</a:t>
            </a:r>
          </a:p>
          <a:p>
            <a:r>
              <a:rPr lang="nl-BE" sz="1000" dirty="0">
                <a:solidFill>
                  <a:schemeClr val="bg1"/>
                </a:solidFill>
                <a:latin typeface="Cooper Hewitt Book" pitchFamily="2" charset="77"/>
                <a:ea typeface="Cooper Hewitt Book" pitchFamily="2" charset="77"/>
              </a:rPr>
              <a:t>+32 (0)4 95 42 59 45</a:t>
            </a:r>
            <a:endParaRPr lang="nl-BE" sz="1100" dirty="0">
              <a:solidFill>
                <a:schemeClr val="bg1"/>
              </a:solidFill>
              <a:latin typeface="Cooper Hewitt Book" pitchFamily="2" charset="77"/>
              <a:ea typeface="Cooper Hewitt Book" pitchFamily="2" charset="77"/>
            </a:endParaRPr>
          </a:p>
        </p:txBody>
      </p:sp>
      <p:sp>
        <p:nvSpPr>
          <p:cNvPr id="22" name="Shape 2715">
            <a:extLst>
              <a:ext uri="{FF2B5EF4-FFF2-40B4-BE49-F238E27FC236}">
                <a16:creationId xmlns:a16="http://schemas.microsoft.com/office/drawing/2014/main" id="{83A139C3-0F09-D04E-B80F-4A27647BEF26}"/>
              </a:ext>
            </a:extLst>
          </p:cNvPr>
          <p:cNvSpPr/>
          <p:nvPr/>
        </p:nvSpPr>
        <p:spPr>
          <a:xfrm>
            <a:off x="1023723" y="4838680"/>
            <a:ext cx="169971" cy="169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5929" y="7018"/>
                </a:moveTo>
                <a:cubicBezTo>
                  <a:pt x="15540" y="7246"/>
                  <a:pt x="15108" y="7411"/>
                  <a:pt x="14650" y="7499"/>
                </a:cubicBezTo>
                <a:cubicBezTo>
                  <a:pt x="14282" y="7114"/>
                  <a:pt x="13759" y="6874"/>
                  <a:pt x="13180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6" y="7236"/>
                </a:cubicBezTo>
                <a:cubicBezTo>
                  <a:pt x="6892" y="7529"/>
                  <a:pt x="6793" y="7870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7" y="9635"/>
                </a:cubicBezTo>
                <a:cubicBezTo>
                  <a:pt x="6776" y="9644"/>
                  <a:pt x="6776" y="9652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6" y="11661"/>
                  <a:pt x="7483" y="11638"/>
                </a:cubicBezTo>
                <a:cubicBezTo>
                  <a:pt x="7739" y="12426"/>
                  <a:pt x="8482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39" y="13855"/>
                  <a:pt x="6382" y="13837"/>
                </a:cubicBezTo>
                <a:cubicBezTo>
                  <a:pt x="7273" y="14398"/>
                  <a:pt x="8332" y="14727"/>
                  <a:pt x="9470" y="14727"/>
                </a:cubicBezTo>
                <a:cubicBezTo>
                  <a:pt x="13174" y="14727"/>
                  <a:pt x="15200" y="11706"/>
                  <a:pt x="15200" y="9086"/>
                </a:cubicBezTo>
                <a:cubicBezTo>
                  <a:pt x="15200" y="9000"/>
                  <a:pt x="15199" y="8914"/>
                  <a:pt x="15195" y="8829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0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23" name="Shape 2716">
            <a:extLst>
              <a:ext uri="{FF2B5EF4-FFF2-40B4-BE49-F238E27FC236}">
                <a16:creationId xmlns:a16="http://schemas.microsoft.com/office/drawing/2014/main" id="{B8B4EA04-C87D-174D-BA52-9F47A0E25636}"/>
              </a:ext>
            </a:extLst>
          </p:cNvPr>
          <p:cNvSpPr/>
          <p:nvPr/>
        </p:nvSpPr>
        <p:spPr>
          <a:xfrm>
            <a:off x="395371" y="4838680"/>
            <a:ext cx="169971" cy="169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5" y="7858"/>
                </a:lnTo>
                <a:lnTo>
                  <a:pt x="13245" y="6381"/>
                </a:lnTo>
                <a:lnTo>
                  <a:pt x="11938" y="6381"/>
                </a:lnTo>
                <a:cubicBezTo>
                  <a:pt x="10368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24" name="Shape 2721">
            <a:extLst>
              <a:ext uri="{FF2B5EF4-FFF2-40B4-BE49-F238E27FC236}">
                <a16:creationId xmlns:a16="http://schemas.microsoft.com/office/drawing/2014/main" id="{7C68BCFD-0275-3642-904C-EA8EBBABC852}"/>
              </a:ext>
            </a:extLst>
          </p:cNvPr>
          <p:cNvSpPr/>
          <p:nvPr/>
        </p:nvSpPr>
        <p:spPr>
          <a:xfrm>
            <a:off x="709547" y="4838680"/>
            <a:ext cx="169971" cy="169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30" y="9321"/>
                </a:moveTo>
                <a:cubicBezTo>
                  <a:pt x="11975" y="9321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1"/>
                  <a:pt x="13430" y="9321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1"/>
                </a:lnTo>
                <a:lnTo>
                  <a:pt x="6873" y="9321"/>
                </a:lnTo>
                <a:cubicBezTo>
                  <a:pt x="6873" y="9321"/>
                  <a:pt x="6873" y="14727"/>
                  <a:pt x="6873" y="14727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 dirty="0">
              <a:latin typeface="Arial"/>
              <a:ea typeface="Arial"/>
              <a:cs typeface="Arial"/>
            </a:endParaRP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29A86BF4-B649-754E-9D11-3AFA84BAD8ED}"/>
              </a:ext>
            </a:extLst>
          </p:cNvPr>
          <p:cNvSpPr txBox="1"/>
          <p:nvPr/>
        </p:nvSpPr>
        <p:spPr>
          <a:xfrm>
            <a:off x="1601942" y="4787368"/>
            <a:ext cx="3043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Cooper Hewitt Light" pitchFamily="2" charset="77"/>
                <a:ea typeface="Cooper Hewitt Light" pitchFamily="2" charset="77"/>
              </a:rPr>
              <a:t>www.faros.be | hello@faros.be 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08A12C3-4BAD-AE4E-8E14-0CFD6003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Onderwerp presentatie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256DF4D-B81B-F644-BB51-846C33B323BE}"/>
              </a:ext>
            </a:extLst>
          </p:cNvPr>
          <p:cNvSpPr/>
          <p:nvPr/>
        </p:nvSpPr>
        <p:spPr>
          <a:xfrm>
            <a:off x="376926" y="2360459"/>
            <a:ext cx="1709860" cy="346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Poppins SemiBold" panose="02000000000000000000" pitchFamily="2" charset="77"/>
                <a:cs typeface="Poppins SemiBold" panose="02000000000000000000" pitchFamily="2" charset="77"/>
              </a:rPr>
              <a:t>Java projects &amp; consultancy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1C3A0BB8-9C22-D641-B99B-894823E0C3C5}"/>
              </a:ext>
            </a:extLst>
          </p:cNvPr>
          <p:cNvSpPr/>
          <p:nvPr/>
        </p:nvSpPr>
        <p:spPr>
          <a:xfrm>
            <a:off x="2185029" y="2360460"/>
            <a:ext cx="1139233" cy="346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Poppins SemiBold" panose="02000000000000000000" pitchFamily="2" charset="77"/>
                <a:cs typeface="Poppins SemiBold" panose="02000000000000000000" pitchFamily="2" charset="77"/>
              </a:rPr>
              <a:t>Web applications</a:t>
            </a: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EACC0F7B-2FED-8A48-BF51-58EC89EFAAC6}"/>
              </a:ext>
            </a:extLst>
          </p:cNvPr>
          <p:cNvSpPr/>
          <p:nvPr/>
        </p:nvSpPr>
        <p:spPr>
          <a:xfrm>
            <a:off x="3422505" y="2360460"/>
            <a:ext cx="1460153" cy="346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Poppins SemiBold" panose="02000000000000000000" pitchFamily="2" charset="77"/>
                <a:cs typeface="Poppins SemiBold" panose="02000000000000000000" pitchFamily="2" charset="77"/>
              </a:rPr>
              <a:t>Reactive Programming</a:t>
            </a:r>
          </a:p>
        </p:txBody>
      </p:sp>
      <p:sp>
        <p:nvSpPr>
          <p:cNvPr id="17" name="Shape 2725">
            <a:extLst>
              <a:ext uri="{FF2B5EF4-FFF2-40B4-BE49-F238E27FC236}">
                <a16:creationId xmlns:a16="http://schemas.microsoft.com/office/drawing/2014/main" id="{80D5078B-0B88-1646-B405-0BC58861E57C}"/>
              </a:ext>
            </a:extLst>
          </p:cNvPr>
          <p:cNvSpPr/>
          <p:nvPr/>
        </p:nvSpPr>
        <p:spPr>
          <a:xfrm>
            <a:off x="1337899" y="4838680"/>
            <a:ext cx="169971" cy="169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8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8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988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B2D31B-4485-8543-9055-7F451F6D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Agenda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96094B4-2643-2C40-B561-AB756C75B3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nl-BE" dirty="0"/>
              <a:t>Subject nummer 1</a:t>
            </a:r>
          </a:p>
          <a:p>
            <a:pPr>
              <a:lnSpc>
                <a:spcPct val="150000"/>
              </a:lnSpc>
            </a:pPr>
            <a:r>
              <a:rPr lang="nl-BE" dirty="0"/>
              <a:t>Subject nummer 2</a:t>
            </a:r>
          </a:p>
          <a:p>
            <a:pPr>
              <a:lnSpc>
                <a:spcPct val="150000"/>
              </a:lnSpc>
            </a:pPr>
            <a:r>
              <a:rPr lang="nl-BE" dirty="0"/>
              <a:t>Subject nummer 3</a:t>
            </a:r>
          </a:p>
          <a:p>
            <a:pPr>
              <a:lnSpc>
                <a:spcPct val="150000"/>
              </a:lnSpc>
            </a:pPr>
            <a:r>
              <a:rPr lang="nl-BE" dirty="0"/>
              <a:t>Subject nummer 4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CAAD9CFD-F70A-9245-819A-AFBB5152A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0E4F1387-3339-604E-9E63-0677AA915876}"/>
              </a:ext>
            </a:extLst>
          </p:cNvPr>
          <p:cNvSpPr txBox="1">
            <a:spLocks/>
          </p:cNvSpPr>
          <p:nvPr/>
        </p:nvSpPr>
        <p:spPr>
          <a:xfrm>
            <a:off x="2806020" y="1369219"/>
            <a:ext cx="649155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Poppins" pitchFamily="2" charset="77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nl-BE" dirty="0"/>
              <a:t>5’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nl-BE" dirty="0"/>
              <a:t>15’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nl-BE" dirty="0"/>
              <a:t>10’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nl-BE" dirty="0"/>
              <a:t>30’</a:t>
            </a: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5BF44B3A-BFB6-4549-8791-5F6AF678290D}"/>
              </a:ext>
            </a:extLst>
          </p:cNvPr>
          <p:cNvSpPr/>
          <p:nvPr/>
        </p:nvSpPr>
        <p:spPr>
          <a:xfrm>
            <a:off x="6030852" y="1421270"/>
            <a:ext cx="1839995" cy="1839995"/>
          </a:xfrm>
          <a:prstGeom prst="ellipse">
            <a:avLst/>
          </a:prstGeom>
          <a:noFill/>
          <a:ln w="3175"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F0AFD2C6-F5F8-B943-BAD9-7F2CBC167156}"/>
              </a:ext>
            </a:extLst>
          </p:cNvPr>
          <p:cNvSpPr/>
          <p:nvPr/>
        </p:nvSpPr>
        <p:spPr>
          <a:xfrm>
            <a:off x="6112558" y="939640"/>
            <a:ext cx="1839995" cy="1839995"/>
          </a:xfrm>
          <a:prstGeom prst="ellipse">
            <a:avLst/>
          </a:prstGeom>
          <a:noFill/>
          <a:ln w="3175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BE7DB8A7-CF6E-AC49-B167-2D6E2ECC0687}"/>
              </a:ext>
            </a:extLst>
          </p:cNvPr>
          <p:cNvSpPr/>
          <p:nvPr/>
        </p:nvSpPr>
        <p:spPr>
          <a:xfrm>
            <a:off x="6806520" y="939640"/>
            <a:ext cx="1839995" cy="1839995"/>
          </a:xfrm>
          <a:prstGeom prst="ellipse">
            <a:avLst/>
          </a:prstGeom>
          <a:noFill/>
          <a:ln w="3175">
            <a:solidFill>
              <a:schemeClr val="tx2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8BE5291-B1DF-3843-A172-C4D91969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F271-3E74-814C-94C4-B2482A6A0DF7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101B186-F674-DB48-AF6F-88AD5168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Presentatie template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1CDB9F5-D597-9343-9C3C-5CBFA7BD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2</a:t>
            </a:fld>
            <a:endParaRPr lang="nl-BE"/>
          </a:p>
        </p:txBody>
      </p:sp>
      <p:pic>
        <p:nvPicPr>
          <p:cNvPr id="15" name="Tijdelijke aanduiding voor afbeelding 14">
            <a:extLst>
              <a:ext uri="{FF2B5EF4-FFF2-40B4-BE49-F238E27FC236}">
                <a16:creationId xmlns:a16="http://schemas.microsoft.com/office/drawing/2014/main" id="{87DBB33B-4EAC-0C2D-06D0-D26C4F7FCBC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4505004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3886F3-D297-0345-A89F-00056919F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9DD0BD1-3FAE-3E40-942C-DEEEFFD2E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9DC9FC2-7C48-544E-9BD6-D25893DA7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6D127-8123-744E-BB9B-0642DDB388E8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D6E632D-BCAC-354E-A69C-8F4440245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B0A085-7A16-CE42-A939-BE0223FE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3</a:t>
            </a:fld>
            <a:endParaRPr lang="nl-BE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CE961A77-6C8B-FB49-AABF-F3264AFB01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38171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C94D3-46E5-B544-A282-1FB6410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</a:rPr>
              <a:t>A culture of passion and innovation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2F4616A-2A16-E840-9C3A-E5A2625C7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ARE YOU A DEVELOPER WITH A PASSION FOR JAVA? LET'S HAVE A COFFEE!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7CDC01E-9F1F-F341-94F3-13A101A9B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7E5C-3985-C344-B7CD-42882A385F8E}" type="datetime1">
              <a:rPr lang="nl-BE" smtClean="0"/>
              <a:pPr/>
              <a:t>26/11/2024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BE45DC9-AE77-1E4A-87D6-57A03E9FD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D53AB8F-CFC8-E14D-B746-00AED306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pPr/>
              <a:t>4</a:t>
            </a:fld>
            <a:endParaRPr lang="nl-BE"/>
          </a:p>
        </p:txBody>
      </p: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CBDC318B-308C-A441-8B1B-691B9288E21C}"/>
              </a:ext>
            </a:extLst>
          </p:cNvPr>
          <p:cNvCxnSpPr>
            <a:cxnSpLocks/>
          </p:cNvCxnSpPr>
          <p:nvPr/>
        </p:nvCxnSpPr>
        <p:spPr>
          <a:xfrm>
            <a:off x="1931265" y="622040"/>
            <a:ext cx="5271945" cy="858742"/>
          </a:xfrm>
          <a:prstGeom prst="line">
            <a:avLst/>
          </a:prstGeom>
          <a:ln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31911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E8FB315-F08E-C84D-92A9-0D51BFF8E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nl-BE"/>
              <a:t>Skills and services</a:t>
            </a:r>
            <a:endParaRPr lang="nl-BE" dirty="0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25C62BB7-3330-5D42-8088-89638BA87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04427"/>
            <a:ext cx="2148926" cy="2728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sz="1200" b="1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rPr>
              <a:t>SOFTWARE DEVELOPMENT &amp; PROJECTS</a:t>
            </a:r>
          </a:p>
          <a:p>
            <a:pPr marL="0" indent="0" fontAlgn="base">
              <a:buNone/>
            </a:pPr>
            <a:r>
              <a:rPr lang="nl-BE" dirty="0"/>
              <a:t>Providing quality, limiting risks &amp; maximizing customer value for your IT project, that's our passion.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2829B115-5FE6-F04C-AB5C-727D2DF51B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/>
              <a:t>Thinkers + Makers = Value Creators</a:t>
            </a:r>
            <a:endParaRPr lang="nl-BE" dirty="0"/>
          </a:p>
        </p:txBody>
      </p:sp>
      <p:sp>
        <p:nvSpPr>
          <p:cNvPr id="5" name="Tijdelijke aanduiding voor inhoud 7">
            <a:extLst>
              <a:ext uri="{FF2B5EF4-FFF2-40B4-BE49-F238E27FC236}">
                <a16:creationId xmlns:a16="http://schemas.microsoft.com/office/drawing/2014/main" id="{88F119F8-B68E-9441-A9AF-FDB73504213C}"/>
              </a:ext>
            </a:extLst>
          </p:cNvPr>
          <p:cNvSpPr txBox="1">
            <a:spLocks/>
          </p:cNvSpPr>
          <p:nvPr/>
        </p:nvSpPr>
        <p:spPr>
          <a:xfrm>
            <a:off x="3497537" y="1904427"/>
            <a:ext cx="2148926" cy="27282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Poppins" pitchFamily="2" charset="77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 b="1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rPr>
              <a:t>IT CONSULTANCY</a:t>
            </a:r>
          </a:p>
          <a:p>
            <a:pPr marL="0" indent="0" fontAlgn="base">
              <a:buNone/>
            </a:pPr>
            <a:r>
              <a:rPr lang="nl-BE" sz="1800" dirty="0"/>
              <a:t>The Java ecosystem is our preferred development habitat. Are you looking for temporary manpower and expertise in Java? Look no further, let's team up!</a:t>
            </a:r>
          </a:p>
          <a:p>
            <a:pPr marL="0" indent="0">
              <a:buNone/>
            </a:pPr>
            <a:endParaRPr lang="nl-BE" b="1" dirty="0">
              <a:gradFill>
                <a:gsLst>
                  <a:gs pos="0">
                    <a:srgbClr val="7A4FFF"/>
                  </a:gs>
                  <a:gs pos="100000">
                    <a:schemeClr val="accent5"/>
                  </a:gs>
                </a:gsLst>
                <a:lin ang="0" scaled="0"/>
              </a:gradFill>
              <a:latin typeface="Poppins SemiBold" pitchFamily="2" charset="77"/>
              <a:ea typeface="+mj-ea"/>
              <a:cs typeface="Poppins SemiBold" pitchFamily="2" charset="77"/>
            </a:endParaRPr>
          </a:p>
        </p:txBody>
      </p:sp>
      <p:sp>
        <p:nvSpPr>
          <p:cNvPr id="6" name="Tijdelijke aanduiding voor inhoud 7">
            <a:extLst>
              <a:ext uri="{FF2B5EF4-FFF2-40B4-BE49-F238E27FC236}">
                <a16:creationId xmlns:a16="http://schemas.microsoft.com/office/drawing/2014/main" id="{25ADBFE1-66C3-4648-A8A8-A315CAB593D3}"/>
              </a:ext>
            </a:extLst>
          </p:cNvPr>
          <p:cNvSpPr txBox="1">
            <a:spLocks/>
          </p:cNvSpPr>
          <p:nvPr/>
        </p:nvSpPr>
        <p:spPr>
          <a:xfrm>
            <a:off x="6366424" y="1904427"/>
            <a:ext cx="2148926" cy="27282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Poppins" pitchFamily="2" charset="77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BE" b="1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rPr>
              <a:t>AUDITS &amp; TRAINING</a:t>
            </a:r>
          </a:p>
          <a:p>
            <a:pPr marL="0" indent="0" fontAlgn="base">
              <a:buNone/>
            </a:pPr>
            <a:r>
              <a:rPr lang="nl-BE" sz="1700" dirty="0"/>
              <a:t>Faros has multiple certified Spring trainers, and is the only company in Belgium to do so! Besides Spring trainings, we can also audit your existing Spring projects.</a:t>
            </a:r>
          </a:p>
          <a:p>
            <a:pPr marL="0" indent="0">
              <a:buNone/>
            </a:pPr>
            <a:endParaRPr lang="nl-BE" b="1" dirty="0">
              <a:gradFill>
                <a:gsLst>
                  <a:gs pos="0">
                    <a:srgbClr val="7A4FFF"/>
                  </a:gs>
                  <a:gs pos="100000">
                    <a:schemeClr val="accent5"/>
                  </a:gs>
                </a:gsLst>
                <a:lin ang="0" scaled="0"/>
              </a:gradFill>
              <a:latin typeface="Poppins SemiBold" pitchFamily="2" charset="77"/>
              <a:ea typeface="+mj-ea"/>
              <a:cs typeface="Poppins SemiBold" pitchFamily="2" charset="77"/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EF5FDB88-2225-294F-882E-C185636F18DD}"/>
              </a:ext>
            </a:extLst>
          </p:cNvPr>
          <p:cNvSpPr/>
          <p:nvPr/>
        </p:nvSpPr>
        <p:spPr>
          <a:xfrm>
            <a:off x="3616477" y="1632722"/>
            <a:ext cx="197000" cy="196447"/>
          </a:xfrm>
          <a:custGeom>
            <a:avLst/>
            <a:gdLst/>
            <a:ahLst/>
            <a:cxnLst/>
            <a:rect l="l" t="t" r="r" b="b"/>
            <a:pathLst>
              <a:path w="229244" h="228600">
                <a:moveTo>
                  <a:pt x="220842" y="159618"/>
                </a:moveTo>
                <a:cubicBezTo>
                  <a:pt x="222516" y="159469"/>
                  <a:pt x="224284" y="160139"/>
                  <a:pt x="226144" y="161627"/>
                </a:cubicBezTo>
                <a:cubicBezTo>
                  <a:pt x="229865" y="164604"/>
                  <a:pt x="230237" y="167878"/>
                  <a:pt x="227260" y="171450"/>
                </a:cubicBezTo>
                <a:lnTo>
                  <a:pt x="193327" y="223242"/>
                </a:lnTo>
                <a:cubicBezTo>
                  <a:pt x="192732" y="224135"/>
                  <a:pt x="192137" y="224879"/>
                  <a:pt x="191542" y="225474"/>
                </a:cubicBezTo>
                <a:cubicBezTo>
                  <a:pt x="188267" y="229046"/>
                  <a:pt x="184993" y="229046"/>
                  <a:pt x="181719" y="225474"/>
                </a:cubicBezTo>
                <a:lnTo>
                  <a:pt x="156269" y="200471"/>
                </a:lnTo>
                <a:cubicBezTo>
                  <a:pt x="154781" y="198983"/>
                  <a:pt x="154037" y="197271"/>
                  <a:pt x="154037" y="195337"/>
                </a:cubicBezTo>
                <a:cubicBezTo>
                  <a:pt x="154037" y="193402"/>
                  <a:pt x="154781" y="191690"/>
                  <a:pt x="156269" y="190202"/>
                </a:cubicBezTo>
                <a:cubicBezTo>
                  <a:pt x="159543" y="186928"/>
                  <a:pt x="162967" y="186928"/>
                  <a:pt x="166538" y="190202"/>
                </a:cubicBezTo>
                <a:lnTo>
                  <a:pt x="185291" y="209401"/>
                </a:lnTo>
                <a:lnTo>
                  <a:pt x="216098" y="162520"/>
                </a:lnTo>
                <a:cubicBezTo>
                  <a:pt x="217586" y="160734"/>
                  <a:pt x="219168" y="159767"/>
                  <a:pt x="220842" y="159618"/>
                </a:cubicBezTo>
                <a:close/>
                <a:moveTo>
                  <a:pt x="114076" y="0"/>
                </a:moveTo>
                <a:cubicBezTo>
                  <a:pt x="129703" y="0"/>
                  <a:pt x="144363" y="5357"/>
                  <a:pt x="158055" y="16073"/>
                </a:cubicBezTo>
                <a:cubicBezTo>
                  <a:pt x="171747" y="26789"/>
                  <a:pt x="178593" y="38100"/>
                  <a:pt x="178593" y="50006"/>
                </a:cubicBezTo>
                <a:lnTo>
                  <a:pt x="178593" y="85725"/>
                </a:lnTo>
                <a:cubicBezTo>
                  <a:pt x="178593" y="96143"/>
                  <a:pt x="176361" y="107528"/>
                  <a:pt x="171896" y="119881"/>
                </a:cubicBezTo>
                <a:cubicBezTo>
                  <a:pt x="167431" y="132233"/>
                  <a:pt x="160734" y="141982"/>
                  <a:pt x="151804" y="149125"/>
                </a:cubicBezTo>
                <a:lnTo>
                  <a:pt x="190649" y="167431"/>
                </a:lnTo>
                <a:lnTo>
                  <a:pt x="182165" y="179486"/>
                </a:lnTo>
                <a:lnTo>
                  <a:pt x="146000" y="162073"/>
                </a:lnTo>
                <a:cubicBezTo>
                  <a:pt x="141238" y="159692"/>
                  <a:pt x="138484" y="155897"/>
                  <a:pt x="137740" y="150688"/>
                </a:cubicBezTo>
                <a:cubicBezTo>
                  <a:pt x="136996" y="145479"/>
                  <a:pt x="138708" y="141238"/>
                  <a:pt x="142875" y="137963"/>
                </a:cubicBezTo>
                <a:cubicBezTo>
                  <a:pt x="150018" y="132308"/>
                  <a:pt x="155376" y="124271"/>
                  <a:pt x="158948" y="113853"/>
                </a:cubicBezTo>
                <a:cubicBezTo>
                  <a:pt x="162520" y="103435"/>
                  <a:pt x="164306" y="94059"/>
                  <a:pt x="164306" y="85725"/>
                </a:cubicBezTo>
                <a:lnTo>
                  <a:pt x="164306" y="50006"/>
                </a:lnTo>
                <a:cubicBezTo>
                  <a:pt x="164306" y="42267"/>
                  <a:pt x="158874" y="34379"/>
                  <a:pt x="148009" y="26342"/>
                </a:cubicBezTo>
                <a:cubicBezTo>
                  <a:pt x="137145" y="18305"/>
                  <a:pt x="125908" y="14287"/>
                  <a:pt x="114300" y="14287"/>
                </a:cubicBezTo>
                <a:cubicBezTo>
                  <a:pt x="102393" y="14287"/>
                  <a:pt x="91083" y="18305"/>
                  <a:pt x="80367" y="26342"/>
                </a:cubicBezTo>
                <a:cubicBezTo>
                  <a:pt x="69651" y="34379"/>
                  <a:pt x="64293" y="42267"/>
                  <a:pt x="64293" y="50006"/>
                </a:cubicBezTo>
                <a:lnTo>
                  <a:pt x="64293" y="85725"/>
                </a:lnTo>
                <a:cubicBezTo>
                  <a:pt x="64293" y="94059"/>
                  <a:pt x="66154" y="103435"/>
                  <a:pt x="69875" y="113853"/>
                </a:cubicBezTo>
                <a:cubicBezTo>
                  <a:pt x="73595" y="124271"/>
                  <a:pt x="78879" y="132308"/>
                  <a:pt x="85725" y="137963"/>
                </a:cubicBezTo>
                <a:cubicBezTo>
                  <a:pt x="89892" y="141238"/>
                  <a:pt x="91678" y="145479"/>
                  <a:pt x="91083" y="150688"/>
                </a:cubicBezTo>
                <a:cubicBezTo>
                  <a:pt x="90487" y="155897"/>
                  <a:pt x="87808" y="159692"/>
                  <a:pt x="83046" y="162073"/>
                </a:cubicBezTo>
                <a:lnTo>
                  <a:pt x="20092" y="191541"/>
                </a:lnTo>
                <a:cubicBezTo>
                  <a:pt x="16222" y="193327"/>
                  <a:pt x="14287" y="196006"/>
                  <a:pt x="14287" y="199578"/>
                </a:cubicBezTo>
                <a:lnTo>
                  <a:pt x="14287" y="214312"/>
                </a:lnTo>
                <a:lnTo>
                  <a:pt x="145554" y="214312"/>
                </a:lnTo>
                <a:lnTo>
                  <a:pt x="157162" y="228600"/>
                </a:lnTo>
                <a:lnTo>
                  <a:pt x="14287" y="228600"/>
                </a:lnTo>
                <a:cubicBezTo>
                  <a:pt x="10120" y="228600"/>
                  <a:pt x="6697" y="227186"/>
                  <a:pt x="4018" y="224358"/>
                </a:cubicBezTo>
                <a:cubicBezTo>
                  <a:pt x="1339" y="221530"/>
                  <a:pt x="0" y="218182"/>
                  <a:pt x="0" y="214312"/>
                </a:cubicBezTo>
                <a:lnTo>
                  <a:pt x="0" y="192881"/>
                </a:lnTo>
                <a:cubicBezTo>
                  <a:pt x="0" y="190500"/>
                  <a:pt x="1339" y="188044"/>
                  <a:pt x="4018" y="185514"/>
                </a:cubicBezTo>
                <a:cubicBezTo>
                  <a:pt x="6697" y="182984"/>
                  <a:pt x="8781" y="181272"/>
                  <a:pt x="10269" y="180379"/>
                </a:cubicBezTo>
                <a:cubicBezTo>
                  <a:pt x="11757" y="179486"/>
                  <a:pt x="13097" y="178891"/>
                  <a:pt x="14287" y="178593"/>
                </a:cubicBezTo>
                <a:lnTo>
                  <a:pt x="76795" y="149125"/>
                </a:lnTo>
                <a:cubicBezTo>
                  <a:pt x="67865" y="141684"/>
                  <a:pt x="61168" y="131713"/>
                  <a:pt x="56703" y="119211"/>
                </a:cubicBezTo>
                <a:cubicBezTo>
                  <a:pt x="52238" y="106709"/>
                  <a:pt x="50006" y="95547"/>
                  <a:pt x="50006" y="85725"/>
                </a:cubicBezTo>
                <a:lnTo>
                  <a:pt x="50006" y="50006"/>
                </a:lnTo>
                <a:cubicBezTo>
                  <a:pt x="50006" y="38100"/>
                  <a:pt x="56778" y="26789"/>
                  <a:pt x="70321" y="16073"/>
                </a:cubicBezTo>
                <a:cubicBezTo>
                  <a:pt x="83864" y="5357"/>
                  <a:pt x="98450" y="0"/>
                  <a:pt x="114076" y="0"/>
                </a:cubicBezTo>
                <a:close/>
              </a:path>
            </a:pathLst>
          </a:custGeom>
          <a:gradFill>
            <a:gsLst>
              <a:gs pos="0">
                <a:srgbClr val="7A4FFF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AECC367E-6127-F648-9552-8E2BA8853ACE}"/>
              </a:ext>
            </a:extLst>
          </p:cNvPr>
          <p:cNvSpPr/>
          <p:nvPr/>
        </p:nvSpPr>
        <p:spPr>
          <a:xfrm>
            <a:off x="742977" y="1651138"/>
            <a:ext cx="196447" cy="159613"/>
          </a:xfrm>
          <a:custGeom>
            <a:avLst/>
            <a:gdLst/>
            <a:ahLst/>
            <a:cxnLst/>
            <a:rect l="l" t="t" r="r" b="b"/>
            <a:pathLst>
              <a:path w="228600" h="185737">
                <a:moveTo>
                  <a:pt x="14288" y="14287"/>
                </a:moveTo>
                <a:lnTo>
                  <a:pt x="14288" y="135731"/>
                </a:lnTo>
                <a:lnTo>
                  <a:pt x="214313" y="135731"/>
                </a:lnTo>
                <a:lnTo>
                  <a:pt x="214313" y="14287"/>
                </a:lnTo>
                <a:close/>
                <a:moveTo>
                  <a:pt x="14288" y="0"/>
                </a:moveTo>
                <a:lnTo>
                  <a:pt x="214313" y="0"/>
                </a:lnTo>
                <a:cubicBezTo>
                  <a:pt x="218182" y="0"/>
                  <a:pt x="221531" y="1414"/>
                  <a:pt x="224359" y="4241"/>
                </a:cubicBezTo>
                <a:cubicBezTo>
                  <a:pt x="227186" y="7069"/>
                  <a:pt x="228600" y="10418"/>
                  <a:pt x="228600" y="14287"/>
                </a:cubicBezTo>
                <a:lnTo>
                  <a:pt x="228600" y="135731"/>
                </a:lnTo>
                <a:cubicBezTo>
                  <a:pt x="228600" y="139601"/>
                  <a:pt x="227186" y="142949"/>
                  <a:pt x="224359" y="145777"/>
                </a:cubicBezTo>
                <a:cubicBezTo>
                  <a:pt x="221531" y="148605"/>
                  <a:pt x="218182" y="150019"/>
                  <a:pt x="214313" y="150019"/>
                </a:cubicBezTo>
                <a:lnTo>
                  <a:pt x="121444" y="150019"/>
                </a:lnTo>
                <a:lnTo>
                  <a:pt x="121444" y="171450"/>
                </a:lnTo>
                <a:lnTo>
                  <a:pt x="157163" y="171450"/>
                </a:lnTo>
                <a:cubicBezTo>
                  <a:pt x="159246" y="171450"/>
                  <a:pt x="160958" y="172120"/>
                  <a:pt x="162297" y="173459"/>
                </a:cubicBezTo>
                <a:cubicBezTo>
                  <a:pt x="163637" y="174799"/>
                  <a:pt x="164306" y="176510"/>
                  <a:pt x="164306" y="178594"/>
                </a:cubicBezTo>
                <a:cubicBezTo>
                  <a:pt x="164306" y="180677"/>
                  <a:pt x="163637" y="182389"/>
                  <a:pt x="162297" y="183728"/>
                </a:cubicBezTo>
                <a:cubicBezTo>
                  <a:pt x="160958" y="185068"/>
                  <a:pt x="159246" y="185737"/>
                  <a:pt x="157163" y="185737"/>
                </a:cubicBezTo>
                <a:lnTo>
                  <a:pt x="71438" y="185737"/>
                </a:lnTo>
                <a:cubicBezTo>
                  <a:pt x="69354" y="185737"/>
                  <a:pt x="67643" y="185068"/>
                  <a:pt x="66303" y="183728"/>
                </a:cubicBezTo>
                <a:cubicBezTo>
                  <a:pt x="64964" y="182389"/>
                  <a:pt x="64294" y="180677"/>
                  <a:pt x="64294" y="178594"/>
                </a:cubicBezTo>
                <a:cubicBezTo>
                  <a:pt x="64294" y="176510"/>
                  <a:pt x="64964" y="174799"/>
                  <a:pt x="66303" y="173459"/>
                </a:cubicBezTo>
                <a:cubicBezTo>
                  <a:pt x="67643" y="172120"/>
                  <a:pt x="69354" y="171450"/>
                  <a:pt x="71438" y="171450"/>
                </a:cubicBezTo>
                <a:lnTo>
                  <a:pt x="107156" y="171450"/>
                </a:lnTo>
                <a:lnTo>
                  <a:pt x="107156" y="150019"/>
                </a:lnTo>
                <a:lnTo>
                  <a:pt x="14288" y="150019"/>
                </a:lnTo>
                <a:cubicBezTo>
                  <a:pt x="10418" y="150019"/>
                  <a:pt x="7070" y="148605"/>
                  <a:pt x="4242" y="145777"/>
                </a:cubicBezTo>
                <a:cubicBezTo>
                  <a:pt x="1414" y="142949"/>
                  <a:pt x="0" y="139601"/>
                  <a:pt x="0" y="135731"/>
                </a:cubicBezTo>
                <a:lnTo>
                  <a:pt x="0" y="14287"/>
                </a:lnTo>
                <a:cubicBezTo>
                  <a:pt x="0" y="10418"/>
                  <a:pt x="1414" y="7069"/>
                  <a:pt x="4242" y="4241"/>
                </a:cubicBezTo>
                <a:cubicBezTo>
                  <a:pt x="7070" y="1414"/>
                  <a:pt x="10418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7A4FFF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5" name="Freeform 103">
            <a:extLst>
              <a:ext uri="{FF2B5EF4-FFF2-40B4-BE49-F238E27FC236}">
                <a16:creationId xmlns:a16="http://schemas.microsoft.com/office/drawing/2014/main" id="{7BD78B67-1DEA-2F47-A8B8-C8F5FEF52E72}"/>
              </a:ext>
            </a:extLst>
          </p:cNvPr>
          <p:cNvSpPr/>
          <p:nvPr/>
        </p:nvSpPr>
        <p:spPr>
          <a:xfrm>
            <a:off x="6490530" y="1632720"/>
            <a:ext cx="196461" cy="196447"/>
          </a:xfrm>
          <a:custGeom>
            <a:avLst/>
            <a:gdLst/>
            <a:ahLst/>
            <a:cxnLst/>
            <a:rect l="l" t="t" r="r" b="b"/>
            <a:pathLst>
              <a:path w="228617" h="228600">
                <a:moveTo>
                  <a:pt x="14287" y="21431"/>
                </a:moveTo>
                <a:lnTo>
                  <a:pt x="128587" y="21431"/>
                </a:lnTo>
                <a:lnTo>
                  <a:pt x="129034" y="21877"/>
                </a:lnTo>
                <a:lnTo>
                  <a:pt x="114300" y="35718"/>
                </a:lnTo>
                <a:lnTo>
                  <a:pt x="14287" y="35718"/>
                </a:lnTo>
                <a:lnTo>
                  <a:pt x="14287" y="214312"/>
                </a:lnTo>
                <a:lnTo>
                  <a:pt x="178593" y="214312"/>
                </a:lnTo>
                <a:lnTo>
                  <a:pt x="178593" y="123229"/>
                </a:lnTo>
                <a:lnTo>
                  <a:pt x="192881" y="109835"/>
                </a:lnTo>
                <a:lnTo>
                  <a:pt x="192881" y="214312"/>
                </a:lnTo>
                <a:cubicBezTo>
                  <a:pt x="192881" y="218182"/>
                  <a:pt x="191467" y="221530"/>
                  <a:pt x="188639" y="224358"/>
                </a:cubicBezTo>
                <a:cubicBezTo>
                  <a:pt x="185812" y="227186"/>
                  <a:pt x="182463" y="228600"/>
                  <a:pt x="178593" y="228600"/>
                </a:cubicBezTo>
                <a:lnTo>
                  <a:pt x="14287" y="228600"/>
                </a:lnTo>
                <a:cubicBezTo>
                  <a:pt x="10120" y="228600"/>
                  <a:pt x="6697" y="227186"/>
                  <a:pt x="4018" y="224358"/>
                </a:cubicBezTo>
                <a:cubicBezTo>
                  <a:pt x="1339" y="221530"/>
                  <a:pt x="0" y="218182"/>
                  <a:pt x="0" y="214312"/>
                </a:cubicBezTo>
                <a:lnTo>
                  <a:pt x="0" y="35718"/>
                </a:lnTo>
                <a:cubicBezTo>
                  <a:pt x="0" y="31849"/>
                  <a:pt x="1339" y="28500"/>
                  <a:pt x="4018" y="25672"/>
                </a:cubicBezTo>
                <a:cubicBezTo>
                  <a:pt x="6697" y="22845"/>
                  <a:pt x="10120" y="21431"/>
                  <a:pt x="14287" y="21431"/>
                </a:cubicBezTo>
                <a:close/>
                <a:moveTo>
                  <a:pt x="196453" y="14287"/>
                </a:moveTo>
                <a:cubicBezTo>
                  <a:pt x="191690" y="14287"/>
                  <a:pt x="187374" y="16222"/>
                  <a:pt x="183505" y="20091"/>
                </a:cubicBezTo>
                <a:cubicBezTo>
                  <a:pt x="181124" y="22473"/>
                  <a:pt x="148977" y="54620"/>
                  <a:pt x="87064" y="116532"/>
                </a:cubicBezTo>
                <a:cubicBezTo>
                  <a:pt x="85278" y="122188"/>
                  <a:pt x="81706" y="133945"/>
                  <a:pt x="76349" y="151804"/>
                </a:cubicBezTo>
                <a:cubicBezTo>
                  <a:pt x="93910" y="146149"/>
                  <a:pt x="105370" y="142428"/>
                  <a:pt x="110728" y="140642"/>
                </a:cubicBezTo>
                <a:lnTo>
                  <a:pt x="115193" y="136177"/>
                </a:lnTo>
                <a:cubicBezTo>
                  <a:pt x="172938" y="79325"/>
                  <a:pt x="203745" y="48964"/>
                  <a:pt x="207615" y="45095"/>
                </a:cubicBezTo>
                <a:cubicBezTo>
                  <a:pt x="212377" y="40332"/>
                  <a:pt x="214610" y="35867"/>
                  <a:pt x="214312" y="31700"/>
                </a:cubicBezTo>
                <a:cubicBezTo>
                  <a:pt x="214312" y="27830"/>
                  <a:pt x="212080" y="23812"/>
                  <a:pt x="207615" y="19645"/>
                </a:cubicBezTo>
                <a:cubicBezTo>
                  <a:pt x="203745" y="16073"/>
                  <a:pt x="200025" y="14287"/>
                  <a:pt x="196453" y="14287"/>
                </a:cubicBezTo>
                <a:close/>
                <a:moveTo>
                  <a:pt x="196453" y="0"/>
                </a:moveTo>
                <a:cubicBezTo>
                  <a:pt x="203894" y="0"/>
                  <a:pt x="210889" y="3125"/>
                  <a:pt x="217438" y="9376"/>
                </a:cubicBezTo>
                <a:cubicBezTo>
                  <a:pt x="224879" y="16222"/>
                  <a:pt x="228600" y="23663"/>
                  <a:pt x="228600" y="31700"/>
                </a:cubicBezTo>
                <a:cubicBezTo>
                  <a:pt x="228897" y="39439"/>
                  <a:pt x="225325" y="47178"/>
                  <a:pt x="217884" y="54917"/>
                </a:cubicBezTo>
                <a:cubicBezTo>
                  <a:pt x="215800" y="57001"/>
                  <a:pt x="182909" y="89445"/>
                  <a:pt x="119211" y="152251"/>
                </a:cubicBezTo>
                <a:cubicBezTo>
                  <a:pt x="118616" y="152846"/>
                  <a:pt x="117872" y="153293"/>
                  <a:pt x="116979" y="153590"/>
                </a:cubicBezTo>
                <a:cubicBezTo>
                  <a:pt x="102393" y="158055"/>
                  <a:pt x="85427" y="163562"/>
                  <a:pt x="66079" y="170110"/>
                </a:cubicBezTo>
                <a:cubicBezTo>
                  <a:pt x="65484" y="170408"/>
                  <a:pt x="64740" y="170557"/>
                  <a:pt x="63847" y="170557"/>
                </a:cubicBezTo>
                <a:cubicBezTo>
                  <a:pt x="62359" y="170557"/>
                  <a:pt x="61019" y="169961"/>
                  <a:pt x="59829" y="168771"/>
                </a:cubicBezTo>
                <a:cubicBezTo>
                  <a:pt x="58043" y="166985"/>
                  <a:pt x="57596" y="164901"/>
                  <a:pt x="58489" y="162520"/>
                </a:cubicBezTo>
                <a:cubicBezTo>
                  <a:pt x="66526" y="136029"/>
                  <a:pt x="71586" y="118764"/>
                  <a:pt x="73670" y="110728"/>
                </a:cubicBezTo>
                <a:cubicBezTo>
                  <a:pt x="73967" y="109537"/>
                  <a:pt x="74563" y="108495"/>
                  <a:pt x="75456" y="107602"/>
                </a:cubicBezTo>
                <a:cubicBezTo>
                  <a:pt x="75456" y="107602"/>
                  <a:pt x="83343" y="99714"/>
                  <a:pt x="99119" y="83939"/>
                </a:cubicBezTo>
                <a:cubicBezTo>
                  <a:pt x="114895" y="68163"/>
                  <a:pt x="130968" y="52164"/>
                  <a:pt x="147340" y="35942"/>
                </a:cubicBezTo>
                <a:cubicBezTo>
                  <a:pt x="163711" y="19719"/>
                  <a:pt x="172343" y="11013"/>
                  <a:pt x="173236" y="9822"/>
                </a:cubicBezTo>
                <a:cubicBezTo>
                  <a:pt x="180082" y="3274"/>
                  <a:pt x="187821" y="0"/>
                  <a:pt x="196453" y="0"/>
                </a:cubicBezTo>
                <a:close/>
              </a:path>
            </a:pathLst>
          </a:custGeom>
          <a:gradFill>
            <a:gsLst>
              <a:gs pos="0">
                <a:srgbClr val="7A4FFF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5B22F48-8F70-9D4D-921C-5157D06ED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C37CD-B052-AA45-BBD2-560394153051}" type="datetime1">
              <a:rPr lang="nl-BE" smtClean="0"/>
              <a:t>26/11/2024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4B16815-C6EE-E942-A523-2C3B96F22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CE61ED9-E169-6549-AC5C-6861EC71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24397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1A2111-85ED-4445-8839-389A2450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Timeline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D573916-185B-C44B-A0DD-25160A842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F6067-0B45-744D-A297-DB35007472CE}" type="datetime1">
              <a:rPr lang="nl-BE" smtClean="0"/>
              <a:t>26/11/2024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A6CB638-9556-1E4A-AD92-B447AF7C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FDB54E6-7755-4D40-A2F3-96AE9F31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6</a:t>
            </a:fld>
            <a:endParaRPr lang="nl-BE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A6541D9-7042-0B4E-AF25-70CF3196B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/>
              <a:t>Vul het proces aan</a:t>
            </a:r>
          </a:p>
        </p:txBody>
      </p: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1A32DACE-FE98-0941-99B5-8E6F4F30C6B0}"/>
              </a:ext>
            </a:extLst>
          </p:cNvPr>
          <p:cNvCxnSpPr/>
          <p:nvPr/>
        </p:nvCxnSpPr>
        <p:spPr>
          <a:xfrm>
            <a:off x="736270" y="3009127"/>
            <a:ext cx="7295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al 8">
            <a:extLst>
              <a:ext uri="{FF2B5EF4-FFF2-40B4-BE49-F238E27FC236}">
                <a16:creationId xmlns:a16="http://schemas.microsoft.com/office/drawing/2014/main" id="{AD94BB31-88C5-E942-9564-06538080D01D}"/>
              </a:ext>
            </a:extLst>
          </p:cNvPr>
          <p:cNvSpPr/>
          <p:nvPr/>
        </p:nvSpPr>
        <p:spPr>
          <a:xfrm>
            <a:off x="736270" y="2945297"/>
            <a:ext cx="127660" cy="127660"/>
          </a:xfrm>
          <a:prstGeom prst="ellipse">
            <a:avLst/>
          </a:prstGeom>
          <a:gradFill>
            <a:gsLst>
              <a:gs pos="100000">
                <a:srgbClr val="7A4FFF"/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138B59D0-2B1E-6447-B9C9-D0120568446D}"/>
              </a:ext>
            </a:extLst>
          </p:cNvPr>
          <p:cNvSpPr/>
          <p:nvPr/>
        </p:nvSpPr>
        <p:spPr>
          <a:xfrm>
            <a:off x="3443314" y="2945297"/>
            <a:ext cx="127660" cy="127660"/>
          </a:xfrm>
          <a:prstGeom prst="ellipse">
            <a:avLst/>
          </a:prstGeom>
          <a:gradFill>
            <a:gsLst>
              <a:gs pos="100000">
                <a:srgbClr val="7A4FFF"/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3040B2D6-30C0-DD40-B2F1-A9F7A2061943}"/>
              </a:ext>
            </a:extLst>
          </p:cNvPr>
          <p:cNvCxnSpPr>
            <a:cxnSpLocks/>
          </p:cNvCxnSpPr>
          <p:nvPr/>
        </p:nvCxnSpPr>
        <p:spPr>
          <a:xfrm>
            <a:off x="8107136" y="3009127"/>
            <a:ext cx="734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105F1479-68CA-DF4C-B48C-62E4F8315D5B}"/>
              </a:ext>
            </a:extLst>
          </p:cNvPr>
          <p:cNvCxnSpPr>
            <a:cxnSpLocks/>
          </p:cNvCxnSpPr>
          <p:nvPr/>
        </p:nvCxnSpPr>
        <p:spPr>
          <a:xfrm>
            <a:off x="8248086" y="3009127"/>
            <a:ext cx="734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4D572902-E43B-C34C-AFDA-C2F076FA5F30}"/>
              </a:ext>
            </a:extLst>
          </p:cNvPr>
          <p:cNvCxnSpPr>
            <a:cxnSpLocks/>
          </p:cNvCxnSpPr>
          <p:nvPr/>
        </p:nvCxnSpPr>
        <p:spPr>
          <a:xfrm>
            <a:off x="8381795" y="3009127"/>
            <a:ext cx="734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hoek 17">
            <a:extLst>
              <a:ext uri="{FF2B5EF4-FFF2-40B4-BE49-F238E27FC236}">
                <a16:creationId xmlns:a16="http://schemas.microsoft.com/office/drawing/2014/main" id="{2B9D3117-0AAC-564E-BFE8-CF60292033B5}"/>
              </a:ext>
            </a:extLst>
          </p:cNvPr>
          <p:cNvSpPr/>
          <p:nvPr/>
        </p:nvSpPr>
        <p:spPr>
          <a:xfrm>
            <a:off x="806754" y="1772872"/>
            <a:ext cx="1829453" cy="1031078"/>
          </a:xfrm>
          <a:custGeom>
            <a:avLst/>
            <a:gdLst>
              <a:gd name="connsiteX0" fmla="*/ 0 w 1463040"/>
              <a:gd name="connsiteY0" fmla="*/ 0 h 846429"/>
              <a:gd name="connsiteX1" fmla="*/ 1463040 w 1463040"/>
              <a:gd name="connsiteY1" fmla="*/ 0 h 846429"/>
              <a:gd name="connsiteX2" fmla="*/ 1463040 w 1463040"/>
              <a:gd name="connsiteY2" fmla="*/ 846429 h 846429"/>
              <a:gd name="connsiteX3" fmla="*/ 0 w 1463040"/>
              <a:gd name="connsiteY3" fmla="*/ 846429 h 846429"/>
              <a:gd name="connsiteX4" fmla="*/ 0 w 1463040"/>
              <a:gd name="connsiteY4" fmla="*/ 0 h 846429"/>
              <a:gd name="connsiteX0" fmla="*/ 0 w 1463040"/>
              <a:gd name="connsiteY0" fmla="*/ 0 h 847448"/>
              <a:gd name="connsiteX1" fmla="*/ 1463040 w 1463040"/>
              <a:gd name="connsiteY1" fmla="*/ 0 h 847448"/>
              <a:gd name="connsiteX2" fmla="*/ 1463040 w 1463040"/>
              <a:gd name="connsiteY2" fmla="*/ 846429 h 847448"/>
              <a:gd name="connsiteX3" fmla="*/ 97605 w 1463040"/>
              <a:gd name="connsiteY3" fmla="*/ 847448 h 847448"/>
              <a:gd name="connsiteX4" fmla="*/ 0 w 1463040"/>
              <a:gd name="connsiteY4" fmla="*/ 846429 h 847448"/>
              <a:gd name="connsiteX5" fmla="*/ 0 w 1463040"/>
              <a:gd name="connsiteY5" fmla="*/ 0 h 847448"/>
              <a:gd name="connsiteX0" fmla="*/ 0 w 1463040"/>
              <a:gd name="connsiteY0" fmla="*/ 0 h 849574"/>
              <a:gd name="connsiteX1" fmla="*/ 1463040 w 1463040"/>
              <a:gd name="connsiteY1" fmla="*/ 0 h 849574"/>
              <a:gd name="connsiteX2" fmla="*/ 1463040 w 1463040"/>
              <a:gd name="connsiteY2" fmla="*/ 846429 h 849574"/>
              <a:gd name="connsiteX3" fmla="*/ 177755 w 1463040"/>
              <a:gd name="connsiteY3" fmla="*/ 849574 h 849574"/>
              <a:gd name="connsiteX4" fmla="*/ 97605 w 1463040"/>
              <a:gd name="connsiteY4" fmla="*/ 847448 h 849574"/>
              <a:gd name="connsiteX5" fmla="*/ 0 w 1463040"/>
              <a:gd name="connsiteY5" fmla="*/ 846429 h 849574"/>
              <a:gd name="connsiteX6" fmla="*/ 0 w 1463040"/>
              <a:gd name="connsiteY6" fmla="*/ 0 h 849574"/>
              <a:gd name="connsiteX0" fmla="*/ 0 w 1463040"/>
              <a:gd name="connsiteY0" fmla="*/ 0 h 1031078"/>
              <a:gd name="connsiteX1" fmla="*/ 1463040 w 1463040"/>
              <a:gd name="connsiteY1" fmla="*/ 0 h 1031078"/>
              <a:gd name="connsiteX2" fmla="*/ 1463040 w 1463040"/>
              <a:gd name="connsiteY2" fmla="*/ 846429 h 1031078"/>
              <a:gd name="connsiteX3" fmla="*/ 177755 w 1463040"/>
              <a:gd name="connsiteY3" fmla="*/ 849574 h 1031078"/>
              <a:gd name="connsiteX4" fmla="*/ 169 w 1463040"/>
              <a:gd name="connsiteY4" fmla="*/ 1031078 h 1031078"/>
              <a:gd name="connsiteX5" fmla="*/ 0 w 1463040"/>
              <a:gd name="connsiteY5" fmla="*/ 846429 h 1031078"/>
              <a:gd name="connsiteX6" fmla="*/ 0 w 1463040"/>
              <a:gd name="connsiteY6" fmla="*/ 0 h 1031078"/>
              <a:gd name="connsiteX0" fmla="*/ 0 w 1836752"/>
              <a:gd name="connsiteY0" fmla="*/ 0 h 1031078"/>
              <a:gd name="connsiteX1" fmla="*/ 1463040 w 1836752"/>
              <a:gd name="connsiteY1" fmla="*/ 0 h 1031078"/>
              <a:gd name="connsiteX2" fmla="*/ 1836752 w 1836752"/>
              <a:gd name="connsiteY2" fmla="*/ 838478 h 1031078"/>
              <a:gd name="connsiteX3" fmla="*/ 177755 w 1836752"/>
              <a:gd name="connsiteY3" fmla="*/ 849574 h 1031078"/>
              <a:gd name="connsiteX4" fmla="*/ 169 w 1836752"/>
              <a:gd name="connsiteY4" fmla="*/ 1031078 h 1031078"/>
              <a:gd name="connsiteX5" fmla="*/ 0 w 1836752"/>
              <a:gd name="connsiteY5" fmla="*/ 846429 h 1031078"/>
              <a:gd name="connsiteX6" fmla="*/ 0 w 1836752"/>
              <a:gd name="connsiteY6" fmla="*/ 0 h 1031078"/>
              <a:gd name="connsiteX0" fmla="*/ 0 w 1836752"/>
              <a:gd name="connsiteY0" fmla="*/ 0 h 1031078"/>
              <a:gd name="connsiteX1" fmla="*/ 1828800 w 1836752"/>
              <a:gd name="connsiteY1" fmla="*/ 0 h 1031078"/>
              <a:gd name="connsiteX2" fmla="*/ 1836752 w 1836752"/>
              <a:gd name="connsiteY2" fmla="*/ 838478 h 1031078"/>
              <a:gd name="connsiteX3" fmla="*/ 177755 w 1836752"/>
              <a:gd name="connsiteY3" fmla="*/ 849574 h 1031078"/>
              <a:gd name="connsiteX4" fmla="*/ 169 w 1836752"/>
              <a:gd name="connsiteY4" fmla="*/ 1031078 h 1031078"/>
              <a:gd name="connsiteX5" fmla="*/ 0 w 1836752"/>
              <a:gd name="connsiteY5" fmla="*/ 846429 h 1031078"/>
              <a:gd name="connsiteX6" fmla="*/ 0 w 1836752"/>
              <a:gd name="connsiteY6" fmla="*/ 0 h 1031078"/>
              <a:gd name="connsiteX0" fmla="*/ 0 w 1829453"/>
              <a:gd name="connsiteY0" fmla="*/ 0 h 1031078"/>
              <a:gd name="connsiteX1" fmla="*/ 1828800 w 1829453"/>
              <a:gd name="connsiteY1" fmla="*/ 0 h 1031078"/>
              <a:gd name="connsiteX2" fmla="*/ 1827654 w 1829453"/>
              <a:gd name="connsiteY2" fmla="*/ 847577 h 1031078"/>
              <a:gd name="connsiteX3" fmla="*/ 177755 w 1829453"/>
              <a:gd name="connsiteY3" fmla="*/ 849574 h 1031078"/>
              <a:gd name="connsiteX4" fmla="*/ 169 w 1829453"/>
              <a:gd name="connsiteY4" fmla="*/ 1031078 h 1031078"/>
              <a:gd name="connsiteX5" fmla="*/ 0 w 1829453"/>
              <a:gd name="connsiteY5" fmla="*/ 846429 h 1031078"/>
              <a:gd name="connsiteX6" fmla="*/ 0 w 1829453"/>
              <a:gd name="connsiteY6" fmla="*/ 0 h 103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9453" h="1031078">
                <a:moveTo>
                  <a:pt x="0" y="0"/>
                </a:moveTo>
                <a:lnTo>
                  <a:pt x="1828800" y="0"/>
                </a:lnTo>
                <a:cubicBezTo>
                  <a:pt x="1831451" y="279493"/>
                  <a:pt x="1825003" y="568084"/>
                  <a:pt x="1827654" y="847577"/>
                </a:cubicBezTo>
                <a:lnTo>
                  <a:pt x="177755" y="849574"/>
                </a:lnTo>
                <a:lnTo>
                  <a:pt x="169" y="1031078"/>
                </a:lnTo>
                <a:cubicBezTo>
                  <a:pt x="113" y="969528"/>
                  <a:pt x="56" y="907979"/>
                  <a:pt x="0" y="84642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7" name="Rechthoek 17">
            <a:extLst>
              <a:ext uri="{FF2B5EF4-FFF2-40B4-BE49-F238E27FC236}">
                <a16:creationId xmlns:a16="http://schemas.microsoft.com/office/drawing/2014/main" id="{10BAEF43-22C6-8D41-B088-5B014592ED14}"/>
              </a:ext>
            </a:extLst>
          </p:cNvPr>
          <p:cNvSpPr/>
          <p:nvPr/>
        </p:nvSpPr>
        <p:spPr>
          <a:xfrm rot="10800000">
            <a:off x="1763916" y="3191080"/>
            <a:ext cx="1463040" cy="1031078"/>
          </a:xfrm>
          <a:custGeom>
            <a:avLst/>
            <a:gdLst>
              <a:gd name="connsiteX0" fmla="*/ 0 w 1463040"/>
              <a:gd name="connsiteY0" fmla="*/ 0 h 846429"/>
              <a:gd name="connsiteX1" fmla="*/ 1463040 w 1463040"/>
              <a:gd name="connsiteY1" fmla="*/ 0 h 846429"/>
              <a:gd name="connsiteX2" fmla="*/ 1463040 w 1463040"/>
              <a:gd name="connsiteY2" fmla="*/ 846429 h 846429"/>
              <a:gd name="connsiteX3" fmla="*/ 0 w 1463040"/>
              <a:gd name="connsiteY3" fmla="*/ 846429 h 846429"/>
              <a:gd name="connsiteX4" fmla="*/ 0 w 1463040"/>
              <a:gd name="connsiteY4" fmla="*/ 0 h 846429"/>
              <a:gd name="connsiteX0" fmla="*/ 0 w 1463040"/>
              <a:gd name="connsiteY0" fmla="*/ 0 h 847448"/>
              <a:gd name="connsiteX1" fmla="*/ 1463040 w 1463040"/>
              <a:gd name="connsiteY1" fmla="*/ 0 h 847448"/>
              <a:gd name="connsiteX2" fmla="*/ 1463040 w 1463040"/>
              <a:gd name="connsiteY2" fmla="*/ 846429 h 847448"/>
              <a:gd name="connsiteX3" fmla="*/ 97605 w 1463040"/>
              <a:gd name="connsiteY3" fmla="*/ 847448 h 847448"/>
              <a:gd name="connsiteX4" fmla="*/ 0 w 1463040"/>
              <a:gd name="connsiteY4" fmla="*/ 846429 h 847448"/>
              <a:gd name="connsiteX5" fmla="*/ 0 w 1463040"/>
              <a:gd name="connsiteY5" fmla="*/ 0 h 847448"/>
              <a:gd name="connsiteX0" fmla="*/ 0 w 1463040"/>
              <a:gd name="connsiteY0" fmla="*/ 0 h 849574"/>
              <a:gd name="connsiteX1" fmla="*/ 1463040 w 1463040"/>
              <a:gd name="connsiteY1" fmla="*/ 0 h 849574"/>
              <a:gd name="connsiteX2" fmla="*/ 1463040 w 1463040"/>
              <a:gd name="connsiteY2" fmla="*/ 846429 h 849574"/>
              <a:gd name="connsiteX3" fmla="*/ 177755 w 1463040"/>
              <a:gd name="connsiteY3" fmla="*/ 849574 h 849574"/>
              <a:gd name="connsiteX4" fmla="*/ 97605 w 1463040"/>
              <a:gd name="connsiteY4" fmla="*/ 847448 h 849574"/>
              <a:gd name="connsiteX5" fmla="*/ 0 w 1463040"/>
              <a:gd name="connsiteY5" fmla="*/ 846429 h 849574"/>
              <a:gd name="connsiteX6" fmla="*/ 0 w 1463040"/>
              <a:gd name="connsiteY6" fmla="*/ 0 h 849574"/>
              <a:gd name="connsiteX0" fmla="*/ 0 w 1463040"/>
              <a:gd name="connsiteY0" fmla="*/ 0 h 1031078"/>
              <a:gd name="connsiteX1" fmla="*/ 1463040 w 1463040"/>
              <a:gd name="connsiteY1" fmla="*/ 0 h 1031078"/>
              <a:gd name="connsiteX2" fmla="*/ 1463040 w 1463040"/>
              <a:gd name="connsiteY2" fmla="*/ 846429 h 1031078"/>
              <a:gd name="connsiteX3" fmla="*/ 177755 w 1463040"/>
              <a:gd name="connsiteY3" fmla="*/ 849574 h 1031078"/>
              <a:gd name="connsiteX4" fmla="*/ 169 w 1463040"/>
              <a:gd name="connsiteY4" fmla="*/ 1031078 h 1031078"/>
              <a:gd name="connsiteX5" fmla="*/ 0 w 1463040"/>
              <a:gd name="connsiteY5" fmla="*/ 846429 h 1031078"/>
              <a:gd name="connsiteX6" fmla="*/ 0 w 1463040"/>
              <a:gd name="connsiteY6" fmla="*/ 0 h 103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3040" h="1031078">
                <a:moveTo>
                  <a:pt x="0" y="0"/>
                </a:moveTo>
                <a:lnTo>
                  <a:pt x="1463040" y="0"/>
                </a:lnTo>
                <a:lnTo>
                  <a:pt x="1463040" y="846429"/>
                </a:lnTo>
                <a:lnTo>
                  <a:pt x="177755" y="849574"/>
                </a:lnTo>
                <a:lnTo>
                  <a:pt x="169" y="1031078"/>
                </a:lnTo>
                <a:cubicBezTo>
                  <a:pt x="113" y="969528"/>
                  <a:pt x="56" y="907979"/>
                  <a:pt x="0" y="84642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0" name="Afgeronde rechthoek 29">
            <a:extLst>
              <a:ext uri="{FF2B5EF4-FFF2-40B4-BE49-F238E27FC236}">
                <a16:creationId xmlns:a16="http://schemas.microsoft.com/office/drawing/2014/main" id="{5ECA250A-8F6A-784D-9B40-06BE6CCCAFFF}"/>
              </a:ext>
            </a:extLst>
          </p:cNvPr>
          <p:cNvSpPr/>
          <p:nvPr/>
        </p:nvSpPr>
        <p:spPr>
          <a:xfrm>
            <a:off x="2252850" y="2945297"/>
            <a:ext cx="974106" cy="127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7A4FFF"/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BE"/>
          </a:p>
        </p:txBody>
      </p:sp>
      <p:sp>
        <p:nvSpPr>
          <p:cNvPr id="31" name="Afgeronde rechthoek 30">
            <a:extLst>
              <a:ext uri="{FF2B5EF4-FFF2-40B4-BE49-F238E27FC236}">
                <a16:creationId xmlns:a16="http://schemas.microsoft.com/office/drawing/2014/main" id="{076D0D5F-38E3-D647-81B2-6D928065929D}"/>
              </a:ext>
            </a:extLst>
          </p:cNvPr>
          <p:cNvSpPr/>
          <p:nvPr/>
        </p:nvSpPr>
        <p:spPr>
          <a:xfrm>
            <a:off x="4614673" y="2945297"/>
            <a:ext cx="2104546" cy="127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7A4FFF"/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BE"/>
          </a:p>
        </p:txBody>
      </p:sp>
      <p:sp>
        <p:nvSpPr>
          <p:cNvPr id="32" name="Afgeronde rechthoek 31">
            <a:extLst>
              <a:ext uri="{FF2B5EF4-FFF2-40B4-BE49-F238E27FC236}">
                <a16:creationId xmlns:a16="http://schemas.microsoft.com/office/drawing/2014/main" id="{42997C35-6AE7-074E-B8FB-56D4ECC62910}"/>
              </a:ext>
            </a:extLst>
          </p:cNvPr>
          <p:cNvSpPr/>
          <p:nvPr/>
        </p:nvSpPr>
        <p:spPr>
          <a:xfrm>
            <a:off x="7031398" y="2945297"/>
            <a:ext cx="514546" cy="127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7A4FFF"/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BE"/>
          </a:p>
        </p:txBody>
      </p:sp>
      <p:sp>
        <p:nvSpPr>
          <p:cNvPr id="33" name="Rechthoek 17">
            <a:extLst>
              <a:ext uri="{FF2B5EF4-FFF2-40B4-BE49-F238E27FC236}">
                <a16:creationId xmlns:a16="http://schemas.microsoft.com/office/drawing/2014/main" id="{ABBDFEDB-487C-3845-A012-F61BF36AFF5E}"/>
              </a:ext>
            </a:extLst>
          </p:cNvPr>
          <p:cNvSpPr/>
          <p:nvPr/>
        </p:nvSpPr>
        <p:spPr>
          <a:xfrm>
            <a:off x="7031398" y="1772872"/>
            <a:ext cx="1463040" cy="1031078"/>
          </a:xfrm>
          <a:custGeom>
            <a:avLst/>
            <a:gdLst>
              <a:gd name="connsiteX0" fmla="*/ 0 w 1463040"/>
              <a:gd name="connsiteY0" fmla="*/ 0 h 846429"/>
              <a:gd name="connsiteX1" fmla="*/ 1463040 w 1463040"/>
              <a:gd name="connsiteY1" fmla="*/ 0 h 846429"/>
              <a:gd name="connsiteX2" fmla="*/ 1463040 w 1463040"/>
              <a:gd name="connsiteY2" fmla="*/ 846429 h 846429"/>
              <a:gd name="connsiteX3" fmla="*/ 0 w 1463040"/>
              <a:gd name="connsiteY3" fmla="*/ 846429 h 846429"/>
              <a:gd name="connsiteX4" fmla="*/ 0 w 1463040"/>
              <a:gd name="connsiteY4" fmla="*/ 0 h 846429"/>
              <a:gd name="connsiteX0" fmla="*/ 0 w 1463040"/>
              <a:gd name="connsiteY0" fmla="*/ 0 h 847448"/>
              <a:gd name="connsiteX1" fmla="*/ 1463040 w 1463040"/>
              <a:gd name="connsiteY1" fmla="*/ 0 h 847448"/>
              <a:gd name="connsiteX2" fmla="*/ 1463040 w 1463040"/>
              <a:gd name="connsiteY2" fmla="*/ 846429 h 847448"/>
              <a:gd name="connsiteX3" fmla="*/ 97605 w 1463040"/>
              <a:gd name="connsiteY3" fmla="*/ 847448 h 847448"/>
              <a:gd name="connsiteX4" fmla="*/ 0 w 1463040"/>
              <a:gd name="connsiteY4" fmla="*/ 846429 h 847448"/>
              <a:gd name="connsiteX5" fmla="*/ 0 w 1463040"/>
              <a:gd name="connsiteY5" fmla="*/ 0 h 847448"/>
              <a:gd name="connsiteX0" fmla="*/ 0 w 1463040"/>
              <a:gd name="connsiteY0" fmla="*/ 0 h 849574"/>
              <a:gd name="connsiteX1" fmla="*/ 1463040 w 1463040"/>
              <a:gd name="connsiteY1" fmla="*/ 0 h 849574"/>
              <a:gd name="connsiteX2" fmla="*/ 1463040 w 1463040"/>
              <a:gd name="connsiteY2" fmla="*/ 846429 h 849574"/>
              <a:gd name="connsiteX3" fmla="*/ 177755 w 1463040"/>
              <a:gd name="connsiteY3" fmla="*/ 849574 h 849574"/>
              <a:gd name="connsiteX4" fmla="*/ 97605 w 1463040"/>
              <a:gd name="connsiteY4" fmla="*/ 847448 h 849574"/>
              <a:gd name="connsiteX5" fmla="*/ 0 w 1463040"/>
              <a:gd name="connsiteY5" fmla="*/ 846429 h 849574"/>
              <a:gd name="connsiteX6" fmla="*/ 0 w 1463040"/>
              <a:gd name="connsiteY6" fmla="*/ 0 h 849574"/>
              <a:gd name="connsiteX0" fmla="*/ 0 w 1463040"/>
              <a:gd name="connsiteY0" fmla="*/ 0 h 1031078"/>
              <a:gd name="connsiteX1" fmla="*/ 1463040 w 1463040"/>
              <a:gd name="connsiteY1" fmla="*/ 0 h 1031078"/>
              <a:gd name="connsiteX2" fmla="*/ 1463040 w 1463040"/>
              <a:gd name="connsiteY2" fmla="*/ 846429 h 1031078"/>
              <a:gd name="connsiteX3" fmla="*/ 177755 w 1463040"/>
              <a:gd name="connsiteY3" fmla="*/ 849574 h 1031078"/>
              <a:gd name="connsiteX4" fmla="*/ 169 w 1463040"/>
              <a:gd name="connsiteY4" fmla="*/ 1031078 h 1031078"/>
              <a:gd name="connsiteX5" fmla="*/ 0 w 1463040"/>
              <a:gd name="connsiteY5" fmla="*/ 846429 h 1031078"/>
              <a:gd name="connsiteX6" fmla="*/ 0 w 1463040"/>
              <a:gd name="connsiteY6" fmla="*/ 0 h 103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3040" h="1031078">
                <a:moveTo>
                  <a:pt x="0" y="0"/>
                </a:moveTo>
                <a:lnTo>
                  <a:pt x="1463040" y="0"/>
                </a:lnTo>
                <a:lnTo>
                  <a:pt x="1463040" y="846429"/>
                </a:lnTo>
                <a:lnTo>
                  <a:pt x="177755" y="849574"/>
                </a:lnTo>
                <a:lnTo>
                  <a:pt x="169" y="1031078"/>
                </a:lnTo>
                <a:cubicBezTo>
                  <a:pt x="113" y="969528"/>
                  <a:pt x="56" y="907979"/>
                  <a:pt x="0" y="84642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5" name="Tijdelijke aanduiding voor inhoud 7">
            <a:extLst>
              <a:ext uri="{FF2B5EF4-FFF2-40B4-BE49-F238E27FC236}">
                <a16:creationId xmlns:a16="http://schemas.microsoft.com/office/drawing/2014/main" id="{BB323FC1-E271-5B45-BB00-885EE7A26535}"/>
              </a:ext>
            </a:extLst>
          </p:cNvPr>
          <p:cNvSpPr txBox="1">
            <a:spLocks/>
          </p:cNvSpPr>
          <p:nvPr/>
        </p:nvSpPr>
        <p:spPr>
          <a:xfrm>
            <a:off x="879829" y="1606852"/>
            <a:ext cx="1683302" cy="108471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Poppins" pitchFamily="2" charset="77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>
                <a:gradFill>
                  <a:gsLst>
                    <a:gs pos="0">
                      <a:schemeClr val="accent1"/>
                    </a:gs>
                    <a:gs pos="100000">
                      <a:srgbClr val="7A4FFF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rPr>
              <a:t>START</a:t>
            </a:r>
            <a:endParaRPr lang="nl-BE" sz="2800" b="1" dirty="0">
              <a:gradFill>
                <a:gsLst>
                  <a:gs pos="0">
                    <a:schemeClr val="accent1"/>
                  </a:gs>
                  <a:gs pos="100000">
                    <a:srgbClr val="7A4FFF"/>
                  </a:gs>
                </a:gsLst>
                <a:lin ang="0" scaled="0"/>
              </a:gradFill>
              <a:latin typeface="Poppins SemiBold" pitchFamily="2" charset="77"/>
              <a:ea typeface="+mj-ea"/>
              <a:cs typeface="Poppins SemiBold" pitchFamily="2" charset="77"/>
            </a:endParaRPr>
          </a:p>
          <a:p>
            <a:r>
              <a:rPr lang="nl-BE" sz="1050" dirty="0"/>
              <a:t>Providing quality, limiting risks &amp; maximizing customer value for your IT project, that's our passion.</a:t>
            </a:r>
          </a:p>
        </p:txBody>
      </p:sp>
      <p:sp>
        <p:nvSpPr>
          <p:cNvPr id="37" name="Rechthoek 17">
            <a:extLst>
              <a:ext uri="{FF2B5EF4-FFF2-40B4-BE49-F238E27FC236}">
                <a16:creationId xmlns:a16="http://schemas.microsoft.com/office/drawing/2014/main" id="{73577DD1-EE26-C94E-8FCA-A1E41BAD3FFB}"/>
              </a:ext>
            </a:extLst>
          </p:cNvPr>
          <p:cNvSpPr/>
          <p:nvPr/>
        </p:nvSpPr>
        <p:spPr>
          <a:xfrm>
            <a:off x="3483966" y="1772872"/>
            <a:ext cx="1829453" cy="1031078"/>
          </a:xfrm>
          <a:custGeom>
            <a:avLst/>
            <a:gdLst>
              <a:gd name="connsiteX0" fmla="*/ 0 w 1463040"/>
              <a:gd name="connsiteY0" fmla="*/ 0 h 846429"/>
              <a:gd name="connsiteX1" fmla="*/ 1463040 w 1463040"/>
              <a:gd name="connsiteY1" fmla="*/ 0 h 846429"/>
              <a:gd name="connsiteX2" fmla="*/ 1463040 w 1463040"/>
              <a:gd name="connsiteY2" fmla="*/ 846429 h 846429"/>
              <a:gd name="connsiteX3" fmla="*/ 0 w 1463040"/>
              <a:gd name="connsiteY3" fmla="*/ 846429 h 846429"/>
              <a:gd name="connsiteX4" fmla="*/ 0 w 1463040"/>
              <a:gd name="connsiteY4" fmla="*/ 0 h 846429"/>
              <a:gd name="connsiteX0" fmla="*/ 0 w 1463040"/>
              <a:gd name="connsiteY0" fmla="*/ 0 h 847448"/>
              <a:gd name="connsiteX1" fmla="*/ 1463040 w 1463040"/>
              <a:gd name="connsiteY1" fmla="*/ 0 h 847448"/>
              <a:gd name="connsiteX2" fmla="*/ 1463040 w 1463040"/>
              <a:gd name="connsiteY2" fmla="*/ 846429 h 847448"/>
              <a:gd name="connsiteX3" fmla="*/ 97605 w 1463040"/>
              <a:gd name="connsiteY3" fmla="*/ 847448 h 847448"/>
              <a:gd name="connsiteX4" fmla="*/ 0 w 1463040"/>
              <a:gd name="connsiteY4" fmla="*/ 846429 h 847448"/>
              <a:gd name="connsiteX5" fmla="*/ 0 w 1463040"/>
              <a:gd name="connsiteY5" fmla="*/ 0 h 847448"/>
              <a:gd name="connsiteX0" fmla="*/ 0 w 1463040"/>
              <a:gd name="connsiteY0" fmla="*/ 0 h 849574"/>
              <a:gd name="connsiteX1" fmla="*/ 1463040 w 1463040"/>
              <a:gd name="connsiteY1" fmla="*/ 0 h 849574"/>
              <a:gd name="connsiteX2" fmla="*/ 1463040 w 1463040"/>
              <a:gd name="connsiteY2" fmla="*/ 846429 h 849574"/>
              <a:gd name="connsiteX3" fmla="*/ 177755 w 1463040"/>
              <a:gd name="connsiteY3" fmla="*/ 849574 h 849574"/>
              <a:gd name="connsiteX4" fmla="*/ 97605 w 1463040"/>
              <a:gd name="connsiteY4" fmla="*/ 847448 h 849574"/>
              <a:gd name="connsiteX5" fmla="*/ 0 w 1463040"/>
              <a:gd name="connsiteY5" fmla="*/ 846429 h 849574"/>
              <a:gd name="connsiteX6" fmla="*/ 0 w 1463040"/>
              <a:gd name="connsiteY6" fmla="*/ 0 h 849574"/>
              <a:gd name="connsiteX0" fmla="*/ 0 w 1463040"/>
              <a:gd name="connsiteY0" fmla="*/ 0 h 1031078"/>
              <a:gd name="connsiteX1" fmla="*/ 1463040 w 1463040"/>
              <a:gd name="connsiteY1" fmla="*/ 0 h 1031078"/>
              <a:gd name="connsiteX2" fmla="*/ 1463040 w 1463040"/>
              <a:gd name="connsiteY2" fmla="*/ 846429 h 1031078"/>
              <a:gd name="connsiteX3" fmla="*/ 177755 w 1463040"/>
              <a:gd name="connsiteY3" fmla="*/ 849574 h 1031078"/>
              <a:gd name="connsiteX4" fmla="*/ 169 w 1463040"/>
              <a:gd name="connsiteY4" fmla="*/ 1031078 h 1031078"/>
              <a:gd name="connsiteX5" fmla="*/ 0 w 1463040"/>
              <a:gd name="connsiteY5" fmla="*/ 846429 h 1031078"/>
              <a:gd name="connsiteX6" fmla="*/ 0 w 1463040"/>
              <a:gd name="connsiteY6" fmla="*/ 0 h 1031078"/>
              <a:gd name="connsiteX0" fmla="*/ 0 w 1836752"/>
              <a:gd name="connsiteY0" fmla="*/ 0 h 1031078"/>
              <a:gd name="connsiteX1" fmla="*/ 1463040 w 1836752"/>
              <a:gd name="connsiteY1" fmla="*/ 0 h 1031078"/>
              <a:gd name="connsiteX2" fmla="*/ 1836752 w 1836752"/>
              <a:gd name="connsiteY2" fmla="*/ 838478 h 1031078"/>
              <a:gd name="connsiteX3" fmla="*/ 177755 w 1836752"/>
              <a:gd name="connsiteY3" fmla="*/ 849574 h 1031078"/>
              <a:gd name="connsiteX4" fmla="*/ 169 w 1836752"/>
              <a:gd name="connsiteY4" fmla="*/ 1031078 h 1031078"/>
              <a:gd name="connsiteX5" fmla="*/ 0 w 1836752"/>
              <a:gd name="connsiteY5" fmla="*/ 846429 h 1031078"/>
              <a:gd name="connsiteX6" fmla="*/ 0 w 1836752"/>
              <a:gd name="connsiteY6" fmla="*/ 0 h 1031078"/>
              <a:gd name="connsiteX0" fmla="*/ 0 w 1836752"/>
              <a:gd name="connsiteY0" fmla="*/ 0 h 1031078"/>
              <a:gd name="connsiteX1" fmla="*/ 1828800 w 1836752"/>
              <a:gd name="connsiteY1" fmla="*/ 0 h 1031078"/>
              <a:gd name="connsiteX2" fmla="*/ 1836752 w 1836752"/>
              <a:gd name="connsiteY2" fmla="*/ 838478 h 1031078"/>
              <a:gd name="connsiteX3" fmla="*/ 177755 w 1836752"/>
              <a:gd name="connsiteY3" fmla="*/ 849574 h 1031078"/>
              <a:gd name="connsiteX4" fmla="*/ 169 w 1836752"/>
              <a:gd name="connsiteY4" fmla="*/ 1031078 h 1031078"/>
              <a:gd name="connsiteX5" fmla="*/ 0 w 1836752"/>
              <a:gd name="connsiteY5" fmla="*/ 846429 h 1031078"/>
              <a:gd name="connsiteX6" fmla="*/ 0 w 1836752"/>
              <a:gd name="connsiteY6" fmla="*/ 0 h 1031078"/>
              <a:gd name="connsiteX0" fmla="*/ 0 w 1829453"/>
              <a:gd name="connsiteY0" fmla="*/ 0 h 1031078"/>
              <a:gd name="connsiteX1" fmla="*/ 1828800 w 1829453"/>
              <a:gd name="connsiteY1" fmla="*/ 0 h 1031078"/>
              <a:gd name="connsiteX2" fmla="*/ 1827654 w 1829453"/>
              <a:gd name="connsiteY2" fmla="*/ 847577 h 1031078"/>
              <a:gd name="connsiteX3" fmla="*/ 177755 w 1829453"/>
              <a:gd name="connsiteY3" fmla="*/ 849574 h 1031078"/>
              <a:gd name="connsiteX4" fmla="*/ 169 w 1829453"/>
              <a:gd name="connsiteY4" fmla="*/ 1031078 h 1031078"/>
              <a:gd name="connsiteX5" fmla="*/ 0 w 1829453"/>
              <a:gd name="connsiteY5" fmla="*/ 846429 h 1031078"/>
              <a:gd name="connsiteX6" fmla="*/ 0 w 1829453"/>
              <a:gd name="connsiteY6" fmla="*/ 0 h 103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9453" h="1031078">
                <a:moveTo>
                  <a:pt x="0" y="0"/>
                </a:moveTo>
                <a:lnTo>
                  <a:pt x="1828800" y="0"/>
                </a:lnTo>
                <a:cubicBezTo>
                  <a:pt x="1831451" y="279493"/>
                  <a:pt x="1825003" y="568084"/>
                  <a:pt x="1827654" y="847577"/>
                </a:cubicBezTo>
                <a:lnTo>
                  <a:pt x="177755" y="849574"/>
                </a:lnTo>
                <a:lnTo>
                  <a:pt x="169" y="1031078"/>
                </a:lnTo>
                <a:cubicBezTo>
                  <a:pt x="113" y="969528"/>
                  <a:pt x="56" y="907979"/>
                  <a:pt x="0" y="84642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38" name="Rechthoek 17">
            <a:extLst>
              <a:ext uri="{FF2B5EF4-FFF2-40B4-BE49-F238E27FC236}">
                <a16:creationId xmlns:a16="http://schemas.microsoft.com/office/drawing/2014/main" id="{EFFF7EC2-DA46-4543-9008-0307F75B3DEA}"/>
              </a:ext>
            </a:extLst>
          </p:cNvPr>
          <p:cNvSpPr/>
          <p:nvPr/>
        </p:nvSpPr>
        <p:spPr>
          <a:xfrm rot="10800000">
            <a:off x="4889766" y="3191080"/>
            <a:ext cx="1829453" cy="1031078"/>
          </a:xfrm>
          <a:custGeom>
            <a:avLst/>
            <a:gdLst>
              <a:gd name="connsiteX0" fmla="*/ 0 w 1463040"/>
              <a:gd name="connsiteY0" fmla="*/ 0 h 846429"/>
              <a:gd name="connsiteX1" fmla="*/ 1463040 w 1463040"/>
              <a:gd name="connsiteY1" fmla="*/ 0 h 846429"/>
              <a:gd name="connsiteX2" fmla="*/ 1463040 w 1463040"/>
              <a:gd name="connsiteY2" fmla="*/ 846429 h 846429"/>
              <a:gd name="connsiteX3" fmla="*/ 0 w 1463040"/>
              <a:gd name="connsiteY3" fmla="*/ 846429 h 846429"/>
              <a:gd name="connsiteX4" fmla="*/ 0 w 1463040"/>
              <a:gd name="connsiteY4" fmla="*/ 0 h 846429"/>
              <a:gd name="connsiteX0" fmla="*/ 0 w 1463040"/>
              <a:gd name="connsiteY0" fmla="*/ 0 h 847448"/>
              <a:gd name="connsiteX1" fmla="*/ 1463040 w 1463040"/>
              <a:gd name="connsiteY1" fmla="*/ 0 h 847448"/>
              <a:gd name="connsiteX2" fmla="*/ 1463040 w 1463040"/>
              <a:gd name="connsiteY2" fmla="*/ 846429 h 847448"/>
              <a:gd name="connsiteX3" fmla="*/ 97605 w 1463040"/>
              <a:gd name="connsiteY3" fmla="*/ 847448 h 847448"/>
              <a:gd name="connsiteX4" fmla="*/ 0 w 1463040"/>
              <a:gd name="connsiteY4" fmla="*/ 846429 h 847448"/>
              <a:gd name="connsiteX5" fmla="*/ 0 w 1463040"/>
              <a:gd name="connsiteY5" fmla="*/ 0 h 847448"/>
              <a:gd name="connsiteX0" fmla="*/ 0 w 1463040"/>
              <a:gd name="connsiteY0" fmla="*/ 0 h 849574"/>
              <a:gd name="connsiteX1" fmla="*/ 1463040 w 1463040"/>
              <a:gd name="connsiteY1" fmla="*/ 0 h 849574"/>
              <a:gd name="connsiteX2" fmla="*/ 1463040 w 1463040"/>
              <a:gd name="connsiteY2" fmla="*/ 846429 h 849574"/>
              <a:gd name="connsiteX3" fmla="*/ 177755 w 1463040"/>
              <a:gd name="connsiteY3" fmla="*/ 849574 h 849574"/>
              <a:gd name="connsiteX4" fmla="*/ 97605 w 1463040"/>
              <a:gd name="connsiteY4" fmla="*/ 847448 h 849574"/>
              <a:gd name="connsiteX5" fmla="*/ 0 w 1463040"/>
              <a:gd name="connsiteY5" fmla="*/ 846429 h 849574"/>
              <a:gd name="connsiteX6" fmla="*/ 0 w 1463040"/>
              <a:gd name="connsiteY6" fmla="*/ 0 h 849574"/>
              <a:gd name="connsiteX0" fmla="*/ 0 w 1463040"/>
              <a:gd name="connsiteY0" fmla="*/ 0 h 1031078"/>
              <a:gd name="connsiteX1" fmla="*/ 1463040 w 1463040"/>
              <a:gd name="connsiteY1" fmla="*/ 0 h 1031078"/>
              <a:gd name="connsiteX2" fmla="*/ 1463040 w 1463040"/>
              <a:gd name="connsiteY2" fmla="*/ 846429 h 1031078"/>
              <a:gd name="connsiteX3" fmla="*/ 177755 w 1463040"/>
              <a:gd name="connsiteY3" fmla="*/ 849574 h 1031078"/>
              <a:gd name="connsiteX4" fmla="*/ 169 w 1463040"/>
              <a:gd name="connsiteY4" fmla="*/ 1031078 h 1031078"/>
              <a:gd name="connsiteX5" fmla="*/ 0 w 1463040"/>
              <a:gd name="connsiteY5" fmla="*/ 846429 h 1031078"/>
              <a:gd name="connsiteX6" fmla="*/ 0 w 1463040"/>
              <a:gd name="connsiteY6" fmla="*/ 0 h 1031078"/>
              <a:gd name="connsiteX0" fmla="*/ 0 w 1836752"/>
              <a:gd name="connsiteY0" fmla="*/ 0 h 1031078"/>
              <a:gd name="connsiteX1" fmla="*/ 1463040 w 1836752"/>
              <a:gd name="connsiteY1" fmla="*/ 0 h 1031078"/>
              <a:gd name="connsiteX2" fmla="*/ 1836752 w 1836752"/>
              <a:gd name="connsiteY2" fmla="*/ 838478 h 1031078"/>
              <a:gd name="connsiteX3" fmla="*/ 177755 w 1836752"/>
              <a:gd name="connsiteY3" fmla="*/ 849574 h 1031078"/>
              <a:gd name="connsiteX4" fmla="*/ 169 w 1836752"/>
              <a:gd name="connsiteY4" fmla="*/ 1031078 h 1031078"/>
              <a:gd name="connsiteX5" fmla="*/ 0 w 1836752"/>
              <a:gd name="connsiteY5" fmla="*/ 846429 h 1031078"/>
              <a:gd name="connsiteX6" fmla="*/ 0 w 1836752"/>
              <a:gd name="connsiteY6" fmla="*/ 0 h 1031078"/>
              <a:gd name="connsiteX0" fmla="*/ 0 w 1836752"/>
              <a:gd name="connsiteY0" fmla="*/ 0 h 1031078"/>
              <a:gd name="connsiteX1" fmla="*/ 1828800 w 1836752"/>
              <a:gd name="connsiteY1" fmla="*/ 0 h 1031078"/>
              <a:gd name="connsiteX2" fmla="*/ 1836752 w 1836752"/>
              <a:gd name="connsiteY2" fmla="*/ 838478 h 1031078"/>
              <a:gd name="connsiteX3" fmla="*/ 177755 w 1836752"/>
              <a:gd name="connsiteY3" fmla="*/ 849574 h 1031078"/>
              <a:gd name="connsiteX4" fmla="*/ 169 w 1836752"/>
              <a:gd name="connsiteY4" fmla="*/ 1031078 h 1031078"/>
              <a:gd name="connsiteX5" fmla="*/ 0 w 1836752"/>
              <a:gd name="connsiteY5" fmla="*/ 846429 h 1031078"/>
              <a:gd name="connsiteX6" fmla="*/ 0 w 1836752"/>
              <a:gd name="connsiteY6" fmla="*/ 0 h 1031078"/>
              <a:gd name="connsiteX0" fmla="*/ 0 w 1829453"/>
              <a:gd name="connsiteY0" fmla="*/ 0 h 1031078"/>
              <a:gd name="connsiteX1" fmla="*/ 1828800 w 1829453"/>
              <a:gd name="connsiteY1" fmla="*/ 0 h 1031078"/>
              <a:gd name="connsiteX2" fmla="*/ 1827654 w 1829453"/>
              <a:gd name="connsiteY2" fmla="*/ 847577 h 1031078"/>
              <a:gd name="connsiteX3" fmla="*/ 177755 w 1829453"/>
              <a:gd name="connsiteY3" fmla="*/ 849574 h 1031078"/>
              <a:gd name="connsiteX4" fmla="*/ 169 w 1829453"/>
              <a:gd name="connsiteY4" fmla="*/ 1031078 h 1031078"/>
              <a:gd name="connsiteX5" fmla="*/ 0 w 1829453"/>
              <a:gd name="connsiteY5" fmla="*/ 846429 h 1031078"/>
              <a:gd name="connsiteX6" fmla="*/ 0 w 1829453"/>
              <a:gd name="connsiteY6" fmla="*/ 0 h 1031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9453" h="1031078">
                <a:moveTo>
                  <a:pt x="0" y="0"/>
                </a:moveTo>
                <a:lnTo>
                  <a:pt x="1828800" y="0"/>
                </a:lnTo>
                <a:cubicBezTo>
                  <a:pt x="1831451" y="279493"/>
                  <a:pt x="1825003" y="568084"/>
                  <a:pt x="1827654" y="847577"/>
                </a:cubicBezTo>
                <a:lnTo>
                  <a:pt x="177755" y="849574"/>
                </a:lnTo>
                <a:lnTo>
                  <a:pt x="169" y="1031078"/>
                </a:lnTo>
                <a:cubicBezTo>
                  <a:pt x="113" y="969528"/>
                  <a:pt x="56" y="907979"/>
                  <a:pt x="0" y="84642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72967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EE835C1-7EC2-BD42-8DC3-AFC411887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Streepje code</a:t>
            </a:r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AC14CDAB-4E39-2243-BAF0-42354A234F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BE" dirty="0"/>
              <a:t>Info over de code</a:t>
            </a:r>
          </a:p>
        </p:txBody>
      </p:sp>
      <p:pic>
        <p:nvPicPr>
          <p:cNvPr id="17" name="Tijdelijke aanduiding voor inhoud 16">
            <a:extLst>
              <a:ext uri="{FF2B5EF4-FFF2-40B4-BE49-F238E27FC236}">
                <a16:creationId xmlns:a16="http://schemas.microsoft.com/office/drawing/2014/main" id="{B528B020-4DDC-4349-AAF3-0287455D90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13325" y="1720032"/>
            <a:ext cx="3373438" cy="438199"/>
          </a:xfrm>
        </p:spPr>
      </p:pic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97379A0-BB98-7449-843B-7330CDF47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6D127-8123-744E-BB9B-0642DDB388E8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965FAC-E281-5645-8E9F-F863B3DE7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6CB5AED-72D7-5F4F-9319-6AB5F4FE9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7</a:t>
            </a:fld>
            <a:endParaRPr lang="nl-BE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DF4B61A6-0EF8-3B4C-96A1-F6D4DB6EA7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/>
              <a:t>Designen van reactieve API’s</a:t>
            </a:r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F7777C2F-8508-AD4B-B541-80B387862702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57ED15FC-EABE-1245-8D7E-786F076E4536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4" name="Tijdelijke aanduiding voor inhoud 13">
            <a:extLst>
              <a:ext uri="{FF2B5EF4-FFF2-40B4-BE49-F238E27FC236}">
                <a16:creationId xmlns:a16="http://schemas.microsoft.com/office/drawing/2014/main" id="{C15A85C0-B8BC-1844-8FBA-828B02DB8290}"/>
              </a:ext>
            </a:extLst>
          </p:cNvPr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5" name="Tijdelijke aanduiding voor inhoud 14">
            <a:extLst>
              <a:ext uri="{FF2B5EF4-FFF2-40B4-BE49-F238E27FC236}">
                <a16:creationId xmlns:a16="http://schemas.microsoft.com/office/drawing/2014/main" id="{E5CBC130-6C5F-9B4B-A62A-36544D91C38E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55035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fgeronde rechthoek 20">
            <a:extLst>
              <a:ext uri="{FF2B5EF4-FFF2-40B4-BE49-F238E27FC236}">
                <a16:creationId xmlns:a16="http://schemas.microsoft.com/office/drawing/2014/main" id="{67740629-1496-5C47-A5FE-F6A2F37F4C2F}"/>
              </a:ext>
            </a:extLst>
          </p:cNvPr>
          <p:cNvSpPr/>
          <p:nvPr/>
        </p:nvSpPr>
        <p:spPr>
          <a:xfrm>
            <a:off x="273843" y="1369219"/>
            <a:ext cx="8597595" cy="3263504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44" name="Titel 43">
            <a:extLst>
              <a:ext uri="{FF2B5EF4-FFF2-40B4-BE49-F238E27FC236}">
                <a16:creationId xmlns:a16="http://schemas.microsoft.com/office/drawing/2014/main" id="{B0A8396D-67D1-934E-9092-6F474BF39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Our Team</a:t>
            </a:r>
          </a:p>
        </p:txBody>
      </p:sp>
      <p:sp>
        <p:nvSpPr>
          <p:cNvPr id="45" name="Tijdelijke aanduiding voor tekst 44">
            <a:extLst>
              <a:ext uri="{FF2B5EF4-FFF2-40B4-BE49-F238E27FC236}">
                <a16:creationId xmlns:a16="http://schemas.microsoft.com/office/drawing/2014/main" id="{4BDAD2BB-7C18-844C-BF93-FF6FE3CADE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/>
              <a:t>Thinkers and makers</a:t>
            </a:r>
          </a:p>
        </p:txBody>
      </p:sp>
      <p:pic>
        <p:nvPicPr>
          <p:cNvPr id="15" name="Tijdelijke aanduiding voor afbeelding 14">
            <a:extLst>
              <a:ext uri="{FF2B5EF4-FFF2-40B4-BE49-F238E27FC236}">
                <a16:creationId xmlns:a16="http://schemas.microsoft.com/office/drawing/2014/main" id="{902038C2-5BEE-0A43-A261-E3B6E8832A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7" name="Tijdelijke aanduiding voor afbeelding 16">
            <a:extLst>
              <a:ext uri="{FF2B5EF4-FFF2-40B4-BE49-F238E27FC236}">
                <a16:creationId xmlns:a16="http://schemas.microsoft.com/office/drawing/2014/main" id="{6854B179-A894-1C4A-BB28-F54F6A3A469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9" name="Tijdelijke aanduiding voor afbeelding 18">
            <a:extLst>
              <a:ext uri="{FF2B5EF4-FFF2-40B4-BE49-F238E27FC236}">
                <a16:creationId xmlns:a16="http://schemas.microsoft.com/office/drawing/2014/main" id="{4201F947-83A6-A546-8A0F-D2C74E70ED95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6" name="Tijdelijke aanduiding voor afbeelding 45">
            <a:extLst>
              <a:ext uri="{FF2B5EF4-FFF2-40B4-BE49-F238E27FC236}">
                <a16:creationId xmlns:a16="http://schemas.microsoft.com/office/drawing/2014/main" id="{F2097235-0076-AF4C-A1A6-92AD94B7F20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7" name="Tijdelijke aanduiding voor afbeelding 46">
            <a:extLst>
              <a:ext uri="{FF2B5EF4-FFF2-40B4-BE49-F238E27FC236}">
                <a16:creationId xmlns:a16="http://schemas.microsoft.com/office/drawing/2014/main" id="{AFE60A30-E777-9648-A3AD-9961DB698A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E56EDD7-66F7-4F4E-AD70-5E042C162E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nl-BE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</a:rPr>
              <a:t>Jeroen Sterken</a:t>
            </a:r>
          </a:p>
        </p:txBody>
      </p:sp>
      <p:sp>
        <p:nvSpPr>
          <p:cNvPr id="48" name="Tijdelijke aanduiding voor tekst 47">
            <a:extLst>
              <a:ext uri="{FF2B5EF4-FFF2-40B4-BE49-F238E27FC236}">
                <a16:creationId xmlns:a16="http://schemas.microsoft.com/office/drawing/2014/main" id="{22165031-5058-574F-B973-B6BA3C2601C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endParaRPr lang="nl-BE" dirty="0">
              <a:gradFill>
                <a:gsLst>
                  <a:gs pos="0">
                    <a:srgbClr val="7A4FFF"/>
                  </a:gs>
                  <a:gs pos="100000">
                    <a:schemeClr val="accent5"/>
                  </a:gs>
                </a:gsLst>
                <a:lin ang="0" scaled="0"/>
              </a:gradFill>
            </a:endParaRPr>
          </a:p>
        </p:txBody>
      </p:sp>
      <p:sp>
        <p:nvSpPr>
          <p:cNvPr id="49" name="Tijdelijke aanduiding voor tekst 48">
            <a:extLst>
              <a:ext uri="{FF2B5EF4-FFF2-40B4-BE49-F238E27FC236}">
                <a16:creationId xmlns:a16="http://schemas.microsoft.com/office/drawing/2014/main" id="{3442EF52-B3ED-EE40-9733-2DBFA5BECA5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/>
          </a:bodyPr>
          <a:lstStyle/>
          <a:p>
            <a:endParaRPr lang="nl-BE" dirty="0">
              <a:gradFill>
                <a:gsLst>
                  <a:gs pos="0">
                    <a:srgbClr val="7A4FFF"/>
                  </a:gs>
                  <a:gs pos="100000">
                    <a:schemeClr val="accent5"/>
                  </a:gs>
                </a:gsLst>
                <a:lin ang="0" scaled="0"/>
              </a:gradFill>
            </a:endParaRPr>
          </a:p>
        </p:txBody>
      </p:sp>
      <p:sp>
        <p:nvSpPr>
          <p:cNvPr id="50" name="Tijdelijke aanduiding voor tekst 49">
            <a:extLst>
              <a:ext uri="{FF2B5EF4-FFF2-40B4-BE49-F238E27FC236}">
                <a16:creationId xmlns:a16="http://schemas.microsoft.com/office/drawing/2014/main" id="{3F80322C-AC0D-4246-8E03-152F190759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endParaRPr lang="nl-BE" dirty="0">
              <a:gradFill>
                <a:gsLst>
                  <a:gs pos="0">
                    <a:srgbClr val="7A4FFF"/>
                  </a:gs>
                  <a:gs pos="100000">
                    <a:schemeClr val="accent5"/>
                  </a:gs>
                </a:gsLst>
                <a:lin ang="0" scaled="0"/>
              </a:gradFill>
            </a:endParaRPr>
          </a:p>
        </p:txBody>
      </p:sp>
      <p:sp>
        <p:nvSpPr>
          <p:cNvPr id="51" name="Tijdelijke aanduiding voor tekst 50">
            <a:extLst>
              <a:ext uri="{FF2B5EF4-FFF2-40B4-BE49-F238E27FC236}">
                <a16:creationId xmlns:a16="http://schemas.microsoft.com/office/drawing/2014/main" id="{FF5A8267-B959-B94E-8103-697CCC3DD67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/>
          </a:bodyPr>
          <a:lstStyle/>
          <a:p>
            <a:endParaRPr lang="nl-BE" dirty="0">
              <a:gradFill>
                <a:gsLst>
                  <a:gs pos="0">
                    <a:srgbClr val="7A4FFF"/>
                  </a:gs>
                  <a:gs pos="100000">
                    <a:schemeClr val="accent5"/>
                  </a:gs>
                </a:gsLst>
                <a:lin ang="0" scaled="0"/>
              </a:gradFill>
            </a:endParaRPr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C7FB9D7E-3754-0148-A113-480F50E4392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nl-BE"/>
              <a:t>Managing Partner</a:t>
            </a:r>
            <a:endParaRPr lang="nl-BE" dirty="0"/>
          </a:p>
        </p:txBody>
      </p:sp>
      <p:sp>
        <p:nvSpPr>
          <p:cNvPr id="52" name="Tijdelijke aanduiding voor tekst 51">
            <a:extLst>
              <a:ext uri="{FF2B5EF4-FFF2-40B4-BE49-F238E27FC236}">
                <a16:creationId xmlns:a16="http://schemas.microsoft.com/office/drawing/2014/main" id="{512D02AE-37F9-DC45-B55A-DBAC8181780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3" name="Tijdelijke aanduiding voor tekst 52">
            <a:extLst>
              <a:ext uri="{FF2B5EF4-FFF2-40B4-BE49-F238E27FC236}">
                <a16:creationId xmlns:a16="http://schemas.microsoft.com/office/drawing/2014/main" id="{2A6EE403-386C-1E44-AA62-10C915BC5C7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4" name="Tijdelijke aanduiding voor tekst 53">
            <a:extLst>
              <a:ext uri="{FF2B5EF4-FFF2-40B4-BE49-F238E27FC236}">
                <a16:creationId xmlns:a16="http://schemas.microsoft.com/office/drawing/2014/main" id="{D1B44D6D-738F-E14C-9861-F607C979E21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5" name="Tijdelijke aanduiding voor tekst 54">
            <a:extLst>
              <a:ext uri="{FF2B5EF4-FFF2-40B4-BE49-F238E27FC236}">
                <a16:creationId xmlns:a16="http://schemas.microsoft.com/office/drawing/2014/main" id="{B037A035-0C3A-3548-99C8-108780195D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6" name="Tijdelijke aanduiding voor datum 55">
            <a:extLst>
              <a:ext uri="{FF2B5EF4-FFF2-40B4-BE49-F238E27FC236}">
                <a16:creationId xmlns:a16="http://schemas.microsoft.com/office/drawing/2014/main" id="{2E94E642-AE10-454B-A116-ABEDEBD8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1CDD-C04B-ED40-B76E-72269625B288}" type="datetime1">
              <a:rPr lang="nl-BE" smtClean="0"/>
              <a:t>26/11/2024</a:t>
            </a:fld>
            <a:endParaRPr lang="nl-BE"/>
          </a:p>
        </p:txBody>
      </p:sp>
      <p:sp>
        <p:nvSpPr>
          <p:cNvPr id="57" name="Tijdelijke aanduiding voor voettekst 56">
            <a:extLst>
              <a:ext uri="{FF2B5EF4-FFF2-40B4-BE49-F238E27FC236}">
                <a16:creationId xmlns:a16="http://schemas.microsoft.com/office/drawing/2014/main" id="{5996FF78-40DC-5940-BF39-968C32224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58" name="Tijdelijke aanduiding voor dianummer 57">
            <a:extLst>
              <a:ext uri="{FF2B5EF4-FFF2-40B4-BE49-F238E27FC236}">
                <a16:creationId xmlns:a16="http://schemas.microsoft.com/office/drawing/2014/main" id="{39675A5F-4C72-7D4D-AA99-F06F260E8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60778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E88A1-E96E-A846-B936-94E28AC9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534" y="273844"/>
            <a:ext cx="7277816" cy="994172"/>
          </a:xfrm>
        </p:spPr>
        <p:txBody>
          <a:bodyPr/>
          <a:lstStyle/>
          <a:p>
            <a:r>
              <a:rPr lang="nl-BE" dirty="0"/>
              <a:t>Software development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F81B4CD-8DA1-9444-9CD4-08EA690D2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91477"/>
            <a:ext cx="7886700" cy="1827752"/>
          </a:xfrm>
        </p:spPr>
        <p:txBody>
          <a:bodyPr>
            <a:normAutofit fontScale="92500" lnSpcReduction="20000"/>
          </a:bodyPr>
          <a:lstStyle/>
          <a:p>
            <a:r>
              <a:rPr lang="nl-BE" dirty="0"/>
              <a:t>Customer applications</a:t>
            </a:r>
          </a:p>
          <a:p>
            <a:r>
              <a:rPr lang="nl-BE" dirty="0"/>
              <a:t>Application-integration and middleware</a:t>
            </a:r>
          </a:p>
          <a:p>
            <a:r>
              <a:rPr lang="nl-BE" dirty="0"/>
              <a:t>Internet of Things </a:t>
            </a:r>
          </a:p>
          <a:p>
            <a:r>
              <a:rPr lang="nl-BE" dirty="0"/>
              <a:t>User eXperience and Innovation </a:t>
            </a:r>
          </a:p>
          <a:p>
            <a:r>
              <a:rPr lang="nl-BE" dirty="0"/>
              <a:t>Responsive frontend design </a:t>
            </a:r>
          </a:p>
          <a:p>
            <a:r>
              <a:rPr lang="nl-BE" dirty="0"/>
              <a:t>Testing &amp; User Adoption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B35A8D1-8D92-504F-876D-E5A1715BA1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/>
              <a:t>We limit the risks &amp; maximize customer value for your IT project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2F37B334-F95A-5442-9BC1-F0E42C471E52}"/>
              </a:ext>
            </a:extLst>
          </p:cNvPr>
          <p:cNvSpPr/>
          <p:nvPr/>
        </p:nvSpPr>
        <p:spPr>
          <a:xfrm>
            <a:off x="628650" y="3719626"/>
            <a:ext cx="4572000" cy="4308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l-BE" sz="1100" dirty="0">
                <a:solidFill>
                  <a:schemeClr val="tx1">
                    <a:lumMod val="60000"/>
                    <a:lumOff val="40000"/>
                  </a:schemeClr>
                </a:solidFill>
                <a:latin typeface="Cooper Hewitt Light" pitchFamily="2" charset="77"/>
                <a:ea typeface="Cooper Hewitt Light" pitchFamily="2" charset="77"/>
              </a:rPr>
              <a:t>We strongly believe in joint partnerships and an agile approach, providing you frequent feedback loops.</a:t>
            </a:r>
          </a:p>
        </p:txBody>
      </p:sp>
      <p:sp>
        <p:nvSpPr>
          <p:cNvPr id="7" name="Freeform 24">
            <a:extLst>
              <a:ext uri="{FF2B5EF4-FFF2-40B4-BE49-F238E27FC236}">
                <a16:creationId xmlns:a16="http://schemas.microsoft.com/office/drawing/2014/main" id="{D7EC0F77-54D8-864A-8D98-36FBAA28189A}"/>
              </a:ext>
            </a:extLst>
          </p:cNvPr>
          <p:cNvSpPr/>
          <p:nvPr/>
        </p:nvSpPr>
        <p:spPr>
          <a:xfrm>
            <a:off x="726800" y="569371"/>
            <a:ext cx="428232" cy="347938"/>
          </a:xfrm>
          <a:custGeom>
            <a:avLst/>
            <a:gdLst/>
            <a:ahLst/>
            <a:cxnLst/>
            <a:rect l="l" t="t" r="r" b="b"/>
            <a:pathLst>
              <a:path w="228600" h="185737">
                <a:moveTo>
                  <a:pt x="14288" y="14287"/>
                </a:moveTo>
                <a:lnTo>
                  <a:pt x="14288" y="135731"/>
                </a:lnTo>
                <a:lnTo>
                  <a:pt x="214313" y="135731"/>
                </a:lnTo>
                <a:lnTo>
                  <a:pt x="214313" y="14287"/>
                </a:lnTo>
                <a:close/>
                <a:moveTo>
                  <a:pt x="14288" y="0"/>
                </a:moveTo>
                <a:lnTo>
                  <a:pt x="214313" y="0"/>
                </a:lnTo>
                <a:cubicBezTo>
                  <a:pt x="218182" y="0"/>
                  <a:pt x="221531" y="1414"/>
                  <a:pt x="224359" y="4241"/>
                </a:cubicBezTo>
                <a:cubicBezTo>
                  <a:pt x="227186" y="7069"/>
                  <a:pt x="228600" y="10418"/>
                  <a:pt x="228600" y="14287"/>
                </a:cubicBezTo>
                <a:lnTo>
                  <a:pt x="228600" y="135731"/>
                </a:lnTo>
                <a:cubicBezTo>
                  <a:pt x="228600" y="139601"/>
                  <a:pt x="227186" y="142949"/>
                  <a:pt x="224359" y="145777"/>
                </a:cubicBezTo>
                <a:cubicBezTo>
                  <a:pt x="221531" y="148605"/>
                  <a:pt x="218182" y="150019"/>
                  <a:pt x="214313" y="150019"/>
                </a:cubicBezTo>
                <a:lnTo>
                  <a:pt x="121444" y="150019"/>
                </a:lnTo>
                <a:lnTo>
                  <a:pt x="121444" y="171450"/>
                </a:lnTo>
                <a:lnTo>
                  <a:pt x="157163" y="171450"/>
                </a:lnTo>
                <a:cubicBezTo>
                  <a:pt x="159246" y="171450"/>
                  <a:pt x="160958" y="172120"/>
                  <a:pt x="162297" y="173459"/>
                </a:cubicBezTo>
                <a:cubicBezTo>
                  <a:pt x="163637" y="174799"/>
                  <a:pt x="164306" y="176510"/>
                  <a:pt x="164306" y="178594"/>
                </a:cubicBezTo>
                <a:cubicBezTo>
                  <a:pt x="164306" y="180677"/>
                  <a:pt x="163637" y="182389"/>
                  <a:pt x="162297" y="183728"/>
                </a:cubicBezTo>
                <a:cubicBezTo>
                  <a:pt x="160958" y="185068"/>
                  <a:pt x="159246" y="185737"/>
                  <a:pt x="157163" y="185737"/>
                </a:cubicBezTo>
                <a:lnTo>
                  <a:pt x="71438" y="185737"/>
                </a:lnTo>
                <a:cubicBezTo>
                  <a:pt x="69354" y="185737"/>
                  <a:pt x="67643" y="185068"/>
                  <a:pt x="66303" y="183728"/>
                </a:cubicBezTo>
                <a:cubicBezTo>
                  <a:pt x="64964" y="182389"/>
                  <a:pt x="64294" y="180677"/>
                  <a:pt x="64294" y="178594"/>
                </a:cubicBezTo>
                <a:cubicBezTo>
                  <a:pt x="64294" y="176510"/>
                  <a:pt x="64964" y="174799"/>
                  <a:pt x="66303" y="173459"/>
                </a:cubicBezTo>
                <a:cubicBezTo>
                  <a:pt x="67643" y="172120"/>
                  <a:pt x="69354" y="171450"/>
                  <a:pt x="71438" y="171450"/>
                </a:cubicBezTo>
                <a:lnTo>
                  <a:pt x="107156" y="171450"/>
                </a:lnTo>
                <a:lnTo>
                  <a:pt x="107156" y="150019"/>
                </a:lnTo>
                <a:lnTo>
                  <a:pt x="14288" y="150019"/>
                </a:lnTo>
                <a:cubicBezTo>
                  <a:pt x="10418" y="150019"/>
                  <a:pt x="7070" y="148605"/>
                  <a:pt x="4242" y="145777"/>
                </a:cubicBezTo>
                <a:cubicBezTo>
                  <a:pt x="1414" y="142949"/>
                  <a:pt x="0" y="139601"/>
                  <a:pt x="0" y="135731"/>
                </a:cubicBezTo>
                <a:lnTo>
                  <a:pt x="0" y="14287"/>
                </a:lnTo>
                <a:cubicBezTo>
                  <a:pt x="0" y="10418"/>
                  <a:pt x="1414" y="7069"/>
                  <a:pt x="4242" y="4241"/>
                </a:cubicBezTo>
                <a:cubicBezTo>
                  <a:pt x="7070" y="1414"/>
                  <a:pt x="10418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7A4FFF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B9C0A9F-37D1-404F-9BC1-03D7EF87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1EEDF-85BA-8945-B407-44A5C55661AE}" type="datetime1">
              <a:rPr lang="nl-BE" smtClean="0"/>
              <a:t>26/11/2024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445654BB-56BE-3843-927A-E2DC990B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70093AC-5A09-4E41-B0FB-6710D6B80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9348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Tijdelijke aanduiding voor afbeelding 11" descr="Afbeelding met persoon, kleding, overdekt, computer&#10;&#10;Automatisch gegenereerde beschrijving">
            <a:extLst>
              <a:ext uri="{FF2B5EF4-FFF2-40B4-BE49-F238E27FC236}">
                <a16:creationId xmlns:a16="http://schemas.microsoft.com/office/drawing/2014/main" id="{0759072A-D703-2CEE-1AB4-9926699288B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4" y="1883885"/>
            <a:ext cx="9144000" cy="3259615"/>
          </a:xfrm>
        </p:spPr>
      </p:pic>
      <p:sp>
        <p:nvSpPr>
          <p:cNvPr id="7" name="Rechthoek 14">
            <a:extLst>
              <a:ext uri="{FF2B5EF4-FFF2-40B4-BE49-F238E27FC236}">
                <a16:creationId xmlns:a16="http://schemas.microsoft.com/office/drawing/2014/main" id="{B99D7C00-69DD-BC4D-BF53-CAEB88D331A3}"/>
              </a:ext>
            </a:extLst>
          </p:cNvPr>
          <p:cNvSpPr/>
          <p:nvPr/>
        </p:nvSpPr>
        <p:spPr>
          <a:xfrm rot="10800000">
            <a:off x="-9144" y="-26668"/>
            <a:ext cx="9162288" cy="3556039"/>
          </a:xfrm>
          <a:custGeom>
            <a:avLst/>
            <a:gdLst>
              <a:gd name="connsiteX0" fmla="*/ 0 w 9144000"/>
              <a:gd name="connsiteY0" fmla="*/ 0 h 963262"/>
              <a:gd name="connsiteX1" fmla="*/ 9144000 w 9144000"/>
              <a:gd name="connsiteY1" fmla="*/ 0 h 963262"/>
              <a:gd name="connsiteX2" fmla="*/ 9144000 w 9144000"/>
              <a:gd name="connsiteY2" fmla="*/ 963262 h 963262"/>
              <a:gd name="connsiteX3" fmla="*/ 0 w 9144000"/>
              <a:gd name="connsiteY3" fmla="*/ 963262 h 963262"/>
              <a:gd name="connsiteX4" fmla="*/ 0 w 9144000"/>
              <a:gd name="connsiteY4" fmla="*/ 0 h 963262"/>
              <a:gd name="connsiteX0" fmla="*/ 0 w 9144000"/>
              <a:gd name="connsiteY0" fmla="*/ 0 h 1772959"/>
              <a:gd name="connsiteX1" fmla="*/ 9144000 w 9144000"/>
              <a:gd name="connsiteY1" fmla="*/ 809697 h 1772959"/>
              <a:gd name="connsiteX2" fmla="*/ 9144000 w 9144000"/>
              <a:gd name="connsiteY2" fmla="*/ 1772959 h 1772959"/>
              <a:gd name="connsiteX3" fmla="*/ 0 w 9144000"/>
              <a:gd name="connsiteY3" fmla="*/ 1772959 h 1772959"/>
              <a:gd name="connsiteX4" fmla="*/ 0 w 9144000"/>
              <a:gd name="connsiteY4" fmla="*/ 0 h 1772959"/>
              <a:gd name="connsiteX0" fmla="*/ 0 w 9153144"/>
              <a:gd name="connsiteY0" fmla="*/ 0 h 3556039"/>
              <a:gd name="connsiteX1" fmla="*/ 9144000 w 9153144"/>
              <a:gd name="connsiteY1" fmla="*/ 809697 h 3556039"/>
              <a:gd name="connsiteX2" fmla="*/ 9153144 w 9153144"/>
              <a:gd name="connsiteY2" fmla="*/ 3556039 h 3556039"/>
              <a:gd name="connsiteX3" fmla="*/ 0 w 9153144"/>
              <a:gd name="connsiteY3" fmla="*/ 1772959 h 3556039"/>
              <a:gd name="connsiteX4" fmla="*/ 0 w 9153144"/>
              <a:gd name="connsiteY4" fmla="*/ 0 h 3556039"/>
              <a:gd name="connsiteX0" fmla="*/ 9144 w 9162288"/>
              <a:gd name="connsiteY0" fmla="*/ 0 h 3556039"/>
              <a:gd name="connsiteX1" fmla="*/ 9153144 w 9162288"/>
              <a:gd name="connsiteY1" fmla="*/ 809697 h 3556039"/>
              <a:gd name="connsiteX2" fmla="*/ 9162288 w 9162288"/>
              <a:gd name="connsiteY2" fmla="*/ 3556039 h 3556039"/>
              <a:gd name="connsiteX3" fmla="*/ 0 w 9162288"/>
              <a:gd name="connsiteY3" fmla="*/ 3537751 h 3556039"/>
              <a:gd name="connsiteX4" fmla="*/ 9144 w 9162288"/>
              <a:gd name="connsiteY4" fmla="*/ 0 h 3556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62288" h="3556039">
                <a:moveTo>
                  <a:pt x="9144" y="0"/>
                </a:moveTo>
                <a:lnTo>
                  <a:pt x="9153144" y="809697"/>
                </a:lnTo>
                <a:lnTo>
                  <a:pt x="9162288" y="3556039"/>
                </a:lnTo>
                <a:lnTo>
                  <a:pt x="0" y="3537751"/>
                </a:lnTo>
                <a:lnTo>
                  <a:pt x="9144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25858BE-EF97-B141-81C1-B017FE1C4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Tussenslide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2029AEF1-BB0B-AE4A-90FA-E0082E4A2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Hier kan een subtitel komen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1D42392-FB60-4648-B845-E702AC9C5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06078-9778-5F4C-A88B-B1FF38A5F139}" type="datetime1">
              <a:rPr lang="nl-BE" smtClean="0"/>
              <a:t>26/11/2024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D520027-96ED-8949-B020-444BEE248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21D8604-F0DB-0B4B-9DDE-E25A76053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pPr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311349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D6E0F60-2E3C-224A-8097-673768B3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Klanten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A354012-6F60-2048-8040-8AB68ABA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5390D-B13F-4D49-B392-67AE6E3D498F}" type="datetime1">
              <a:rPr lang="nl-BE" smtClean="0"/>
              <a:pPr/>
              <a:t>26/11/2024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23DE740-5537-5444-8CA6-082868E1D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EA34FCC-1B9F-D743-96BD-A3AC9D533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pPr/>
              <a:t>11</a:t>
            </a:fld>
            <a:endParaRPr lang="nl-BE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B25C0348-E451-8544-AC15-5E45FDD0C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/>
              <a:t>WE THINK, MAKE AND CREATE VALUE</a:t>
            </a:r>
            <a:endParaRPr lang="nl-BE" dirty="0"/>
          </a:p>
        </p:txBody>
      </p:sp>
      <p:pic>
        <p:nvPicPr>
          <p:cNvPr id="28" name="Tijdelijke aanduiding voor afbeelding 27">
            <a:extLst>
              <a:ext uri="{FF2B5EF4-FFF2-40B4-BE49-F238E27FC236}">
                <a16:creationId xmlns:a16="http://schemas.microsoft.com/office/drawing/2014/main" id="{3B69C032-2CF6-6749-B7FD-A6AE4871B8D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9569" b="-9569"/>
          <a:stretch/>
        </p:blipFill>
        <p:spPr/>
      </p:pic>
      <p:pic>
        <p:nvPicPr>
          <p:cNvPr id="29" name="Tijdelijke aanduiding voor afbeelding 28">
            <a:extLst>
              <a:ext uri="{FF2B5EF4-FFF2-40B4-BE49-F238E27FC236}">
                <a16:creationId xmlns:a16="http://schemas.microsoft.com/office/drawing/2014/main" id="{3BBA20F9-A3C8-6640-98C1-9267478DAEBC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487" r="-5487"/>
          <a:stretch/>
        </p:blipFill>
        <p:spPr/>
      </p:pic>
      <p:pic>
        <p:nvPicPr>
          <p:cNvPr id="30" name="Tijdelijke aanduiding voor afbeelding 29">
            <a:extLst>
              <a:ext uri="{FF2B5EF4-FFF2-40B4-BE49-F238E27FC236}">
                <a16:creationId xmlns:a16="http://schemas.microsoft.com/office/drawing/2014/main" id="{509C7EBC-EE0C-C64A-8621-079CD8956D71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3570" b="-13570"/>
          <a:stretch/>
        </p:blipFill>
        <p:spPr/>
      </p:pic>
      <p:sp>
        <p:nvSpPr>
          <p:cNvPr id="39" name="Tijdelijke aanduiding voor afbeelding 38">
            <a:extLst>
              <a:ext uri="{FF2B5EF4-FFF2-40B4-BE49-F238E27FC236}">
                <a16:creationId xmlns:a16="http://schemas.microsoft.com/office/drawing/2014/main" id="{A30BDF33-AD0D-1244-AA5C-F7343719DF8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0" name="Tijdelijke aanduiding voor afbeelding 39">
            <a:extLst>
              <a:ext uri="{FF2B5EF4-FFF2-40B4-BE49-F238E27FC236}">
                <a16:creationId xmlns:a16="http://schemas.microsoft.com/office/drawing/2014/main" id="{4DBAB61F-95ED-4C48-885D-186DE8503A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1" name="Tijdelijke aanduiding voor tekst 40">
            <a:extLst>
              <a:ext uri="{FF2B5EF4-FFF2-40B4-BE49-F238E27FC236}">
                <a16:creationId xmlns:a16="http://schemas.microsoft.com/office/drawing/2014/main" id="{3BE84D96-C422-154F-A25E-187A7E336DD4}"/>
              </a:ext>
            </a:extLst>
          </p:cNvPr>
          <p:cNvSpPr>
            <a:spLocks noGrp="1"/>
          </p:cNvSpPr>
          <p:nvPr>
            <p:ph type="body" idx="4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BE" dirty="0"/>
              <a:t>Sven C.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99FDB5B8-7587-3148-B582-15950FA798B4}"/>
              </a:ext>
            </a:extLst>
          </p:cNvPr>
          <p:cNvSpPr>
            <a:spLocks noGrp="1"/>
          </p:cNvSpPr>
          <p:nvPr>
            <p:ph type="body" idx="4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BE" dirty="0"/>
              <a:t>Dimi</a:t>
            </a:r>
          </a:p>
        </p:txBody>
      </p:sp>
      <p:sp>
        <p:nvSpPr>
          <p:cNvPr id="43" name="Tijdelijke aanduiding voor tekst 42">
            <a:extLst>
              <a:ext uri="{FF2B5EF4-FFF2-40B4-BE49-F238E27FC236}">
                <a16:creationId xmlns:a16="http://schemas.microsoft.com/office/drawing/2014/main" id="{F7AC501B-34ED-0D46-9753-78FB5E253CC0}"/>
              </a:ext>
            </a:extLst>
          </p:cNvPr>
          <p:cNvSpPr>
            <a:spLocks noGrp="1"/>
          </p:cNvSpPr>
          <p:nvPr>
            <p:ph type="body" idx="4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l-BE" dirty="0"/>
              <a:t>Luc</a:t>
            </a:r>
          </a:p>
        </p:txBody>
      </p:sp>
      <p:sp>
        <p:nvSpPr>
          <p:cNvPr id="44" name="Tijdelijke aanduiding voor tekst 43">
            <a:extLst>
              <a:ext uri="{FF2B5EF4-FFF2-40B4-BE49-F238E27FC236}">
                <a16:creationId xmlns:a16="http://schemas.microsoft.com/office/drawing/2014/main" id="{05F1A984-096D-6F45-A9EC-947D8F3F7DBC}"/>
              </a:ext>
            </a:extLst>
          </p:cNvPr>
          <p:cNvSpPr>
            <a:spLocks noGrp="1"/>
          </p:cNvSpPr>
          <p:nvPr>
            <p:ph type="body" idx="45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45" name="Tijdelijke aanduiding voor tekst 44">
            <a:extLst>
              <a:ext uri="{FF2B5EF4-FFF2-40B4-BE49-F238E27FC236}">
                <a16:creationId xmlns:a16="http://schemas.microsoft.com/office/drawing/2014/main" id="{E93C1105-5261-4442-89EC-86CB67AF404D}"/>
              </a:ext>
            </a:extLst>
          </p:cNvPr>
          <p:cNvSpPr>
            <a:spLocks noGrp="1"/>
          </p:cNvSpPr>
          <p:nvPr>
            <p:ph type="body" idx="46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46" name="Tijdelijke aanduiding voor afbeelding 45">
            <a:extLst>
              <a:ext uri="{FF2B5EF4-FFF2-40B4-BE49-F238E27FC236}">
                <a16:creationId xmlns:a16="http://schemas.microsoft.com/office/drawing/2014/main" id="{A706F8F4-2562-D348-A197-3F49DF7E884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7" name="Tijdelijke aanduiding voor afbeelding 46">
            <a:extLst>
              <a:ext uri="{FF2B5EF4-FFF2-40B4-BE49-F238E27FC236}">
                <a16:creationId xmlns:a16="http://schemas.microsoft.com/office/drawing/2014/main" id="{F3B3E143-3BB6-2F45-BC37-657D6414A1C0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8" name="Tijdelijke aanduiding voor afbeelding 47">
            <a:extLst>
              <a:ext uri="{FF2B5EF4-FFF2-40B4-BE49-F238E27FC236}">
                <a16:creationId xmlns:a16="http://schemas.microsoft.com/office/drawing/2014/main" id="{10B3FB39-7C95-1641-AD76-5980D3AC845A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9" name="Tijdelijke aanduiding voor afbeelding 48">
            <a:extLst>
              <a:ext uri="{FF2B5EF4-FFF2-40B4-BE49-F238E27FC236}">
                <a16:creationId xmlns:a16="http://schemas.microsoft.com/office/drawing/2014/main" id="{472CFEA6-B341-1444-9313-291E5F2BE7B4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0" name="Tijdelijke aanduiding voor afbeelding 49">
            <a:extLst>
              <a:ext uri="{FF2B5EF4-FFF2-40B4-BE49-F238E27FC236}">
                <a16:creationId xmlns:a16="http://schemas.microsoft.com/office/drawing/2014/main" id="{55D3ED22-FFFB-0249-9DAD-A2E3F96319B4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1" name="Tijdelijke aanduiding voor tekst 50">
            <a:extLst>
              <a:ext uri="{FF2B5EF4-FFF2-40B4-BE49-F238E27FC236}">
                <a16:creationId xmlns:a16="http://schemas.microsoft.com/office/drawing/2014/main" id="{F4865C4F-08AF-134B-A952-3E191AA7934F}"/>
              </a:ext>
            </a:extLst>
          </p:cNvPr>
          <p:cNvSpPr>
            <a:spLocks noGrp="1"/>
          </p:cNvSpPr>
          <p:nvPr>
            <p:ph type="body" idx="52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52" name="Tijdelijke aanduiding voor tekst 51">
            <a:extLst>
              <a:ext uri="{FF2B5EF4-FFF2-40B4-BE49-F238E27FC236}">
                <a16:creationId xmlns:a16="http://schemas.microsoft.com/office/drawing/2014/main" id="{B3BF77D6-329C-524B-A88C-7DA58F27AF2A}"/>
              </a:ext>
            </a:extLst>
          </p:cNvPr>
          <p:cNvSpPr>
            <a:spLocks noGrp="1"/>
          </p:cNvSpPr>
          <p:nvPr>
            <p:ph type="body" idx="53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53" name="Tijdelijke aanduiding voor tekst 52">
            <a:extLst>
              <a:ext uri="{FF2B5EF4-FFF2-40B4-BE49-F238E27FC236}">
                <a16:creationId xmlns:a16="http://schemas.microsoft.com/office/drawing/2014/main" id="{CA658DDC-DE1D-8C45-B1FE-3F2D8ECF12F6}"/>
              </a:ext>
            </a:extLst>
          </p:cNvPr>
          <p:cNvSpPr>
            <a:spLocks noGrp="1"/>
          </p:cNvSpPr>
          <p:nvPr>
            <p:ph type="body" idx="54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54" name="Tijdelijke aanduiding voor tekst 53">
            <a:extLst>
              <a:ext uri="{FF2B5EF4-FFF2-40B4-BE49-F238E27FC236}">
                <a16:creationId xmlns:a16="http://schemas.microsoft.com/office/drawing/2014/main" id="{5F41AB6A-9BDD-D44F-88CA-DC9B64243D2A}"/>
              </a:ext>
            </a:extLst>
          </p:cNvPr>
          <p:cNvSpPr>
            <a:spLocks noGrp="1"/>
          </p:cNvSpPr>
          <p:nvPr>
            <p:ph type="body" idx="55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55" name="Tijdelijke aanduiding voor tekst 54">
            <a:extLst>
              <a:ext uri="{FF2B5EF4-FFF2-40B4-BE49-F238E27FC236}">
                <a16:creationId xmlns:a16="http://schemas.microsoft.com/office/drawing/2014/main" id="{1DC890E9-6309-AB49-B280-D4F15E06D97D}"/>
              </a:ext>
            </a:extLst>
          </p:cNvPr>
          <p:cNvSpPr>
            <a:spLocks noGrp="1"/>
          </p:cNvSpPr>
          <p:nvPr>
            <p:ph type="body" idx="56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56" name="Tijdelijke aanduiding voor afbeelding 55">
            <a:extLst>
              <a:ext uri="{FF2B5EF4-FFF2-40B4-BE49-F238E27FC236}">
                <a16:creationId xmlns:a16="http://schemas.microsoft.com/office/drawing/2014/main" id="{4AC80BCF-D644-9847-AFF9-1F520227732A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7" name="Tijdelijke aanduiding voor afbeelding 56">
            <a:extLst>
              <a:ext uri="{FF2B5EF4-FFF2-40B4-BE49-F238E27FC236}">
                <a16:creationId xmlns:a16="http://schemas.microsoft.com/office/drawing/2014/main" id="{BB8BA23A-C466-474A-A582-1C907FE88557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8" name="Tijdelijke aanduiding voor afbeelding 57">
            <a:extLst>
              <a:ext uri="{FF2B5EF4-FFF2-40B4-BE49-F238E27FC236}">
                <a16:creationId xmlns:a16="http://schemas.microsoft.com/office/drawing/2014/main" id="{5B2950C4-DB89-674F-8708-D76771A1AC1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9" name="Tijdelijke aanduiding voor afbeelding 58">
            <a:extLst>
              <a:ext uri="{FF2B5EF4-FFF2-40B4-BE49-F238E27FC236}">
                <a16:creationId xmlns:a16="http://schemas.microsoft.com/office/drawing/2014/main" id="{6BA5A001-2B89-0A4C-B936-984EC6EB0996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0" name="Tijdelijke aanduiding voor afbeelding 59">
            <a:extLst>
              <a:ext uri="{FF2B5EF4-FFF2-40B4-BE49-F238E27FC236}">
                <a16:creationId xmlns:a16="http://schemas.microsoft.com/office/drawing/2014/main" id="{2F517A93-2992-974E-A5FB-93FCFA301998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1" name="Tijdelijke aanduiding voor tekst 60">
            <a:extLst>
              <a:ext uri="{FF2B5EF4-FFF2-40B4-BE49-F238E27FC236}">
                <a16:creationId xmlns:a16="http://schemas.microsoft.com/office/drawing/2014/main" id="{C48EC7D7-F101-D24E-9A7E-C866DBD366B4}"/>
              </a:ext>
            </a:extLst>
          </p:cNvPr>
          <p:cNvSpPr>
            <a:spLocks noGrp="1"/>
          </p:cNvSpPr>
          <p:nvPr>
            <p:ph type="body" idx="62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62" name="Tijdelijke aanduiding voor tekst 61">
            <a:extLst>
              <a:ext uri="{FF2B5EF4-FFF2-40B4-BE49-F238E27FC236}">
                <a16:creationId xmlns:a16="http://schemas.microsoft.com/office/drawing/2014/main" id="{B71C5023-9018-054A-8965-5DC7C5FBFBD1}"/>
              </a:ext>
            </a:extLst>
          </p:cNvPr>
          <p:cNvSpPr>
            <a:spLocks noGrp="1"/>
          </p:cNvSpPr>
          <p:nvPr>
            <p:ph type="body" idx="63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63" name="Tijdelijke aanduiding voor tekst 62">
            <a:extLst>
              <a:ext uri="{FF2B5EF4-FFF2-40B4-BE49-F238E27FC236}">
                <a16:creationId xmlns:a16="http://schemas.microsoft.com/office/drawing/2014/main" id="{EC3ACC1F-D714-0D48-9DB9-6798B96D32D4}"/>
              </a:ext>
            </a:extLst>
          </p:cNvPr>
          <p:cNvSpPr>
            <a:spLocks noGrp="1"/>
          </p:cNvSpPr>
          <p:nvPr>
            <p:ph type="body" idx="64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64" name="Tijdelijke aanduiding voor tekst 63">
            <a:extLst>
              <a:ext uri="{FF2B5EF4-FFF2-40B4-BE49-F238E27FC236}">
                <a16:creationId xmlns:a16="http://schemas.microsoft.com/office/drawing/2014/main" id="{A008C5F3-BA09-AA45-A72D-20CF445A6811}"/>
              </a:ext>
            </a:extLst>
          </p:cNvPr>
          <p:cNvSpPr>
            <a:spLocks noGrp="1"/>
          </p:cNvSpPr>
          <p:nvPr>
            <p:ph type="body" idx="65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65" name="Tijdelijke aanduiding voor tekst 64">
            <a:extLst>
              <a:ext uri="{FF2B5EF4-FFF2-40B4-BE49-F238E27FC236}">
                <a16:creationId xmlns:a16="http://schemas.microsoft.com/office/drawing/2014/main" id="{221D01B4-BA5B-644D-BCF2-2FFDE6FD9781}"/>
              </a:ext>
            </a:extLst>
          </p:cNvPr>
          <p:cNvSpPr>
            <a:spLocks noGrp="1"/>
          </p:cNvSpPr>
          <p:nvPr>
            <p:ph type="body" idx="66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66" name="Tijdelijke aanduiding voor afbeelding 65">
            <a:extLst>
              <a:ext uri="{FF2B5EF4-FFF2-40B4-BE49-F238E27FC236}">
                <a16:creationId xmlns:a16="http://schemas.microsoft.com/office/drawing/2014/main" id="{6738DAC9-7BE3-EB44-89A0-72DC3665D420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7" name="Tijdelijke aanduiding voor afbeelding 66">
            <a:extLst>
              <a:ext uri="{FF2B5EF4-FFF2-40B4-BE49-F238E27FC236}">
                <a16:creationId xmlns:a16="http://schemas.microsoft.com/office/drawing/2014/main" id="{B1289FAB-9CFC-7B46-AE0C-13B0CF155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8" name="Tijdelijke aanduiding voor afbeelding 67">
            <a:extLst>
              <a:ext uri="{FF2B5EF4-FFF2-40B4-BE49-F238E27FC236}">
                <a16:creationId xmlns:a16="http://schemas.microsoft.com/office/drawing/2014/main" id="{A67A3304-5A65-484E-8751-FECAB5405FB4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9" name="Tijdelijke aanduiding voor afbeelding 68">
            <a:extLst>
              <a:ext uri="{FF2B5EF4-FFF2-40B4-BE49-F238E27FC236}">
                <a16:creationId xmlns:a16="http://schemas.microsoft.com/office/drawing/2014/main" id="{A098077A-1A22-8B4A-970F-8723DE3E9DEA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0" name="Tijdelijke aanduiding voor afbeelding 69">
            <a:extLst>
              <a:ext uri="{FF2B5EF4-FFF2-40B4-BE49-F238E27FC236}">
                <a16:creationId xmlns:a16="http://schemas.microsoft.com/office/drawing/2014/main" id="{974C781A-48BA-C448-ABC1-391A5645AA50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1" name="Tijdelijke aanduiding voor tekst 70">
            <a:extLst>
              <a:ext uri="{FF2B5EF4-FFF2-40B4-BE49-F238E27FC236}">
                <a16:creationId xmlns:a16="http://schemas.microsoft.com/office/drawing/2014/main" id="{13282DAF-2609-2649-A218-2454C264DF8F}"/>
              </a:ext>
            </a:extLst>
          </p:cNvPr>
          <p:cNvSpPr>
            <a:spLocks noGrp="1"/>
          </p:cNvSpPr>
          <p:nvPr>
            <p:ph type="body" idx="72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72" name="Tijdelijke aanduiding voor tekst 71">
            <a:extLst>
              <a:ext uri="{FF2B5EF4-FFF2-40B4-BE49-F238E27FC236}">
                <a16:creationId xmlns:a16="http://schemas.microsoft.com/office/drawing/2014/main" id="{E5D50CB1-A230-C844-ADB1-99DEC8B54077}"/>
              </a:ext>
            </a:extLst>
          </p:cNvPr>
          <p:cNvSpPr>
            <a:spLocks noGrp="1"/>
          </p:cNvSpPr>
          <p:nvPr>
            <p:ph type="body" idx="73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73" name="Tijdelijke aanduiding voor tekst 72">
            <a:extLst>
              <a:ext uri="{FF2B5EF4-FFF2-40B4-BE49-F238E27FC236}">
                <a16:creationId xmlns:a16="http://schemas.microsoft.com/office/drawing/2014/main" id="{187F1346-65BD-E64B-9A88-C76868E09D72}"/>
              </a:ext>
            </a:extLst>
          </p:cNvPr>
          <p:cNvSpPr>
            <a:spLocks noGrp="1"/>
          </p:cNvSpPr>
          <p:nvPr>
            <p:ph type="body" idx="74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74" name="Tijdelijke aanduiding voor tekst 73">
            <a:extLst>
              <a:ext uri="{FF2B5EF4-FFF2-40B4-BE49-F238E27FC236}">
                <a16:creationId xmlns:a16="http://schemas.microsoft.com/office/drawing/2014/main" id="{C88A69E0-A2C9-1946-82CC-C51DEB7B3610}"/>
              </a:ext>
            </a:extLst>
          </p:cNvPr>
          <p:cNvSpPr>
            <a:spLocks noGrp="1"/>
          </p:cNvSpPr>
          <p:nvPr>
            <p:ph type="body" idx="75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sp>
        <p:nvSpPr>
          <p:cNvPr id="75" name="Tijdelijke aanduiding voor tekst 74">
            <a:extLst>
              <a:ext uri="{FF2B5EF4-FFF2-40B4-BE49-F238E27FC236}">
                <a16:creationId xmlns:a16="http://schemas.microsoft.com/office/drawing/2014/main" id="{22D96BB9-8F19-9B4A-BF4E-45EE0F5C7D90}"/>
              </a:ext>
            </a:extLst>
          </p:cNvPr>
          <p:cNvSpPr>
            <a:spLocks noGrp="1"/>
          </p:cNvSpPr>
          <p:nvPr>
            <p:ph type="body" idx="76"/>
          </p:nvPr>
        </p:nvSpPr>
        <p:spPr/>
        <p:txBody>
          <a:bodyPr>
            <a:normAutofit fontScale="85000" lnSpcReduction="20000"/>
          </a:bodyPr>
          <a:lstStyle/>
          <a:p>
            <a:endParaRPr lang="nl-BE"/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DADB8CA2-3519-2744-9C6E-B80D53E8C7EA}"/>
              </a:ext>
            </a:extLst>
          </p:cNvPr>
          <p:cNvGrpSpPr/>
          <p:nvPr/>
        </p:nvGrpSpPr>
        <p:grpSpPr>
          <a:xfrm>
            <a:off x="6186136" y="356204"/>
            <a:ext cx="1619630" cy="1619630"/>
            <a:chOff x="5347552" y="137208"/>
            <a:chExt cx="1254040" cy="1254040"/>
          </a:xfrm>
        </p:grpSpPr>
        <p:sp>
          <p:nvSpPr>
            <p:cNvPr id="27" name="Ovaal 26">
              <a:extLst>
                <a:ext uri="{FF2B5EF4-FFF2-40B4-BE49-F238E27FC236}">
                  <a16:creationId xmlns:a16="http://schemas.microsoft.com/office/drawing/2014/main" id="{555CE958-610A-0941-B85C-EC5D4F48349F}"/>
                </a:ext>
              </a:extLst>
            </p:cNvPr>
            <p:cNvSpPr/>
            <p:nvPr/>
          </p:nvSpPr>
          <p:spPr>
            <a:xfrm>
              <a:off x="5539717" y="329373"/>
              <a:ext cx="869711" cy="869711"/>
            </a:xfrm>
            <a:prstGeom prst="ellipse">
              <a:avLst/>
            </a:prstGeom>
            <a:noFill/>
            <a:ln w="3175">
              <a:solidFill>
                <a:schemeClr val="tx2"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1" name="Ovaal 30">
              <a:extLst>
                <a:ext uri="{FF2B5EF4-FFF2-40B4-BE49-F238E27FC236}">
                  <a16:creationId xmlns:a16="http://schemas.microsoft.com/office/drawing/2014/main" id="{257CF888-1581-7048-8D52-866F3B24BC1C}"/>
                </a:ext>
              </a:extLst>
            </p:cNvPr>
            <p:cNvSpPr/>
            <p:nvPr/>
          </p:nvSpPr>
          <p:spPr>
            <a:xfrm>
              <a:off x="5454379" y="244035"/>
              <a:ext cx="1040386" cy="1040386"/>
            </a:xfrm>
            <a:prstGeom prst="ellipse">
              <a:avLst/>
            </a:prstGeom>
            <a:noFill/>
            <a:ln w="3175">
              <a:solidFill>
                <a:schemeClr val="tx2">
                  <a:alpha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2" name="Ovaal 31">
              <a:extLst>
                <a:ext uri="{FF2B5EF4-FFF2-40B4-BE49-F238E27FC236}">
                  <a16:creationId xmlns:a16="http://schemas.microsoft.com/office/drawing/2014/main" id="{AFB3CC70-486A-C84D-A770-6A9866378C5C}"/>
                </a:ext>
              </a:extLst>
            </p:cNvPr>
            <p:cNvSpPr/>
            <p:nvPr/>
          </p:nvSpPr>
          <p:spPr>
            <a:xfrm>
              <a:off x="5347552" y="137208"/>
              <a:ext cx="1254040" cy="1254040"/>
            </a:xfrm>
            <a:prstGeom prst="ellipse">
              <a:avLst/>
            </a:prstGeom>
            <a:noFill/>
            <a:ln w="3175">
              <a:solidFill>
                <a:schemeClr val="tx2">
                  <a:alpha val="2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</p:grpSp>
    </p:spTree>
    <p:extLst>
      <p:ext uri="{BB962C8B-B14F-4D97-AF65-F5344CB8AC3E}">
        <p14:creationId xmlns:p14="http://schemas.microsoft.com/office/powerpoint/2010/main" val="295309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afbeelding 5" descr="Afbeelding met persoon, kleding, buitenshuis, boom&#10;&#10;Automatisch gegenereerde beschrijving">
            <a:extLst>
              <a:ext uri="{FF2B5EF4-FFF2-40B4-BE49-F238E27FC236}">
                <a16:creationId xmlns:a16="http://schemas.microsoft.com/office/drawing/2014/main" id="{E62D3752-1770-8243-B08E-A0EC5359C9F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hq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388311F-F9F8-6EC0-BF42-616CE7EC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833EA7F-100D-D0C3-3E9A-6CCF62BC68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3117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664299F0-6C55-5A4F-2C44-4677661CF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A89A17A-AEF0-D041-B37C-FDB409127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2430809" cy="2854367"/>
          </a:xfrm>
        </p:spPr>
        <p:txBody>
          <a:bodyPr/>
          <a:lstStyle/>
          <a:p>
            <a:r>
              <a:rPr lang="nl-BE" dirty="0"/>
              <a:t>“Quote here Thinkers + Makers = Value Creators”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9B787D7-2739-AD43-B046-A187945FCD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2571750"/>
            <a:ext cx="7886700" cy="204788"/>
          </a:xfrm>
        </p:spPr>
        <p:txBody>
          <a:bodyPr/>
          <a:lstStyle/>
          <a:p>
            <a:r>
              <a:rPr lang="nl-BE" dirty="0"/>
              <a:t>- Some smart guy</a:t>
            </a:r>
          </a:p>
        </p:txBody>
      </p:sp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F1DF06D0-8760-4844-AFE9-9C7258FC7A4A}"/>
              </a:ext>
            </a:extLst>
          </p:cNvPr>
          <p:cNvSpPr/>
          <p:nvPr/>
        </p:nvSpPr>
        <p:spPr>
          <a:xfrm>
            <a:off x="511102" y="529022"/>
            <a:ext cx="2623984" cy="2970449"/>
          </a:xfrm>
          <a:prstGeom prst="roundRect">
            <a:avLst>
              <a:gd name="adj" fmla="val 1942"/>
            </a:avLst>
          </a:prstGeom>
          <a:solidFill>
            <a:schemeClr val="bg1">
              <a:alpha val="26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6E4FB7A7-2413-534E-80EE-A73B220FC0AF}"/>
              </a:ext>
            </a:extLst>
          </p:cNvPr>
          <p:cNvSpPr txBox="1"/>
          <p:nvPr/>
        </p:nvSpPr>
        <p:spPr>
          <a:xfrm>
            <a:off x="0" y="-780967"/>
            <a:ext cx="562983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MAC: Afbeelding inslepen + op 70% transparantie zetten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426D0332-CD40-4F47-A58B-BA79F65E5EEE}"/>
              </a:ext>
            </a:extLst>
          </p:cNvPr>
          <p:cNvSpPr txBox="1"/>
          <p:nvPr/>
        </p:nvSpPr>
        <p:spPr>
          <a:xfrm>
            <a:off x="0" y="-458239"/>
            <a:ext cx="562983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WINDOWS: Afbeelding inslepen + vlak kopiëren en plakken (uit slide met elementen) en op 30% transparantie zetten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03A461E-B43C-073F-162D-DA514BE723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BE"/>
          </a:p>
        </p:txBody>
      </p:sp>
      <p:pic>
        <p:nvPicPr>
          <p:cNvPr id="16" name="Tijdelijke aanduiding voor afbeelding 14" descr="Afbeelding met persoon, kleding, kamerplant, overdekt&#10;&#10;Automatisch gegenereerde beschrijving">
            <a:extLst>
              <a:ext uri="{FF2B5EF4-FFF2-40B4-BE49-F238E27FC236}">
                <a16:creationId xmlns:a16="http://schemas.microsoft.com/office/drawing/2014/main" id="{324ED005-6DE6-AEFD-4D5A-7E767F0C3F4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26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afbeelding 7" descr="Afbeelding met overdekt, kleding, meubels, persoon&#10;&#10;Automatisch gegenereerde beschrijving">
            <a:extLst>
              <a:ext uri="{FF2B5EF4-FFF2-40B4-BE49-F238E27FC236}">
                <a16:creationId xmlns:a16="http://schemas.microsoft.com/office/drawing/2014/main" id="{824FA124-BFF8-7736-68B4-C94E0F319E4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hq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9144000" cy="5143501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3B570F2-3D93-0C4C-A171-DBED1A9C3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8E4E9AB-3492-AD46-8064-5E933DC26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3516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fgeronde rechthoek 20">
            <a:extLst>
              <a:ext uri="{FF2B5EF4-FFF2-40B4-BE49-F238E27FC236}">
                <a16:creationId xmlns:a16="http://schemas.microsoft.com/office/drawing/2014/main" id="{10AC2BC4-C109-9940-9F28-699BA07F21E3}"/>
              </a:ext>
            </a:extLst>
          </p:cNvPr>
          <p:cNvSpPr/>
          <p:nvPr/>
        </p:nvSpPr>
        <p:spPr>
          <a:xfrm>
            <a:off x="273843" y="273844"/>
            <a:ext cx="4355307" cy="4358879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A8333D65-8B26-2243-A570-18E326197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Duo afbeelding/tekst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B6F0CE-960D-2B40-B196-27CFCD4C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B14E-1B64-7A42-9D43-091CD78AB243}" type="datetime1">
              <a:rPr lang="nl-BE" smtClean="0"/>
              <a:t>26/11/2024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B18B1CF-1AD2-E640-8C86-618E05C11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D2AFAE9-87A3-FD44-9BB2-301677B82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15</a:t>
            </a:fld>
            <a:endParaRPr lang="nl-BE"/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67756BD4-EBC2-AE4B-BA27-0637CD2285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19" name="Tijdelijke aanduiding voor inhoud 18">
            <a:extLst>
              <a:ext uri="{FF2B5EF4-FFF2-40B4-BE49-F238E27FC236}">
                <a16:creationId xmlns:a16="http://schemas.microsoft.com/office/drawing/2014/main" id="{3359F3EC-84D5-1648-BE92-4975B72D3B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2" name="Tijdelijke aanduiding voor afbeelding 11" descr="Afbeelding met Menselijk gezicht, persoon, overdekt, kleding&#10;&#10;Automatisch gegenereerde beschrijving">
            <a:extLst>
              <a:ext uri="{FF2B5EF4-FFF2-40B4-BE49-F238E27FC236}">
                <a16:creationId xmlns:a16="http://schemas.microsoft.com/office/drawing/2014/main" id="{8ADB8684-73AF-F9C0-A244-66DED8F92E4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328235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D68333A7-D7E8-AD4E-A0E1-9434419F0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Sfeerbeelden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59FD832-F2F1-2643-B20F-927E7F328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40301-E55E-5447-B0E7-F27BF841A296}" type="datetime1">
              <a:rPr lang="nl-BE" smtClean="0"/>
              <a:t>26/11/2024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7F23BAE-455E-8C48-8B7E-4B45A9DE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70C404A-95ED-FC4D-88EF-A79FD981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16</a:t>
            </a:fld>
            <a:endParaRPr lang="nl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823BD577-6641-CA49-AF86-C4B0D7B08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/>
              <a:t>En dit is ons team…</a:t>
            </a:r>
          </a:p>
        </p:txBody>
      </p:sp>
      <p:pic>
        <p:nvPicPr>
          <p:cNvPr id="3" name="Afbeelding 2" descr="Afbeelding met kleding, overdekt, persoon, muur&#10;&#10;Automatisch gegenereerde beschrijving">
            <a:extLst>
              <a:ext uri="{FF2B5EF4-FFF2-40B4-BE49-F238E27FC236}">
                <a16:creationId xmlns:a16="http://schemas.microsoft.com/office/drawing/2014/main" id="{975D957A-A6B0-4FA9-2462-65420AA8D7C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908" y="1681844"/>
            <a:ext cx="4118092" cy="2744401"/>
          </a:xfrm>
          <a:prstGeom prst="rect">
            <a:avLst/>
          </a:prstGeom>
        </p:spPr>
      </p:pic>
      <p:sp>
        <p:nvSpPr>
          <p:cNvPr id="11" name="Tijdelijke aanduiding voor afbeelding 7">
            <a:extLst>
              <a:ext uri="{FF2B5EF4-FFF2-40B4-BE49-F238E27FC236}">
                <a16:creationId xmlns:a16="http://schemas.microsoft.com/office/drawing/2014/main" id="{A3ADB7A7-497A-D96C-B49D-2D67CFB7EEAF}"/>
              </a:ext>
            </a:extLst>
          </p:cNvPr>
          <p:cNvSpPr txBox="1">
            <a:spLocks/>
          </p:cNvSpPr>
          <p:nvPr/>
        </p:nvSpPr>
        <p:spPr>
          <a:xfrm>
            <a:off x="628649" y="1682241"/>
            <a:ext cx="3223044" cy="29420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Poppins" pitchFamily="2" charset="77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Cooper Hewitt Light" pitchFamily="2" charset="77"/>
                <a:ea typeface="Cooper Hewitt Light" pitchFamily="2" charset="77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BE"/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2ED7309D-DD6E-9D6A-D4BA-FCCABB5422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28" name="Tijdelijke aanduiding voor afbeelding 27" descr="Afbeelding met kleding, persoon, buitenshuis, gebouw&#10;&#10;Automatisch gegenereerde beschrijving">
            <a:extLst>
              <a:ext uri="{FF2B5EF4-FFF2-40B4-BE49-F238E27FC236}">
                <a16:creationId xmlns:a16="http://schemas.microsoft.com/office/drawing/2014/main" id="{898A7339-2B8D-45BA-4B22-FFAFF676BBE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884738" y="1681163"/>
            <a:ext cx="3798887" cy="2943225"/>
          </a:xfrm>
        </p:spPr>
      </p:pic>
    </p:spTree>
    <p:extLst>
      <p:ext uri="{BB962C8B-B14F-4D97-AF65-F5344CB8AC3E}">
        <p14:creationId xmlns:p14="http://schemas.microsoft.com/office/powerpoint/2010/main" val="3390054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ijdelijke aanduiding voor afbeelding 8" descr="Afbeelding met kleding, persoon, person, Menselijk gezicht&#10;&#10;Automatisch gegenereerde beschrijving">
            <a:extLst>
              <a:ext uri="{FF2B5EF4-FFF2-40B4-BE49-F238E27FC236}">
                <a16:creationId xmlns:a16="http://schemas.microsoft.com/office/drawing/2014/main" id="{F9A790DF-7183-601E-3E09-5AAEC9D9570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AC91929-A30B-1847-9244-210196ED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98C79-0512-B54E-A41B-2D1EF3A76675}" type="datetime1">
              <a:rPr lang="nl-BE" smtClean="0"/>
              <a:t>26/11/2024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D8CB155-7A6E-4249-A1C7-44EC3BDA2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99B51F8-CD6E-A34E-AEAB-0B2F0C988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17</a:t>
            </a:fld>
            <a:endParaRPr lang="nl-BE"/>
          </a:p>
        </p:txBody>
      </p:sp>
      <p:pic>
        <p:nvPicPr>
          <p:cNvPr id="16" name="Tijdelijke aanduiding voor afbeelding 15" descr="Afbeelding met kleding, persoon, Menselijk gezicht, muur&#10;&#10;Automatisch gegenereerde beschrijving">
            <a:extLst>
              <a:ext uri="{FF2B5EF4-FFF2-40B4-BE49-F238E27FC236}">
                <a16:creationId xmlns:a16="http://schemas.microsoft.com/office/drawing/2014/main" id="{64381B47-BAA4-C94E-2FC9-887F5A152F4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8" name="Tijdelijke aanduiding voor afbeelding 17" descr="Afbeelding met persoon, kleding, person, computer&#10;&#10;Automatisch gegenereerde beschrijving">
            <a:extLst>
              <a:ext uri="{FF2B5EF4-FFF2-40B4-BE49-F238E27FC236}">
                <a16:creationId xmlns:a16="http://schemas.microsoft.com/office/drawing/2014/main" id="{4A9A6311-09F4-8D12-7424-8A1BE213E16A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73807" y="2605004"/>
            <a:ext cx="2591345" cy="1628968"/>
          </a:xfrm>
        </p:spPr>
      </p:pic>
    </p:spTree>
    <p:extLst>
      <p:ext uri="{BB962C8B-B14F-4D97-AF65-F5344CB8AC3E}">
        <p14:creationId xmlns:p14="http://schemas.microsoft.com/office/powerpoint/2010/main" val="2157460568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al 28">
            <a:extLst>
              <a:ext uri="{FF2B5EF4-FFF2-40B4-BE49-F238E27FC236}">
                <a16:creationId xmlns:a16="http://schemas.microsoft.com/office/drawing/2014/main" id="{7423A542-5783-2B47-BCDB-E2ECF42552D7}"/>
              </a:ext>
            </a:extLst>
          </p:cNvPr>
          <p:cNvSpPr/>
          <p:nvPr/>
        </p:nvSpPr>
        <p:spPr>
          <a:xfrm>
            <a:off x="6100827" y="855133"/>
            <a:ext cx="1546828" cy="1546828"/>
          </a:xfrm>
          <a:prstGeom prst="ellipse">
            <a:avLst/>
          </a:prstGeom>
          <a:noFill/>
          <a:ln w="3175"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70A1E6E2-7910-0C4A-8496-DD658895F698}"/>
              </a:ext>
            </a:extLst>
          </p:cNvPr>
          <p:cNvSpPr/>
          <p:nvPr/>
        </p:nvSpPr>
        <p:spPr>
          <a:xfrm>
            <a:off x="6572412" y="855133"/>
            <a:ext cx="1546828" cy="1546828"/>
          </a:xfrm>
          <a:prstGeom prst="ellipse">
            <a:avLst/>
          </a:prstGeom>
          <a:noFill/>
          <a:ln w="3175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1" name="Ovaal 30">
            <a:extLst>
              <a:ext uri="{FF2B5EF4-FFF2-40B4-BE49-F238E27FC236}">
                <a16:creationId xmlns:a16="http://schemas.microsoft.com/office/drawing/2014/main" id="{D36F28ED-3AAD-CC46-A3B8-A94E162DA7E5}"/>
              </a:ext>
            </a:extLst>
          </p:cNvPr>
          <p:cNvSpPr/>
          <p:nvPr/>
        </p:nvSpPr>
        <p:spPr>
          <a:xfrm>
            <a:off x="7043997" y="855133"/>
            <a:ext cx="1546828" cy="1546828"/>
          </a:xfrm>
          <a:prstGeom prst="ellipse">
            <a:avLst/>
          </a:prstGeom>
          <a:noFill/>
          <a:ln w="3175">
            <a:solidFill>
              <a:schemeClr val="tx2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374BE2F1-7BB6-0747-9769-01827BCC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Where?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F8240D06-E5ED-B047-BD5E-1C471D9E2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/>
              <a:t>Or where not?</a:t>
            </a:r>
          </a:p>
        </p:txBody>
      </p:sp>
      <p:pic>
        <p:nvPicPr>
          <p:cNvPr id="12" name="Tijdelijke aanduiding voor inhoud 11">
            <a:extLst>
              <a:ext uri="{FF2B5EF4-FFF2-40B4-BE49-F238E27FC236}">
                <a16:creationId xmlns:a16="http://schemas.microsoft.com/office/drawing/2014/main" id="{40045E7F-F16C-AC4E-8196-1D6E7F868AA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50" y="1599919"/>
            <a:ext cx="6199188" cy="2915720"/>
          </a:xfr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FA3BBF26-466A-A649-986A-107D0879F4E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9513" y="1599522"/>
            <a:ext cx="199666" cy="251008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E0EC3516-5FDB-5748-9764-179CEBF1A3A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9910" y="2702386"/>
            <a:ext cx="199666" cy="251008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44C2C3DF-4EA0-0E47-AD8D-A4C8BAD37D9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7821" y="3351540"/>
            <a:ext cx="199666" cy="251008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7629670D-5E55-8641-BBB3-65D1ED2FA7E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6951" y="3107234"/>
            <a:ext cx="199666" cy="251008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A0E10B99-2D98-054B-AA1F-D19F4317DC8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8927" y="3805250"/>
            <a:ext cx="199666" cy="251008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296235E5-13DE-0040-B60E-A085CD9514F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1110" y="3805250"/>
            <a:ext cx="199666" cy="251008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4F9877DE-D493-9F4D-B52E-2C03C0780E0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6606" y="2150953"/>
            <a:ext cx="199666" cy="251008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0AB0A875-2035-F041-8787-FC5B315DD27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1904" y="3002532"/>
            <a:ext cx="199666" cy="251008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89304F29-CA5D-1844-A6BB-4BC6519A7F1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9480" y="4210098"/>
            <a:ext cx="199666" cy="251008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F7D8B548-2B2A-A34D-8F05-FD00F6FFFD3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8142" y="3951832"/>
            <a:ext cx="199666" cy="251008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BFD7E4E1-6E0E-4249-B435-8261FCDA76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7965" y="4136756"/>
            <a:ext cx="199666" cy="251008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C1D8FC79-6A70-9C47-AC16-286624CCDE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0985" y="3948292"/>
            <a:ext cx="199666" cy="251008"/>
          </a:xfrm>
          <a:prstGeom prst="rect">
            <a:avLst/>
          </a:prstGeom>
        </p:spPr>
      </p:pic>
      <p:pic>
        <p:nvPicPr>
          <p:cNvPr id="28" name="Afbeelding 27">
            <a:extLst>
              <a:ext uri="{FF2B5EF4-FFF2-40B4-BE49-F238E27FC236}">
                <a16:creationId xmlns:a16="http://schemas.microsoft.com/office/drawing/2014/main" id="{B72506FA-C418-2F44-B576-8E818CDDC8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8969" y="4046665"/>
            <a:ext cx="199666" cy="251008"/>
          </a:xfrm>
          <a:prstGeom prst="rect">
            <a:avLst/>
          </a:prstGeom>
        </p:spPr>
      </p:pic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31177030-7BC8-EC43-A028-2E49DF8CF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63AC6-E8A8-AD4D-BE27-6ACB3269C8A4}" type="datetime1">
              <a:rPr lang="nl-BE" smtClean="0"/>
              <a:t>26/11/2024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B79A8ED-847C-8340-A836-FE838F07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CB2AA3B-CC1B-0848-A26B-A5C502AA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305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957099-663F-964D-939E-69D5DCA40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Contact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51718D-390E-8845-9BCE-05F8D3CCB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r>
              <a:rPr lang="nl-BE" dirty="0"/>
              <a:t>Gaston Geenslaan 11 B4</a:t>
            </a:r>
            <a:br>
              <a:rPr lang="nl-BE" dirty="0"/>
            </a:br>
            <a:r>
              <a:rPr lang="nl-BE" dirty="0"/>
              <a:t>3000 Leuven</a:t>
            </a:r>
          </a:p>
          <a:p>
            <a:r>
              <a:rPr lang="nl-BE" dirty="0"/>
              <a:t>hello@faros.be</a:t>
            </a:r>
            <a:br>
              <a:rPr lang="nl-BE" dirty="0"/>
            </a:br>
            <a:r>
              <a:rPr lang="nl-BE" dirty="0"/>
              <a:t>+32(0)16 240 840</a:t>
            </a:r>
          </a:p>
          <a:p>
            <a:r>
              <a:rPr lang="nl-BE" b="1" dirty="0">
                <a:gradFill>
                  <a:gsLst>
                    <a:gs pos="0">
                      <a:srgbClr val="7A4FFF"/>
                    </a:gs>
                    <a:gs pos="100000">
                      <a:schemeClr val="accent4"/>
                    </a:gs>
                  </a:gsLst>
                  <a:lin ang="0" scaled="0"/>
                </a:gradFill>
              </a:rPr>
              <a:t>Naam presentator</a:t>
            </a:r>
          </a:p>
          <a:p>
            <a:r>
              <a:rPr lang="nl-BE" dirty="0"/>
              <a:t>presentator@faros.be</a:t>
            </a:r>
            <a:br>
              <a:rPr lang="nl-BE" dirty="0"/>
            </a:br>
            <a:r>
              <a:rPr lang="nl-BE" dirty="0"/>
              <a:t>+32(0)4########</a:t>
            </a:r>
          </a:p>
        </p:txBody>
      </p:sp>
      <p:pic>
        <p:nvPicPr>
          <p:cNvPr id="6" name="Tijdelijke aanduiding voor inhoud 11">
            <a:extLst>
              <a:ext uri="{FF2B5EF4-FFF2-40B4-BE49-F238E27FC236}">
                <a16:creationId xmlns:a16="http://schemas.microsoft.com/office/drawing/2014/main" id="{0A1EA187-2BA5-A247-8A9E-1B0BDD311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87788" y="293427"/>
            <a:ext cx="4629150" cy="4326340"/>
          </a:xfr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8BBE999D-42AE-F04C-9DFA-2522091C7E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4402" y="3657704"/>
            <a:ext cx="199666" cy="251008"/>
          </a:xfrm>
          <a:prstGeom prst="rect">
            <a:avLst/>
          </a:prstGeom>
        </p:spPr>
      </p:pic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8140CA9-6293-DC46-9451-07D51A2ED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2D560-E551-1947-95BC-1F5330BF694E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F985D37-3B4B-BB4B-A3CD-89095DBB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9E269C56-8165-0248-8F06-E0B1730C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19</a:t>
            </a:fld>
            <a:endParaRPr lang="nl-BE"/>
          </a:p>
        </p:txBody>
      </p:sp>
      <p:sp>
        <p:nvSpPr>
          <p:cNvPr id="9" name="Shape 2715">
            <a:extLst>
              <a:ext uri="{FF2B5EF4-FFF2-40B4-BE49-F238E27FC236}">
                <a16:creationId xmlns:a16="http://schemas.microsoft.com/office/drawing/2014/main" id="{FD45D068-2A8E-144E-A1E3-2C2CA541C357}"/>
              </a:ext>
            </a:extLst>
          </p:cNvPr>
          <p:cNvSpPr/>
          <p:nvPr/>
        </p:nvSpPr>
        <p:spPr>
          <a:xfrm>
            <a:off x="1395672" y="4191443"/>
            <a:ext cx="169971" cy="169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5929" y="7018"/>
                </a:moveTo>
                <a:cubicBezTo>
                  <a:pt x="15540" y="7246"/>
                  <a:pt x="15108" y="7411"/>
                  <a:pt x="14650" y="7499"/>
                </a:cubicBezTo>
                <a:cubicBezTo>
                  <a:pt x="14282" y="7114"/>
                  <a:pt x="13759" y="6874"/>
                  <a:pt x="13180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6" y="7236"/>
                </a:cubicBezTo>
                <a:cubicBezTo>
                  <a:pt x="6892" y="7529"/>
                  <a:pt x="6793" y="7870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7" y="9635"/>
                </a:cubicBezTo>
                <a:cubicBezTo>
                  <a:pt x="6776" y="9644"/>
                  <a:pt x="6776" y="9652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6" y="11661"/>
                  <a:pt x="7483" y="11638"/>
                </a:cubicBezTo>
                <a:cubicBezTo>
                  <a:pt x="7739" y="12426"/>
                  <a:pt x="8482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39" y="13855"/>
                  <a:pt x="6382" y="13837"/>
                </a:cubicBezTo>
                <a:cubicBezTo>
                  <a:pt x="7273" y="14398"/>
                  <a:pt x="8332" y="14727"/>
                  <a:pt x="9470" y="14727"/>
                </a:cubicBezTo>
                <a:cubicBezTo>
                  <a:pt x="13174" y="14727"/>
                  <a:pt x="15200" y="11706"/>
                  <a:pt x="15200" y="9086"/>
                </a:cubicBezTo>
                <a:cubicBezTo>
                  <a:pt x="15200" y="9000"/>
                  <a:pt x="15199" y="8914"/>
                  <a:pt x="15195" y="8829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0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0" name="Shape 2716">
            <a:extLst>
              <a:ext uri="{FF2B5EF4-FFF2-40B4-BE49-F238E27FC236}">
                <a16:creationId xmlns:a16="http://schemas.microsoft.com/office/drawing/2014/main" id="{784BAF12-3724-424A-8748-D4591CB0F0F2}"/>
              </a:ext>
            </a:extLst>
          </p:cNvPr>
          <p:cNvSpPr/>
          <p:nvPr/>
        </p:nvSpPr>
        <p:spPr>
          <a:xfrm>
            <a:off x="720114" y="4191443"/>
            <a:ext cx="169971" cy="169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5" y="7858"/>
                </a:lnTo>
                <a:lnTo>
                  <a:pt x="13245" y="6381"/>
                </a:lnTo>
                <a:lnTo>
                  <a:pt x="11938" y="6381"/>
                </a:lnTo>
                <a:cubicBezTo>
                  <a:pt x="10368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1" name="Shape 2721">
            <a:extLst>
              <a:ext uri="{FF2B5EF4-FFF2-40B4-BE49-F238E27FC236}">
                <a16:creationId xmlns:a16="http://schemas.microsoft.com/office/drawing/2014/main" id="{6D8D64C0-4B3C-1348-A25C-67427B224B14}"/>
              </a:ext>
            </a:extLst>
          </p:cNvPr>
          <p:cNvSpPr/>
          <p:nvPr/>
        </p:nvSpPr>
        <p:spPr>
          <a:xfrm>
            <a:off x="1041962" y="4191443"/>
            <a:ext cx="169971" cy="169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30" y="9321"/>
                </a:moveTo>
                <a:cubicBezTo>
                  <a:pt x="11975" y="9321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1"/>
                  <a:pt x="13430" y="9321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1"/>
                </a:lnTo>
                <a:lnTo>
                  <a:pt x="6873" y="9321"/>
                </a:lnTo>
                <a:cubicBezTo>
                  <a:pt x="6873" y="9321"/>
                  <a:pt x="6873" y="14727"/>
                  <a:pt x="6873" y="14727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 dirty="0">
              <a:latin typeface="Arial"/>
              <a:ea typeface="Arial"/>
              <a:cs typeface="Arial"/>
            </a:endParaRPr>
          </a:p>
        </p:txBody>
      </p:sp>
      <p:sp>
        <p:nvSpPr>
          <p:cNvPr id="12" name="Shape 2725">
            <a:extLst>
              <a:ext uri="{FF2B5EF4-FFF2-40B4-BE49-F238E27FC236}">
                <a16:creationId xmlns:a16="http://schemas.microsoft.com/office/drawing/2014/main" id="{F0770ECD-C1A9-5046-982E-C067DC7BAFD1}"/>
              </a:ext>
            </a:extLst>
          </p:cNvPr>
          <p:cNvSpPr/>
          <p:nvPr/>
        </p:nvSpPr>
        <p:spPr>
          <a:xfrm>
            <a:off x="2684374" y="4191443"/>
            <a:ext cx="169971" cy="1699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8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8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642C27A2-C435-F74F-BC03-C6CCCADC4D1A}"/>
              </a:ext>
            </a:extLst>
          </p:cNvPr>
          <p:cNvSpPr txBox="1"/>
          <p:nvPr/>
        </p:nvSpPr>
        <p:spPr>
          <a:xfrm>
            <a:off x="1521623" y="4140131"/>
            <a:ext cx="11627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Cooper Hewitt Light" pitchFamily="2" charset="77"/>
                <a:ea typeface="Cooper Hewitt Light" pitchFamily="2" charset="77"/>
              </a:rPr>
              <a:t>@FarosBelgium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CF2C76EB-4CB9-4849-A6C7-BA86BA4287F2}"/>
              </a:ext>
            </a:extLst>
          </p:cNvPr>
          <p:cNvSpPr txBox="1"/>
          <p:nvPr/>
        </p:nvSpPr>
        <p:spPr>
          <a:xfrm>
            <a:off x="2810325" y="4140131"/>
            <a:ext cx="6761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100" dirty="0">
                <a:latin typeface="Cooper Hewitt Light" pitchFamily="2" charset="77"/>
                <a:ea typeface="Cooper Hewitt Light" pitchFamily="2" charset="77"/>
              </a:rPr>
              <a:t>farosbe</a:t>
            </a:r>
          </a:p>
        </p:txBody>
      </p:sp>
    </p:spTree>
    <p:extLst>
      <p:ext uri="{BB962C8B-B14F-4D97-AF65-F5344CB8AC3E}">
        <p14:creationId xmlns:p14="http://schemas.microsoft.com/office/powerpoint/2010/main" val="23483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afbeelding 7" descr="Afbeelding met kleding, persoon, person, buitenshuis&#10;&#10;Automatisch gegenereerde beschrijving">
            <a:extLst>
              <a:ext uri="{FF2B5EF4-FFF2-40B4-BE49-F238E27FC236}">
                <a16:creationId xmlns:a16="http://schemas.microsoft.com/office/drawing/2014/main" id="{DE54E5E4-3E52-2211-275F-EA0FD9A916E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hqprint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6715"/>
            <a:ext cx="9144000" cy="5046785"/>
          </a:xfrm>
        </p:spPr>
      </p:pic>
      <p:sp>
        <p:nvSpPr>
          <p:cNvPr id="9" name="Handmatige invoer 8">
            <a:extLst>
              <a:ext uri="{FF2B5EF4-FFF2-40B4-BE49-F238E27FC236}">
                <a16:creationId xmlns:a16="http://schemas.microsoft.com/office/drawing/2014/main" id="{E3A5B5F8-0D1B-8D9A-50A9-ABF78C46E106}"/>
              </a:ext>
            </a:extLst>
          </p:cNvPr>
          <p:cNvSpPr/>
          <p:nvPr/>
        </p:nvSpPr>
        <p:spPr>
          <a:xfrm rot="10800000">
            <a:off x="0" y="0"/>
            <a:ext cx="9144000" cy="1401468"/>
          </a:xfrm>
          <a:prstGeom prst="flowChartManualInpu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9611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hoek 20">
            <a:extLst>
              <a:ext uri="{FF2B5EF4-FFF2-40B4-BE49-F238E27FC236}">
                <a16:creationId xmlns:a16="http://schemas.microsoft.com/office/drawing/2014/main" id="{45629A91-6D23-1C49-B381-846E48B57C3A}"/>
              </a:ext>
            </a:extLst>
          </p:cNvPr>
          <p:cNvSpPr/>
          <p:nvPr/>
        </p:nvSpPr>
        <p:spPr>
          <a:xfrm>
            <a:off x="7500747" y="1128990"/>
            <a:ext cx="1430196" cy="950394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Afgeronde rechthoek 2">
            <a:extLst>
              <a:ext uri="{FF2B5EF4-FFF2-40B4-BE49-F238E27FC236}">
                <a16:creationId xmlns:a16="http://schemas.microsoft.com/office/drawing/2014/main" id="{F2219B73-BEA6-774E-9195-94CEBBE1B703}"/>
              </a:ext>
            </a:extLst>
          </p:cNvPr>
          <p:cNvSpPr/>
          <p:nvPr/>
        </p:nvSpPr>
        <p:spPr>
          <a:xfrm>
            <a:off x="2466753" y="2961984"/>
            <a:ext cx="1382234" cy="538717"/>
          </a:xfrm>
          <a:prstGeom prst="roundRect">
            <a:avLst/>
          </a:prstGeom>
          <a:gradFill>
            <a:gsLst>
              <a:gs pos="0">
                <a:srgbClr val="7A4FFF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763EDC69-4797-3E4E-85ED-1B994C7C31B8}"/>
              </a:ext>
            </a:extLst>
          </p:cNvPr>
          <p:cNvSpPr/>
          <p:nvPr/>
        </p:nvSpPr>
        <p:spPr>
          <a:xfrm>
            <a:off x="786809" y="3965020"/>
            <a:ext cx="1382234" cy="538717"/>
          </a:xfrm>
          <a:prstGeom prst="roundRect">
            <a:avLst/>
          </a:prstGeom>
          <a:gradFill>
            <a:gsLst>
              <a:gs pos="0">
                <a:schemeClr val="accent3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Afgeronde rechthoek 5">
            <a:extLst>
              <a:ext uri="{FF2B5EF4-FFF2-40B4-BE49-F238E27FC236}">
                <a16:creationId xmlns:a16="http://schemas.microsoft.com/office/drawing/2014/main" id="{5F66E588-6803-C04E-99ED-AE4009534279}"/>
              </a:ext>
            </a:extLst>
          </p:cNvPr>
          <p:cNvSpPr/>
          <p:nvPr/>
        </p:nvSpPr>
        <p:spPr>
          <a:xfrm>
            <a:off x="2466752" y="3965020"/>
            <a:ext cx="1382234" cy="538717"/>
          </a:xfrm>
          <a:prstGeom prst="roundRect">
            <a:avLst/>
          </a:prstGeom>
          <a:gradFill>
            <a:gsLst>
              <a:gs pos="100000">
                <a:srgbClr val="7A4FFF"/>
              </a:gs>
              <a:gs pos="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Afgeronde rechthoek 6">
            <a:extLst>
              <a:ext uri="{FF2B5EF4-FFF2-40B4-BE49-F238E27FC236}">
                <a16:creationId xmlns:a16="http://schemas.microsoft.com/office/drawing/2014/main" id="{4B5E3378-B9D7-F249-952F-B2412E930BDE}"/>
              </a:ext>
            </a:extLst>
          </p:cNvPr>
          <p:cNvSpPr/>
          <p:nvPr/>
        </p:nvSpPr>
        <p:spPr>
          <a:xfrm>
            <a:off x="786809" y="2962696"/>
            <a:ext cx="1382234" cy="538717"/>
          </a:xfrm>
          <a:prstGeom prst="roundRect">
            <a:avLst/>
          </a:prstGeom>
          <a:gradFill>
            <a:gsLst>
              <a:gs pos="100000">
                <a:srgbClr val="7A4FFF"/>
              </a:gs>
              <a:gs pos="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Afgeronde rechthoek 7">
            <a:extLst>
              <a:ext uri="{FF2B5EF4-FFF2-40B4-BE49-F238E27FC236}">
                <a16:creationId xmlns:a16="http://schemas.microsoft.com/office/drawing/2014/main" id="{A1E6250D-577E-FC43-9989-E71B22851F90}"/>
              </a:ext>
            </a:extLst>
          </p:cNvPr>
          <p:cNvSpPr/>
          <p:nvPr/>
        </p:nvSpPr>
        <p:spPr>
          <a:xfrm>
            <a:off x="786808" y="1953937"/>
            <a:ext cx="3062177" cy="538717"/>
          </a:xfrm>
          <a:prstGeom prst="round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BDAB1F36-8E4D-FA4A-A181-D5BDDAE0E56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BFDFF"/>
              </a:clrFrom>
              <a:clrTo>
                <a:srgbClr val="FBFD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3334" y="1979186"/>
            <a:ext cx="532327" cy="66921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6C251378-7CA1-2C4F-A5E6-86F336A1EC6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3080" y="1312487"/>
            <a:ext cx="1091574" cy="577642"/>
          </a:xfrm>
          <a:prstGeom prst="rect">
            <a:avLst/>
          </a:prstGeom>
        </p:spPr>
      </p:pic>
      <p:sp>
        <p:nvSpPr>
          <p:cNvPr id="11" name="Ovaal 10">
            <a:extLst>
              <a:ext uri="{FF2B5EF4-FFF2-40B4-BE49-F238E27FC236}">
                <a16:creationId xmlns:a16="http://schemas.microsoft.com/office/drawing/2014/main" id="{93BF83DB-31B1-2B4C-9A63-07AED953930E}"/>
              </a:ext>
            </a:extLst>
          </p:cNvPr>
          <p:cNvSpPr/>
          <p:nvPr/>
        </p:nvSpPr>
        <p:spPr>
          <a:xfrm>
            <a:off x="6937670" y="2808816"/>
            <a:ext cx="913967" cy="913967"/>
          </a:xfrm>
          <a:prstGeom prst="ellipse">
            <a:avLst/>
          </a:prstGeom>
          <a:noFill/>
          <a:ln w="3175">
            <a:solidFill>
              <a:schemeClr val="tx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B30A8E05-485A-E147-B00E-AFF8561BC82D}"/>
              </a:ext>
            </a:extLst>
          </p:cNvPr>
          <p:cNvSpPr/>
          <p:nvPr/>
        </p:nvSpPr>
        <p:spPr>
          <a:xfrm>
            <a:off x="7107426" y="2808816"/>
            <a:ext cx="913967" cy="913967"/>
          </a:xfrm>
          <a:prstGeom prst="ellipse">
            <a:avLst/>
          </a:prstGeom>
          <a:noFill/>
          <a:ln w="3175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3BBEE063-4DC7-4841-867E-5FE404E7D346}"/>
              </a:ext>
            </a:extLst>
          </p:cNvPr>
          <p:cNvSpPr/>
          <p:nvPr/>
        </p:nvSpPr>
        <p:spPr>
          <a:xfrm>
            <a:off x="7277182" y="2808816"/>
            <a:ext cx="913967" cy="913967"/>
          </a:xfrm>
          <a:prstGeom prst="ellipse">
            <a:avLst/>
          </a:prstGeom>
          <a:noFill/>
          <a:ln w="3175">
            <a:solidFill>
              <a:schemeClr val="tx2">
                <a:alpha val="2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5" name="Rechte verbindingslijn 14">
            <a:extLst>
              <a:ext uri="{FF2B5EF4-FFF2-40B4-BE49-F238E27FC236}">
                <a16:creationId xmlns:a16="http://schemas.microsoft.com/office/drawing/2014/main" id="{A5EA0EE8-51E3-3A4D-8067-83B53620B03D}"/>
              </a:ext>
            </a:extLst>
          </p:cNvPr>
          <p:cNvCxnSpPr/>
          <p:nvPr/>
        </p:nvCxnSpPr>
        <p:spPr>
          <a:xfrm>
            <a:off x="6370820" y="3683032"/>
            <a:ext cx="2300990" cy="308112"/>
          </a:xfrm>
          <a:prstGeom prst="line">
            <a:avLst/>
          </a:prstGeom>
          <a:ln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fgeronde rechthoek 15">
            <a:extLst>
              <a:ext uri="{FF2B5EF4-FFF2-40B4-BE49-F238E27FC236}">
                <a16:creationId xmlns:a16="http://schemas.microsoft.com/office/drawing/2014/main" id="{E1839382-FCD3-4A49-89C7-56719DB4C9B0}"/>
              </a:ext>
            </a:extLst>
          </p:cNvPr>
          <p:cNvSpPr/>
          <p:nvPr/>
        </p:nvSpPr>
        <p:spPr>
          <a:xfrm>
            <a:off x="4168705" y="1940754"/>
            <a:ext cx="1536861" cy="1559947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>
            <a:noFill/>
          </a:ln>
          <a:effectLst>
            <a:outerShdw blurRad="190500" dist="1016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7" name="Rechthoek 14">
            <a:extLst>
              <a:ext uri="{FF2B5EF4-FFF2-40B4-BE49-F238E27FC236}">
                <a16:creationId xmlns:a16="http://schemas.microsoft.com/office/drawing/2014/main" id="{1B0E8C22-7DB6-4343-8234-7CECAD994F55}"/>
              </a:ext>
            </a:extLst>
          </p:cNvPr>
          <p:cNvSpPr/>
          <p:nvPr/>
        </p:nvSpPr>
        <p:spPr>
          <a:xfrm>
            <a:off x="6370820" y="4057591"/>
            <a:ext cx="2300990" cy="446146"/>
          </a:xfrm>
          <a:custGeom>
            <a:avLst/>
            <a:gdLst>
              <a:gd name="connsiteX0" fmla="*/ 0 w 9144000"/>
              <a:gd name="connsiteY0" fmla="*/ 0 h 963262"/>
              <a:gd name="connsiteX1" fmla="*/ 9144000 w 9144000"/>
              <a:gd name="connsiteY1" fmla="*/ 0 h 963262"/>
              <a:gd name="connsiteX2" fmla="*/ 9144000 w 9144000"/>
              <a:gd name="connsiteY2" fmla="*/ 963262 h 963262"/>
              <a:gd name="connsiteX3" fmla="*/ 0 w 9144000"/>
              <a:gd name="connsiteY3" fmla="*/ 963262 h 963262"/>
              <a:gd name="connsiteX4" fmla="*/ 0 w 9144000"/>
              <a:gd name="connsiteY4" fmla="*/ 0 h 963262"/>
              <a:gd name="connsiteX0" fmla="*/ 0 w 9144000"/>
              <a:gd name="connsiteY0" fmla="*/ 0 h 1772959"/>
              <a:gd name="connsiteX1" fmla="*/ 9144000 w 9144000"/>
              <a:gd name="connsiteY1" fmla="*/ 809697 h 1772959"/>
              <a:gd name="connsiteX2" fmla="*/ 9144000 w 9144000"/>
              <a:gd name="connsiteY2" fmla="*/ 1772959 h 1772959"/>
              <a:gd name="connsiteX3" fmla="*/ 0 w 9144000"/>
              <a:gd name="connsiteY3" fmla="*/ 1772959 h 1772959"/>
              <a:gd name="connsiteX4" fmla="*/ 0 w 9144000"/>
              <a:gd name="connsiteY4" fmla="*/ 0 h 1772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1772959">
                <a:moveTo>
                  <a:pt x="0" y="0"/>
                </a:moveTo>
                <a:lnTo>
                  <a:pt x="9144000" y="809697"/>
                </a:lnTo>
                <a:lnTo>
                  <a:pt x="9144000" y="1772959"/>
                </a:lnTo>
                <a:lnTo>
                  <a:pt x="0" y="177295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02CCC0A3-79E5-BA43-A359-7B1958940F30}"/>
              </a:ext>
            </a:extLst>
          </p:cNvPr>
          <p:cNvSpPr/>
          <p:nvPr/>
        </p:nvSpPr>
        <p:spPr>
          <a:xfrm>
            <a:off x="2606644" y="2520703"/>
            <a:ext cx="1146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2800" b="1" dirty="0">
                <a:gradFill>
                  <a:gsLst>
                    <a:gs pos="0">
                      <a:srgbClr val="7A4FFF"/>
                    </a:gs>
                    <a:gs pos="100000">
                      <a:schemeClr val="accent5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rPr>
              <a:t>Tekst</a:t>
            </a:r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067723F2-CE2C-7949-9E06-F191A27571AD}"/>
              </a:ext>
            </a:extLst>
          </p:cNvPr>
          <p:cNvSpPr/>
          <p:nvPr/>
        </p:nvSpPr>
        <p:spPr>
          <a:xfrm>
            <a:off x="2606644" y="3516823"/>
            <a:ext cx="1146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2800" b="1" dirty="0">
                <a:gradFill>
                  <a:gsLst>
                    <a:gs pos="0">
                      <a:schemeClr val="accent2"/>
                    </a:gs>
                    <a:gs pos="100000">
                      <a:srgbClr val="7A4FFF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rPr>
              <a:t>Tekst</a:t>
            </a:r>
          </a:p>
        </p:txBody>
      </p:sp>
      <p:sp>
        <p:nvSpPr>
          <p:cNvPr id="23" name="Rechthoek 22">
            <a:extLst>
              <a:ext uri="{FF2B5EF4-FFF2-40B4-BE49-F238E27FC236}">
                <a16:creationId xmlns:a16="http://schemas.microsoft.com/office/drawing/2014/main" id="{9D243E9C-E91C-624B-8A8B-1A83DE7B3CE7}"/>
              </a:ext>
            </a:extLst>
          </p:cNvPr>
          <p:cNvSpPr/>
          <p:nvPr/>
        </p:nvSpPr>
        <p:spPr>
          <a:xfrm>
            <a:off x="904692" y="3516823"/>
            <a:ext cx="1146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2800" b="1" dirty="0">
                <a:gradFill>
                  <a:gsLst>
                    <a:gs pos="0">
                      <a:schemeClr val="accent3"/>
                    </a:gs>
                    <a:gs pos="99000">
                      <a:schemeClr val="accent5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rPr>
              <a:t>Tekst</a:t>
            </a:r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DDEF10E0-E8C6-2E4E-9140-91C1C370BA25}"/>
              </a:ext>
            </a:extLst>
          </p:cNvPr>
          <p:cNvSpPr/>
          <p:nvPr/>
        </p:nvSpPr>
        <p:spPr>
          <a:xfrm>
            <a:off x="904692" y="2514499"/>
            <a:ext cx="1146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nl-BE" sz="2800" b="1" dirty="0">
                <a:gradFill>
                  <a:gsLst>
                    <a:gs pos="0">
                      <a:schemeClr val="accent1"/>
                    </a:gs>
                    <a:gs pos="100000">
                      <a:srgbClr val="7A4FFF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rPr>
              <a:t>Tekst</a:t>
            </a:r>
          </a:p>
        </p:txBody>
      </p:sp>
      <p:sp>
        <p:nvSpPr>
          <p:cNvPr id="25" name="Rechthoek 24">
            <a:extLst>
              <a:ext uri="{FF2B5EF4-FFF2-40B4-BE49-F238E27FC236}">
                <a16:creationId xmlns:a16="http://schemas.microsoft.com/office/drawing/2014/main" id="{F2946203-137E-7D4C-B43A-77E52735B684}"/>
              </a:ext>
            </a:extLst>
          </p:cNvPr>
          <p:cNvSpPr/>
          <p:nvPr/>
        </p:nvSpPr>
        <p:spPr>
          <a:xfrm>
            <a:off x="917512" y="1471880"/>
            <a:ext cx="2800768" cy="4909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nl-BE" sz="2800" b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0" scaled="0"/>
                </a:gradFill>
                <a:latin typeface="Poppins SemiBold" pitchFamily="2" charset="77"/>
                <a:ea typeface="+mj-ea"/>
                <a:cs typeface="Poppins SemiBold" pitchFamily="2" charset="77"/>
              </a:rPr>
              <a:t>Tekst gradient</a:t>
            </a:r>
          </a:p>
        </p:txBody>
      </p:sp>
      <p:sp>
        <p:nvSpPr>
          <p:cNvPr id="26" name="Afgeronde rechthoek 25">
            <a:extLst>
              <a:ext uri="{FF2B5EF4-FFF2-40B4-BE49-F238E27FC236}">
                <a16:creationId xmlns:a16="http://schemas.microsoft.com/office/drawing/2014/main" id="{8ADAF7E0-2583-124F-BFA4-C25E4CA41653}"/>
              </a:ext>
            </a:extLst>
          </p:cNvPr>
          <p:cNvSpPr/>
          <p:nvPr/>
        </p:nvSpPr>
        <p:spPr>
          <a:xfrm>
            <a:off x="4168703" y="1005464"/>
            <a:ext cx="1536863" cy="749395"/>
          </a:xfrm>
          <a:prstGeom prst="roundRect">
            <a:avLst>
              <a:gd name="adj" fmla="val 1942"/>
            </a:avLst>
          </a:prstGeom>
          <a:solidFill>
            <a:schemeClr val="bg1">
              <a:alpha val="26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33607B4-99C5-7F4F-8A0F-CADB91ED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116856" cy="994172"/>
          </a:xfrm>
        </p:spPr>
        <p:txBody>
          <a:bodyPr/>
          <a:lstStyle/>
          <a:p>
            <a:r>
              <a:rPr lang="nl-BE" dirty="0"/>
              <a:t>Kopiëren &amp; plakken</a:t>
            </a:r>
          </a:p>
        </p:txBody>
      </p: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C965BC8-1D5E-114D-A50B-A37E460D9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39F48-894E-5A42-AC05-7F762817A007}" type="datetime1">
              <a:rPr lang="nl-BE" smtClean="0"/>
              <a:t>26/11/2024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336C0B65-6A6D-6843-90F6-BC732B50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40AE4CB2-4B17-6C49-9D18-BB5A7237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21</a:t>
            </a:fld>
            <a:endParaRPr lang="nl-BE"/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4834245-2686-6D4A-B652-C650B3AAD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/>
              <a:t>Elementen en Opmaak</a:t>
            </a:r>
          </a:p>
        </p:txBody>
      </p:sp>
      <p:pic>
        <p:nvPicPr>
          <p:cNvPr id="27" name="Picture 9">
            <a:extLst>
              <a:ext uri="{FF2B5EF4-FFF2-40B4-BE49-F238E27FC236}">
                <a16:creationId xmlns:a16="http://schemas.microsoft.com/office/drawing/2014/main" id="{FF41B378-68CA-5747-94B3-D9E4492332C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66" r="2266"/>
          <a:stretch>
            <a:fillRect/>
          </a:stretch>
        </p:blipFill>
        <p:spPr>
          <a:xfrm>
            <a:off x="7656056" y="1268016"/>
            <a:ext cx="1070186" cy="672738"/>
          </a:xfrm>
          <a:prstGeom prst="rect">
            <a:avLst/>
          </a:prstGeom>
        </p:spPr>
      </p:pic>
      <p:sp>
        <p:nvSpPr>
          <p:cNvPr id="29" name="Rechthoek 28">
            <a:extLst>
              <a:ext uri="{FF2B5EF4-FFF2-40B4-BE49-F238E27FC236}">
                <a16:creationId xmlns:a16="http://schemas.microsoft.com/office/drawing/2014/main" id="{CF378823-9BF8-1742-841D-BE10CE46D146}"/>
              </a:ext>
            </a:extLst>
          </p:cNvPr>
          <p:cNvSpPr/>
          <p:nvPr/>
        </p:nvSpPr>
        <p:spPr>
          <a:xfrm>
            <a:off x="4146695" y="3965020"/>
            <a:ext cx="1139233" cy="346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8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Poppins SemiBold" panose="02000000000000000000" pitchFamily="2" charset="77"/>
                <a:cs typeface="Poppins SemiBold" panose="02000000000000000000" pitchFamily="2" charset="77"/>
              </a:rPr>
              <a:t>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43850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iMac Device"/>
          <p:cNvGrpSpPr/>
          <p:nvPr/>
        </p:nvGrpSpPr>
        <p:grpSpPr>
          <a:xfrm>
            <a:off x="715036" y="1318019"/>
            <a:ext cx="4011545" cy="3230882"/>
            <a:chOff x="4300539" y="1984376"/>
            <a:chExt cx="3589338" cy="2890838"/>
          </a:xfrm>
        </p:grpSpPr>
        <p:sp>
          <p:nvSpPr>
            <p:cNvPr id="5" name="Freeform 5"/>
            <p:cNvSpPr>
              <a:spLocks/>
            </p:cNvSpPr>
            <p:nvPr/>
          </p:nvSpPr>
          <p:spPr bwMode="auto">
            <a:xfrm>
              <a:off x="4300539" y="1984376"/>
              <a:ext cx="3589338" cy="2170113"/>
            </a:xfrm>
            <a:custGeom>
              <a:avLst/>
              <a:gdLst>
                <a:gd name="T0" fmla="*/ 2537 w 2537"/>
                <a:gd name="T1" fmla="*/ 1533 h 1533"/>
                <a:gd name="T2" fmla="*/ 2537 w 2537"/>
                <a:gd name="T3" fmla="*/ 71 h 1533"/>
                <a:gd name="T4" fmla="*/ 2467 w 2537"/>
                <a:gd name="T5" fmla="*/ 0 h 1533"/>
                <a:gd name="T6" fmla="*/ 71 w 2537"/>
                <a:gd name="T7" fmla="*/ 0 h 1533"/>
                <a:gd name="T8" fmla="*/ 0 w 2537"/>
                <a:gd name="T9" fmla="*/ 71 h 1533"/>
                <a:gd name="T10" fmla="*/ 0 w 2537"/>
                <a:gd name="T11" fmla="*/ 1533 h 1533"/>
                <a:gd name="T12" fmla="*/ 2537 w 2537"/>
                <a:gd name="T13" fmla="*/ 1533 h 1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7" h="1533">
                  <a:moveTo>
                    <a:pt x="2537" y="1533"/>
                  </a:moveTo>
                  <a:cubicBezTo>
                    <a:pt x="2537" y="71"/>
                    <a:pt x="2537" y="71"/>
                    <a:pt x="2537" y="71"/>
                  </a:cubicBezTo>
                  <a:cubicBezTo>
                    <a:pt x="2537" y="32"/>
                    <a:pt x="2506" y="0"/>
                    <a:pt x="2467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32" y="0"/>
                    <a:pt x="0" y="32"/>
                    <a:pt x="0" y="71"/>
                  </a:cubicBezTo>
                  <a:cubicBezTo>
                    <a:pt x="0" y="1533"/>
                    <a:pt x="0" y="1533"/>
                    <a:pt x="0" y="1533"/>
                  </a:cubicBezTo>
                  <a:lnTo>
                    <a:pt x="2537" y="1533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4440239" y="2132014"/>
              <a:ext cx="3309938" cy="1873250"/>
            </a:xfrm>
            <a:custGeom>
              <a:avLst/>
              <a:gdLst>
                <a:gd name="T0" fmla="*/ 2075 w 2085"/>
                <a:gd name="T1" fmla="*/ 10 h 1180"/>
                <a:gd name="T2" fmla="*/ 2075 w 2085"/>
                <a:gd name="T3" fmla="*/ 1170 h 1180"/>
                <a:gd name="T4" fmla="*/ 10 w 2085"/>
                <a:gd name="T5" fmla="*/ 1170 h 1180"/>
                <a:gd name="T6" fmla="*/ 10 w 2085"/>
                <a:gd name="T7" fmla="*/ 10 h 1180"/>
                <a:gd name="T8" fmla="*/ 2075 w 2085"/>
                <a:gd name="T9" fmla="*/ 10 h 1180"/>
                <a:gd name="T10" fmla="*/ 2085 w 2085"/>
                <a:gd name="T11" fmla="*/ 0 h 1180"/>
                <a:gd name="T12" fmla="*/ 2075 w 2085"/>
                <a:gd name="T13" fmla="*/ 0 h 1180"/>
                <a:gd name="T14" fmla="*/ 10 w 2085"/>
                <a:gd name="T15" fmla="*/ 0 h 1180"/>
                <a:gd name="T16" fmla="*/ 0 w 2085"/>
                <a:gd name="T17" fmla="*/ 0 h 1180"/>
                <a:gd name="T18" fmla="*/ 0 w 2085"/>
                <a:gd name="T19" fmla="*/ 10 h 1180"/>
                <a:gd name="T20" fmla="*/ 0 w 2085"/>
                <a:gd name="T21" fmla="*/ 1170 h 1180"/>
                <a:gd name="T22" fmla="*/ 0 w 2085"/>
                <a:gd name="T23" fmla="*/ 1180 h 1180"/>
                <a:gd name="T24" fmla="*/ 10 w 2085"/>
                <a:gd name="T25" fmla="*/ 1180 h 1180"/>
                <a:gd name="T26" fmla="*/ 2075 w 2085"/>
                <a:gd name="T27" fmla="*/ 1180 h 1180"/>
                <a:gd name="T28" fmla="*/ 2085 w 2085"/>
                <a:gd name="T29" fmla="*/ 1180 h 1180"/>
                <a:gd name="T30" fmla="*/ 2085 w 2085"/>
                <a:gd name="T31" fmla="*/ 1170 h 1180"/>
                <a:gd name="T32" fmla="*/ 2085 w 2085"/>
                <a:gd name="T33" fmla="*/ 10 h 1180"/>
                <a:gd name="T34" fmla="*/ 2085 w 2085"/>
                <a:gd name="T35" fmla="*/ 0 h 1180"/>
                <a:gd name="T36" fmla="*/ 2085 w 2085"/>
                <a:gd name="T37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5" h="1180">
                  <a:moveTo>
                    <a:pt x="2075" y="10"/>
                  </a:moveTo>
                  <a:lnTo>
                    <a:pt x="2075" y="1170"/>
                  </a:lnTo>
                  <a:lnTo>
                    <a:pt x="10" y="1170"/>
                  </a:lnTo>
                  <a:lnTo>
                    <a:pt x="10" y="10"/>
                  </a:lnTo>
                  <a:lnTo>
                    <a:pt x="2075" y="10"/>
                  </a:lnTo>
                  <a:close/>
                  <a:moveTo>
                    <a:pt x="2085" y="0"/>
                  </a:moveTo>
                  <a:lnTo>
                    <a:pt x="2075" y="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170"/>
                  </a:lnTo>
                  <a:lnTo>
                    <a:pt x="0" y="1180"/>
                  </a:lnTo>
                  <a:lnTo>
                    <a:pt x="10" y="1180"/>
                  </a:lnTo>
                  <a:lnTo>
                    <a:pt x="2075" y="1180"/>
                  </a:lnTo>
                  <a:lnTo>
                    <a:pt x="2085" y="1180"/>
                  </a:lnTo>
                  <a:lnTo>
                    <a:pt x="2085" y="1170"/>
                  </a:lnTo>
                  <a:lnTo>
                    <a:pt x="2085" y="10"/>
                  </a:lnTo>
                  <a:lnTo>
                    <a:pt x="2085" y="0"/>
                  </a:lnTo>
                  <a:lnTo>
                    <a:pt x="2085" y="0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7" name="Freeform 7"/>
            <p:cNvSpPr>
              <a:spLocks noEditPoints="1"/>
            </p:cNvSpPr>
            <p:nvPr/>
          </p:nvSpPr>
          <p:spPr bwMode="auto">
            <a:xfrm>
              <a:off x="4440239" y="2132014"/>
              <a:ext cx="3309938" cy="1873250"/>
            </a:xfrm>
            <a:custGeom>
              <a:avLst/>
              <a:gdLst>
                <a:gd name="T0" fmla="*/ 2075 w 2085"/>
                <a:gd name="T1" fmla="*/ 10 h 1180"/>
                <a:gd name="T2" fmla="*/ 2075 w 2085"/>
                <a:gd name="T3" fmla="*/ 1170 h 1180"/>
                <a:gd name="T4" fmla="*/ 10 w 2085"/>
                <a:gd name="T5" fmla="*/ 1170 h 1180"/>
                <a:gd name="T6" fmla="*/ 10 w 2085"/>
                <a:gd name="T7" fmla="*/ 10 h 1180"/>
                <a:gd name="T8" fmla="*/ 2075 w 2085"/>
                <a:gd name="T9" fmla="*/ 10 h 1180"/>
                <a:gd name="T10" fmla="*/ 2085 w 2085"/>
                <a:gd name="T11" fmla="*/ 0 h 1180"/>
                <a:gd name="T12" fmla="*/ 2075 w 2085"/>
                <a:gd name="T13" fmla="*/ 0 h 1180"/>
                <a:gd name="T14" fmla="*/ 10 w 2085"/>
                <a:gd name="T15" fmla="*/ 0 h 1180"/>
                <a:gd name="T16" fmla="*/ 0 w 2085"/>
                <a:gd name="T17" fmla="*/ 0 h 1180"/>
                <a:gd name="T18" fmla="*/ 0 w 2085"/>
                <a:gd name="T19" fmla="*/ 10 h 1180"/>
                <a:gd name="T20" fmla="*/ 0 w 2085"/>
                <a:gd name="T21" fmla="*/ 1170 h 1180"/>
                <a:gd name="T22" fmla="*/ 0 w 2085"/>
                <a:gd name="T23" fmla="*/ 1180 h 1180"/>
                <a:gd name="T24" fmla="*/ 10 w 2085"/>
                <a:gd name="T25" fmla="*/ 1180 h 1180"/>
                <a:gd name="T26" fmla="*/ 2075 w 2085"/>
                <a:gd name="T27" fmla="*/ 1180 h 1180"/>
                <a:gd name="T28" fmla="*/ 2085 w 2085"/>
                <a:gd name="T29" fmla="*/ 1180 h 1180"/>
                <a:gd name="T30" fmla="*/ 2085 w 2085"/>
                <a:gd name="T31" fmla="*/ 1170 h 1180"/>
                <a:gd name="T32" fmla="*/ 2085 w 2085"/>
                <a:gd name="T33" fmla="*/ 10 h 1180"/>
                <a:gd name="T34" fmla="*/ 2085 w 2085"/>
                <a:gd name="T35" fmla="*/ 0 h 1180"/>
                <a:gd name="T36" fmla="*/ 2085 w 2085"/>
                <a:gd name="T37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85" h="1180">
                  <a:moveTo>
                    <a:pt x="2075" y="10"/>
                  </a:moveTo>
                  <a:lnTo>
                    <a:pt x="2075" y="1170"/>
                  </a:lnTo>
                  <a:lnTo>
                    <a:pt x="10" y="1170"/>
                  </a:lnTo>
                  <a:lnTo>
                    <a:pt x="10" y="10"/>
                  </a:lnTo>
                  <a:lnTo>
                    <a:pt x="2075" y="10"/>
                  </a:lnTo>
                  <a:moveTo>
                    <a:pt x="2085" y="0"/>
                  </a:moveTo>
                  <a:lnTo>
                    <a:pt x="2075" y="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170"/>
                  </a:lnTo>
                  <a:lnTo>
                    <a:pt x="0" y="1180"/>
                  </a:lnTo>
                  <a:lnTo>
                    <a:pt x="10" y="1180"/>
                  </a:lnTo>
                  <a:lnTo>
                    <a:pt x="2075" y="1180"/>
                  </a:lnTo>
                  <a:lnTo>
                    <a:pt x="2085" y="1180"/>
                  </a:lnTo>
                  <a:lnTo>
                    <a:pt x="2085" y="1170"/>
                  </a:lnTo>
                  <a:lnTo>
                    <a:pt x="2085" y="10"/>
                  </a:lnTo>
                  <a:lnTo>
                    <a:pt x="2085" y="0"/>
                  </a:lnTo>
                  <a:lnTo>
                    <a:pt x="2085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456114" y="2147889"/>
              <a:ext cx="3278188" cy="18415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5484814" y="4826001"/>
              <a:ext cx="1208088" cy="49213"/>
            </a:xfrm>
            <a:custGeom>
              <a:avLst/>
              <a:gdLst>
                <a:gd name="T0" fmla="*/ 852 w 854"/>
                <a:gd name="T1" fmla="*/ 24 h 35"/>
                <a:gd name="T2" fmla="*/ 478 w 854"/>
                <a:gd name="T3" fmla="*/ 5 h 35"/>
                <a:gd name="T4" fmla="*/ 478 w 854"/>
                <a:gd name="T5" fmla="*/ 0 h 35"/>
                <a:gd name="T6" fmla="*/ 427 w 854"/>
                <a:gd name="T7" fmla="*/ 3 h 35"/>
                <a:gd name="T8" fmla="*/ 375 w 854"/>
                <a:gd name="T9" fmla="*/ 0 h 35"/>
                <a:gd name="T10" fmla="*/ 375 w 854"/>
                <a:gd name="T11" fmla="*/ 5 h 35"/>
                <a:gd name="T12" fmla="*/ 1 w 854"/>
                <a:gd name="T13" fmla="*/ 24 h 35"/>
                <a:gd name="T14" fmla="*/ 24 w 854"/>
                <a:gd name="T15" fmla="*/ 35 h 35"/>
                <a:gd name="T16" fmla="*/ 375 w 854"/>
                <a:gd name="T17" fmla="*/ 35 h 35"/>
                <a:gd name="T18" fmla="*/ 478 w 854"/>
                <a:gd name="T19" fmla="*/ 35 h 35"/>
                <a:gd name="T20" fmla="*/ 829 w 854"/>
                <a:gd name="T21" fmla="*/ 35 h 35"/>
                <a:gd name="T22" fmla="*/ 852 w 854"/>
                <a:gd name="T23" fmla="*/ 2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4" h="35">
                  <a:moveTo>
                    <a:pt x="852" y="24"/>
                  </a:moveTo>
                  <a:cubicBezTo>
                    <a:pt x="478" y="5"/>
                    <a:pt x="478" y="5"/>
                    <a:pt x="478" y="5"/>
                  </a:cubicBezTo>
                  <a:cubicBezTo>
                    <a:pt x="478" y="0"/>
                    <a:pt x="478" y="0"/>
                    <a:pt x="478" y="0"/>
                  </a:cubicBezTo>
                  <a:cubicBezTo>
                    <a:pt x="427" y="3"/>
                    <a:pt x="427" y="3"/>
                    <a:pt x="427" y="3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5"/>
                    <a:pt x="375" y="5"/>
                    <a:pt x="375" y="5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0" y="35"/>
                    <a:pt x="24" y="35"/>
                  </a:cubicBezTo>
                  <a:cubicBezTo>
                    <a:pt x="41" y="35"/>
                    <a:pt x="247" y="35"/>
                    <a:pt x="375" y="35"/>
                  </a:cubicBezTo>
                  <a:cubicBezTo>
                    <a:pt x="435" y="35"/>
                    <a:pt x="478" y="35"/>
                    <a:pt x="478" y="35"/>
                  </a:cubicBezTo>
                  <a:cubicBezTo>
                    <a:pt x="606" y="35"/>
                    <a:pt x="812" y="35"/>
                    <a:pt x="829" y="35"/>
                  </a:cubicBezTo>
                  <a:cubicBezTo>
                    <a:pt x="854" y="35"/>
                    <a:pt x="852" y="24"/>
                    <a:pt x="852" y="24"/>
                  </a:cubicBez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5478464" y="4446589"/>
              <a:ext cx="1219200" cy="417513"/>
            </a:xfrm>
            <a:custGeom>
              <a:avLst/>
              <a:gdLst>
                <a:gd name="T0" fmla="*/ 790 w 861"/>
                <a:gd name="T1" fmla="*/ 274 h 295"/>
                <a:gd name="T2" fmla="*/ 738 w 861"/>
                <a:gd name="T3" fmla="*/ 224 h 295"/>
                <a:gd name="T4" fmla="*/ 714 w 861"/>
                <a:gd name="T5" fmla="*/ 0 h 295"/>
                <a:gd name="T6" fmla="*/ 431 w 861"/>
                <a:gd name="T7" fmla="*/ 4 h 295"/>
                <a:gd name="T8" fmla="*/ 147 w 861"/>
                <a:gd name="T9" fmla="*/ 0 h 295"/>
                <a:gd name="T10" fmla="*/ 124 w 861"/>
                <a:gd name="T11" fmla="*/ 224 h 295"/>
                <a:gd name="T12" fmla="*/ 72 w 861"/>
                <a:gd name="T13" fmla="*/ 274 h 295"/>
                <a:gd name="T14" fmla="*/ 0 w 861"/>
                <a:gd name="T15" fmla="*/ 291 h 295"/>
                <a:gd name="T16" fmla="*/ 0 w 861"/>
                <a:gd name="T17" fmla="*/ 295 h 295"/>
                <a:gd name="T18" fmla="*/ 379 w 861"/>
                <a:gd name="T19" fmla="*/ 295 h 295"/>
                <a:gd name="T20" fmla="*/ 482 w 861"/>
                <a:gd name="T21" fmla="*/ 295 h 295"/>
                <a:gd name="T22" fmla="*/ 861 w 861"/>
                <a:gd name="T23" fmla="*/ 295 h 295"/>
                <a:gd name="T24" fmla="*/ 861 w 861"/>
                <a:gd name="T25" fmla="*/ 291 h 295"/>
                <a:gd name="T26" fmla="*/ 790 w 861"/>
                <a:gd name="T27" fmla="*/ 27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1" h="295">
                  <a:moveTo>
                    <a:pt x="790" y="274"/>
                  </a:moveTo>
                  <a:cubicBezTo>
                    <a:pt x="760" y="268"/>
                    <a:pt x="744" y="271"/>
                    <a:pt x="738" y="224"/>
                  </a:cubicBezTo>
                  <a:cubicBezTo>
                    <a:pt x="731" y="177"/>
                    <a:pt x="714" y="0"/>
                    <a:pt x="714" y="0"/>
                  </a:cubicBezTo>
                  <a:cubicBezTo>
                    <a:pt x="431" y="4"/>
                    <a:pt x="431" y="4"/>
                    <a:pt x="431" y="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30" y="177"/>
                    <a:pt x="124" y="224"/>
                  </a:cubicBezTo>
                  <a:cubicBezTo>
                    <a:pt x="117" y="271"/>
                    <a:pt x="102" y="268"/>
                    <a:pt x="72" y="274"/>
                  </a:cubicBezTo>
                  <a:cubicBezTo>
                    <a:pt x="42" y="280"/>
                    <a:pt x="0" y="287"/>
                    <a:pt x="0" y="291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379" y="295"/>
                    <a:pt x="379" y="295"/>
                    <a:pt x="379" y="295"/>
                  </a:cubicBezTo>
                  <a:cubicBezTo>
                    <a:pt x="482" y="295"/>
                    <a:pt x="482" y="295"/>
                    <a:pt x="482" y="295"/>
                  </a:cubicBezTo>
                  <a:cubicBezTo>
                    <a:pt x="861" y="295"/>
                    <a:pt x="861" y="295"/>
                    <a:pt x="861" y="295"/>
                  </a:cubicBezTo>
                  <a:cubicBezTo>
                    <a:pt x="861" y="295"/>
                    <a:pt x="861" y="295"/>
                    <a:pt x="861" y="291"/>
                  </a:cubicBezTo>
                  <a:cubicBezTo>
                    <a:pt x="861" y="287"/>
                    <a:pt x="820" y="280"/>
                    <a:pt x="790" y="274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11" name="Oval 11"/>
            <p:cNvSpPr>
              <a:spLocks noChangeArrowheads="1"/>
            </p:cNvSpPr>
            <p:nvPr/>
          </p:nvSpPr>
          <p:spPr bwMode="auto">
            <a:xfrm>
              <a:off x="6070602" y="2044701"/>
              <a:ext cx="49213" cy="4921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6070602" y="2041526"/>
              <a:ext cx="49213" cy="49213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6078539" y="2049464"/>
              <a:ext cx="33338" cy="3175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6088064" y="2055814"/>
              <a:ext cx="15875" cy="19050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15" name="Oval 15"/>
            <p:cNvSpPr>
              <a:spLocks noChangeArrowheads="1"/>
            </p:cNvSpPr>
            <p:nvPr/>
          </p:nvSpPr>
          <p:spPr bwMode="auto">
            <a:xfrm>
              <a:off x="6092827" y="2063751"/>
              <a:ext cx="4763" cy="476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5478464" y="4446589"/>
              <a:ext cx="985838" cy="417513"/>
            </a:xfrm>
            <a:custGeom>
              <a:avLst/>
              <a:gdLst>
                <a:gd name="T0" fmla="*/ 696 w 696"/>
                <a:gd name="T1" fmla="*/ 10 h 295"/>
                <a:gd name="T2" fmla="*/ 573 w 696"/>
                <a:gd name="T3" fmla="*/ 2 h 295"/>
                <a:gd name="T4" fmla="*/ 431 w 696"/>
                <a:gd name="T5" fmla="*/ 4 h 295"/>
                <a:gd name="T6" fmla="*/ 147 w 696"/>
                <a:gd name="T7" fmla="*/ 0 h 295"/>
                <a:gd name="T8" fmla="*/ 124 w 696"/>
                <a:gd name="T9" fmla="*/ 224 h 295"/>
                <a:gd name="T10" fmla="*/ 72 w 696"/>
                <a:gd name="T11" fmla="*/ 274 h 295"/>
                <a:gd name="T12" fmla="*/ 0 w 696"/>
                <a:gd name="T13" fmla="*/ 291 h 295"/>
                <a:gd name="T14" fmla="*/ 0 w 696"/>
                <a:gd name="T15" fmla="*/ 295 h 295"/>
                <a:gd name="T16" fmla="*/ 379 w 696"/>
                <a:gd name="T17" fmla="*/ 295 h 295"/>
                <a:gd name="T18" fmla="*/ 432 w 696"/>
                <a:gd name="T19" fmla="*/ 295 h 295"/>
                <a:gd name="T20" fmla="*/ 696 w 696"/>
                <a:gd name="T21" fmla="*/ 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96" h="295">
                  <a:moveTo>
                    <a:pt x="696" y="10"/>
                  </a:moveTo>
                  <a:cubicBezTo>
                    <a:pt x="573" y="2"/>
                    <a:pt x="573" y="2"/>
                    <a:pt x="573" y="2"/>
                  </a:cubicBezTo>
                  <a:cubicBezTo>
                    <a:pt x="431" y="4"/>
                    <a:pt x="431" y="4"/>
                    <a:pt x="431" y="4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47" y="0"/>
                    <a:pt x="130" y="177"/>
                    <a:pt x="124" y="224"/>
                  </a:cubicBezTo>
                  <a:cubicBezTo>
                    <a:pt x="117" y="271"/>
                    <a:pt x="102" y="268"/>
                    <a:pt x="72" y="274"/>
                  </a:cubicBezTo>
                  <a:cubicBezTo>
                    <a:pt x="42" y="280"/>
                    <a:pt x="0" y="287"/>
                    <a:pt x="0" y="291"/>
                  </a:cubicBezTo>
                  <a:cubicBezTo>
                    <a:pt x="0" y="295"/>
                    <a:pt x="0" y="295"/>
                    <a:pt x="0" y="295"/>
                  </a:cubicBezTo>
                  <a:cubicBezTo>
                    <a:pt x="379" y="295"/>
                    <a:pt x="379" y="295"/>
                    <a:pt x="379" y="295"/>
                  </a:cubicBezTo>
                  <a:cubicBezTo>
                    <a:pt x="432" y="295"/>
                    <a:pt x="432" y="295"/>
                    <a:pt x="432" y="295"/>
                  </a:cubicBezTo>
                  <a:lnTo>
                    <a:pt x="696" y="10"/>
                  </a:lnTo>
                  <a:close/>
                </a:path>
              </a:pathLst>
            </a:custGeom>
            <a:solidFill>
              <a:srgbClr val="A8A9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4300539" y="4154489"/>
              <a:ext cx="3589338" cy="341313"/>
            </a:xfrm>
            <a:custGeom>
              <a:avLst/>
              <a:gdLst>
                <a:gd name="T0" fmla="*/ 0 w 2537"/>
                <a:gd name="T1" fmla="*/ 0 h 241"/>
                <a:gd name="T2" fmla="*/ 0 w 2537"/>
                <a:gd name="T3" fmla="*/ 170 h 241"/>
                <a:gd name="T4" fmla="*/ 71 w 2537"/>
                <a:gd name="T5" fmla="*/ 241 h 241"/>
                <a:gd name="T6" fmla="*/ 2467 w 2537"/>
                <a:gd name="T7" fmla="*/ 241 h 241"/>
                <a:gd name="T8" fmla="*/ 2537 w 2537"/>
                <a:gd name="T9" fmla="*/ 170 h 241"/>
                <a:gd name="T10" fmla="*/ 2537 w 2537"/>
                <a:gd name="T11" fmla="*/ 0 h 241"/>
                <a:gd name="T12" fmla="*/ 0 w 2537"/>
                <a:gd name="T13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37" h="241">
                  <a:moveTo>
                    <a:pt x="0" y="0"/>
                  </a:moveTo>
                  <a:cubicBezTo>
                    <a:pt x="0" y="170"/>
                    <a:pt x="0" y="170"/>
                    <a:pt x="0" y="170"/>
                  </a:cubicBezTo>
                  <a:cubicBezTo>
                    <a:pt x="0" y="209"/>
                    <a:pt x="32" y="241"/>
                    <a:pt x="71" y="241"/>
                  </a:cubicBezTo>
                  <a:cubicBezTo>
                    <a:pt x="2467" y="241"/>
                    <a:pt x="2467" y="241"/>
                    <a:pt x="2467" y="241"/>
                  </a:cubicBezTo>
                  <a:cubicBezTo>
                    <a:pt x="2506" y="241"/>
                    <a:pt x="2537" y="209"/>
                    <a:pt x="2537" y="170"/>
                  </a:cubicBezTo>
                  <a:cubicBezTo>
                    <a:pt x="2537" y="0"/>
                    <a:pt x="2537" y="0"/>
                    <a:pt x="253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</p:grpSp>
      <p:grpSp>
        <p:nvGrpSpPr>
          <p:cNvPr id="31" name="iPad Black"/>
          <p:cNvGrpSpPr/>
          <p:nvPr/>
        </p:nvGrpSpPr>
        <p:grpSpPr>
          <a:xfrm>
            <a:off x="5127058" y="1318020"/>
            <a:ext cx="991791" cy="1408510"/>
            <a:chOff x="8099434" y="2121218"/>
            <a:chExt cx="1322388" cy="1878013"/>
          </a:xfrm>
        </p:grpSpPr>
        <p:sp>
          <p:nvSpPr>
            <p:cNvPr id="32" name="Freeform 33"/>
            <p:cNvSpPr>
              <a:spLocks/>
            </p:cNvSpPr>
            <p:nvPr/>
          </p:nvSpPr>
          <p:spPr bwMode="auto">
            <a:xfrm>
              <a:off x="8099434" y="2121218"/>
              <a:ext cx="1322388" cy="1878013"/>
            </a:xfrm>
            <a:custGeom>
              <a:avLst/>
              <a:gdLst>
                <a:gd name="T0" fmla="*/ 834 w 834"/>
                <a:gd name="T1" fmla="*/ 1133 h 1183"/>
                <a:gd name="T2" fmla="*/ 785 w 834"/>
                <a:gd name="T3" fmla="*/ 1183 h 1183"/>
                <a:gd name="T4" fmla="*/ 50 w 834"/>
                <a:gd name="T5" fmla="*/ 1183 h 1183"/>
                <a:gd name="T6" fmla="*/ 0 w 834"/>
                <a:gd name="T7" fmla="*/ 1133 h 1183"/>
                <a:gd name="T8" fmla="*/ 0 w 834"/>
                <a:gd name="T9" fmla="*/ 49 h 1183"/>
                <a:gd name="T10" fmla="*/ 50 w 834"/>
                <a:gd name="T11" fmla="*/ 0 h 1183"/>
                <a:gd name="T12" fmla="*/ 785 w 834"/>
                <a:gd name="T13" fmla="*/ 0 h 1183"/>
                <a:gd name="T14" fmla="*/ 834 w 834"/>
                <a:gd name="T15" fmla="*/ 49 h 1183"/>
                <a:gd name="T16" fmla="*/ 834 w 834"/>
                <a:gd name="T17" fmla="*/ 1133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4" h="1183">
                  <a:moveTo>
                    <a:pt x="834" y="1133"/>
                  </a:moveTo>
                  <a:cubicBezTo>
                    <a:pt x="834" y="1160"/>
                    <a:pt x="812" y="1183"/>
                    <a:pt x="785" y="1183"/>
                  </a:cubicBezTo>
                  <a:cubicBezTo>
                    <a:pt x="50" y="1183"/>
                    <a:pt x="50" y="1183"/>
                    <a:pt x="50" y="1183"/>
                  </a:cubicBezTo>
                  <a:cubicBezTo>
                    <a:pt x="22" y="1183"/>
                    <a:pt x="0" y="1160"/>
                    <a:pt x="0" y="1133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2"/>
                    <a:pt x="22" y="0"/>
                    <a:pt x="50" y="0"/>
                  </a:cubicBezTo>
                  <a:cubicBezTo>
                    <a:pt x="785" y="0"/>
                    <a:pt x="785" y="0"/>
                    <a:pt x="785" y="0"/>
                  </a:cubicBezTo>
                  <a:cubicBezTo>
                    <a:pt x="812" y="0"/>
                    <a:pt x="834" y="22"/>
                    <a:pt x="834" y="49"/>
                  </a:cubicBezTo>
                  <a:cubicBezTo>
                    <a:pt x="834" y="1133"/>
                    <a:pt x="834" y="1133"/>
                    <a:pt x="834" y="1133"/>
                  </a:cubicBezTo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33" name="Freeform 34"/>
            <p:cNvSpPr>
              <a:spLocks/>
            </p:cNvSpPr>
            <p:nvPr/>
          </p:nvSpPr>
          <p:spPr bwMode="auto">
            <a:xfrm>
              <a:off x="8107372" y="2127568"/>
              <a:ext cx="1308100" cy="1863725"/>
            </a:xfrm>
            <a:custGeom>
              <a:avLst/>
              <a:gdLst>
                <a:gd name="T0" fmla="*/ 45 w 825"/>
                <a:gd name="T1" fmla="*/ 1174 h 1174"/>
                <a:gd name="T2" fmla="*/ 0 w 825"/>
                <a:gd name="T3" fmla="*/ 1129 h 1174"/>
                <a:gd name="T4" fmla="*/ 0 w 825"/>
                <a:gd name="T5" fmla="*/ 45 h 1174"/>
                <a:gd name="T6" fmla="*/ 45 w 825"/>
                <a:gd name="T7" fmla="*/ 0 h 1174"/>
                <a:gd name="T8" fmla="*/ 780 w 825"/>
                <a:gd name="T9" fmla="*/ 0 h 1174"/>
                <a:gd name="T10" fmla="*/ 825 w 825"/>
                <a:gd name="T11" fmla="*/ 45 h 1174"/>
                <a:gd name="T12" fmla="*/ 825 w 825"/>
                <a:gd name="T13" fmla="*/ 1129 h 1174"/>
                <a:gd name="T14" fmla="*/ 780 w 825"/>
                <a:gd name="T15" fmla="*/ 1174 h 1174"/>
                <a:gd name="T16" fmla="*/ 45 w 825"/>
                <a:gd name="T17" fmla="*/ 1174 h 1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25" h="1174">
                  <a:moveTo>
                    <a:pt x="45" y="1174"/>
                  </a:moveTo>
                  <a:cubicBezTo>
                    <a:pt x="20" y="1174"/>
                    <a:pt x="0" y="1154"/>
                    <a:pt x="0" y="112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1"/>
                    <a:pt x="20" y="0"/>
                    <a:pt x="45" y="0"/>
                  </a:cubicBezTo>
                  <a:cubicBezTo>
                    <a:pt x="780" y="0"/>
                    <a:pt x="780" y="0"/>
                    <a:pt x="780" y="0"/>
                  </a:cubicBezTo>
                  <a:cubicBezTo>
                    <a:pt x="805" y="0"/>
                    <a:pt x="825" y="21"/>
                    <a:pt x="825" y="45"/>
                  </a:cubicBezTo>
                  <a:cubicBezTo>
                    <a:pt x="825" y="1129"/>
                    <a:pt x="825" y="1129"/>
                    <a:pt x="825" y="1129"/>
                  </a:cubicBezTo>
                  <a:cubicBezTo>
                    <a:pt x="825" y="1154"/>
                    <a:pt x="805" y="1174"/>
                    <a:pt x="780" y="1174"/>
                  </a:cubicBezTo>
                  <a:cubicBezTo>
                    <a:pt x="45" y="1174"/>
                    <a:pt x="45" y="1174"/>
                    <a:pt x="45" y="1174"/>
                  </a:cubicBezTo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34" name="Oval 35"/>
            <p:cNvSpPr>
              <a:spLocks noChangeArrowheads="1"/>
            </p:cNvSpPr>
            <p:nvPr/>
          </p:nvSpPr>
          <p:spPr bwMode="auto">
            <a:xfrm>
              <a:off x="8748722" y="2197418"/>
              <a:ext cx="23813" cy="2381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35" name="Oval 36"/>
            <p:cNvSpPr>
              <a:spLocks noChangeArrowheads="1"/>
            </p:cNvSpPr>
            <p:nvPr/>
          </p:nvSpPr>
          <p:spPr bwMode="auto">
            <a:xfrm>
              <a:off x="8748722" y="2195831"/>
              <a:ext cx="23813" cy="23813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36" name="Oval 37"/>
            <p:cNvSpPr>
              <a:spLocks noChangeArrowheads="1"/>
            </p:cNvSpPr>
            <p:nvPr/>
          </p:nvSpPr>
          <p:spPr bwMode="auto">
            <a:xfrm>
              <a:off x="8753484" y="2200593"/>
              <a:ext cx="14288" cy="1428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37" name="Oval 38"/>
            <p:cNvSpPr>
              <a:spLocks noChangeArrowheads="1"/>
            </p:cNvSpPr>
            <p:nvPr/>
          </p:nvSpPr>
          <p:spPr bwMode="auto">
            <a:xfrm>
              <a:off x="8756659" y="2203768"/>
              <a:ext cx="7938" cy="7938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38" name="Freeform 39"/>
            <p:cNvSpPr>
              <a:spLocks/>
            </p:cNvSpPr>
            <p:nvPr/>
          </p:nvSpPr>
          <p:spPr bwMode="auto">
            <a:xfrm>
              <a:off x="8759834" y="2206943"/>
              <a:ext cx="1588" cy="1588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1 h 1"/>
                <a:gd name="T4" fmla="*/ 0 w 1"/>
                <a:gd name="T5" fmla="*/ 0 h 1"/>
                <a:gd name="T6" fmla="*/ 1 w 1"/>
                <a:gd name="T7" fmla="*/ 0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1" y="1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8723322" y="2203768"/>
              <a:ext cx="11113" cy="11113"/>
            </a:xfrm>
            <a:prstGeom prst="rect">
              <a:avLst/>
            </a:prstGeom>
            <a:solidFill>
              <a:srgbClr val="4646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40" name="Rectangle 41"/>
            <p:cNvSpPr>
              <a:spLocks noChangeArrowheads="1"/>
            </p:cNvSpPr>
            <p:nvPr/>
          </p:nvSpPr>
          <p:spPr bwMode="auto">
            <a:xfrm>
              <a:off x="8178809" y="2278381"/>
              <a:ext cx="1165225" cy="1554163"/>
            </a:xfrm>
            <a:prstGeom prst="rect">
              <a:avLst/>
            </a:pr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8185159" y="2284731"/>
              <a:ext cx="1152525" cy="154146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42" name="Oval 43"/>
            <p:cNvSpPr>
              <a:spLocks noChangeArrowheads="1"/>
            </p:cNvSpPr>
            <p:nvPr/>
          </p:nvSpPr>
          <p:spPr bwMode="auto">
            <a:xfrm>
              <a:off x="8712209" y="3865881"/>
              <a:ext cx="98425" cy="10001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43" name="Freeform 44"/>
            <p:cNvSpPr>
              <a:spLocks/>
            </p:cNvSpPr>
            <p:nvPr/>
          </p:nvSpPr>
          <p:spPr bwMode="auto">
            <a:xfrm>
              <a:off x="8736022" y="3889693"/>
              <a:ext cx="50800" cy="50800"/>
            </a:xfrm>
            <a:custGeom>
              <a:avLst/>
              <a:gdLst>
                <a:gd name="T0" fmla="*/ 30 w 32"/>
                <a:gd name="T1" fmla="*/ 21 h 32"/>
                <a:gd name="T2" fmla="*/ 28 w 32"/>
                <a:gd name="T3" fmla="*/ 21 h 32"/>
                <a:gd name="T4" fmla="*/ 21 w 32"/>
                <a:gd name="T5" fmla="*/ 28 h 32"/>
                <a:gd name="T6" fmla="*/ 11 w 32"/>
                <a:gd name="T7" fmla="*/ 28 h 32"/>
                <a:gd name="T8" fmla="*/ 4 w 32"/>
                <a:gd name="T9" fmla="*/ 21 h 32"/>
                <a:gd name="T10" fmla="*/ 4 w 32"/>
                <a:gd name="T11" fmla="*/ 11 h 32"/>
                <a:gd name="T12" fmla="*/ 11 w 32"/>
                <a:gd name="T13" fmla="*/ 4 h 32"/>
                <a:gd name="T14" fmla="*/ 21 w 32"/>
                <a:gd name="T15" fmla="*/ 4 h 32"/>
                <a:gd name="T16" fmla="*/ 28 w 32"/>
                <a:gd name="T17" fmla="*/ 11 h 32"/>
                <a:gd name="T18" fmla="*/ 28 w 32"/>
                <a:gd name="T19" fmla="*/ 21 h 32"/>
                <a:gd name="T20" fmla="*/ 30 w 32"/>
                <a:gd name="T21" fmla="*/ 21 h 32"/>
                <a:gd name="T22" fmla="*/ 32 w 32"/>
                <a:gd name="T23" fmla="*/ 21 h 32"/>
                <a:gd name="T24" fmla="*/ 32 w 32"/>
                <a:gd name="T25" fmla="*/ 11 h 32"/>
                <a:gd name="T26" fmla="*/ 21 w 32"/>
                <a:gd name="T27" fmla="*/ 0 h 32"/>
                <a:gd name="T28" fmla="*/ 11 w 32"/>
                <a:gd name="T29" fmla="*/ 0 h 32"/>
                <a:gd name="T30" fmla="*/ 0 w 32"/>
                <a:gd name="T31" fmla="*/ 11 h 32"/>
                <a:gd name="T32" fmla="*/ 0 w 32"/>
                <a:gd name="T33" fmla="*/ 21 h 32"/>
                <a:gd name="T34" fmla="*/ 11 w 32"/>
                <a:gd name="T35" fmla="*/ 32 h 32"/>
                <a:gd name="T36" fmla="*/ 21 w 32"/>
                <a:gd name="T37" fmla="*/ 32 h 32"/>
                <a:gd name="T38" fmla="*/ 32 w 32"/>
                <a:gd name="T39" fmla="*/ 21 h 32"/>
                <a:gd name="T40" fmla="*/ 30 w 32"/>
                <a:gd name="T41" fmla="*/ 2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2" h="32">
                  <a:moveTo>
                    <a:pt x="30" y="21"/>
                  </a:moveTo>
                  <a:cubicBezTo>
                    <a:pt x="28" y="21"/>
                    <a:pt x="28" y="21"/>
                    <a:pt x="28" y="21"/>
                  </a:cubicBezTo>
                  <a:cubicBezTo>
                    <a:pt x="28" y="25"/>
                    <a:pt x="25" y="28"/>
                    <a:pt x="21" y="28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7" y="28"/>
                    <a:pt x="4" y="25"/>
                    <a:pt x="4" y="2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"/>
                    <a:pt x="7" y="4"/>
                    <a:pt x="1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5" y="4"/>
                    <a:pt x="28" y="7"/>
                    <a:pt x="28" y="1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5"/>
                    <a:pt x="28" y="0"/>
                    <a:pt x="2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8"/>
                    <a:pt x="5" y="32"/>
                    <a:pt x="11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8" y="32"/>
                    <a:pt x="32" y="28"/>
                    <a:pt x="32" y="21"/>
                  </a:cubicBezTo>
                  <a:lnTo>
                    <a:pt x="30" y="21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</p:grpSp>
      <p:grpSp>
        <p:nvGrpSpPr>
          <p:cNvPr id="44" name="MacBook"/>
          <p:cNvGrpSpPr/>
          <p:nvPr/>
        </p:nvGrpSpPr>
        <p:grpSpPr>
          <a:xfrm>
            <a:off x="4882714" y="2987514"/>
            <a:ext cx="2690743" cy="1548518"/>
            <a:chOff x="8440747" y="4796156"/>
            <a:chExt cx="2786063" cy="1603375"/>
          </a:xfrm>
        </p:grpSpPr>
        <p:sp>
          <p:nvSpPr>
            <p:cNvPr id="45" name="Freeform 45"/>
            <p:cNvSpPr>
              <a:spLocks/>
            </p:cNvSpPr>
            <p:nvPr/>
          </p:nvSpPr>
          <p:spPr bwMode="auto">
            <a:xfrm>
              <a:off x="8440747" y="6337618"/>
              <a:ext cx="1403350" cy="61913"/>
            </a:xfrm>
            <a:custGeom>
              <a:avLst/>
              <a:gdLst>
                <a:gd name="T0" fmla="*/ 0 w 885"/>
                <a:gd name="T1" fmla="*/ 16 h 39"/>
                <a:gd name="T2" fmla="*/ 78 w 885"/>
                <a:gd name="T3" fmla="*/ 39 h 39"/>
                <a:gd name="T4" fmla="*/ 885 w 885"/>
                <a:gd name="T5" fmla="*/ 39 h 39"/>
                <a:gd name="T6" fmla="*/ 885 w 885"/>
                <a:gd name="T7" fmla="*/ 0 h 39"/>
                <a:gd name="T8" fmla="*/ 0 w 885"/>
                <a:gd name="T9" fmla="*/ 0 h 39"/>
                <a:gd name="T10" fmla="*/ 0 w 885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5" h="39">
                  <a:moveTo>
                    <a:pt x="0" y="16"/>
                  </a:moveTo>
                  <a:cubicBezTo>
                    <a:pt x="0" y="23"/>
                    <a:pt x="30" y="39"/>
                    <a:pt x="78" y="39"/>
                  </a:cubicBezTo>
                  <a:cubicBezTo>
                    <a:pt x="126" y="39"/>
                    <a:pt x="885" y="39"/>
                    <a:pt x="885" y="39"/>
                  </a:cubicBezTo>
                  <a:cubicBezTo>
                    <a:pt x="885" y="0"/>
                    <a:pt x="885" y="0"/>
                    <a:pt x="885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46" name="Freeform 46"/>
            <p:cNvSpPr>
              <a:spLocks/>
            </p:cNvSpPr>
            <p:nvPr/>
          </p:nvSpPr>
          <p:spPr bwMode="auto">
            <a:xfrm>
              <a:off x="9823459" y="6337618"/>
              <a:ext cx="1403350" cy="61913"/>
            </a:xfrm>
            <a:custGeom>
              <a:avLst/>
              <a:gdLst>
                <a:gd name="T0" fmla="*/ 884 w 884"/>
                <a:gd name="T1" fmla="*/ 16 h 39"/>
                <a:gd name="T2" fmla="*/ 806 w 884"/>
                <a:gd name="T3" fmla="*/ 39 h 39"/>
                <a:gd name="T4" fmla="*/ 0 w 884"/>
                <a:gd name="T5" fmla="*/ 39 h 39"/>
                <a:gd name="T6" fmla="*/ 0 w 884"/>
                <a:gd name="T7" fmla="*/ 0 h 39"/>
                <a:gd name="T8" fmla="*/ 884 w 884"/>
                <a:gd name="T9" fmla="*/ 0 h 39"/>
                <a:gd name="T10" fmla="*/ 884 w 884"/>
                <a:gd name="T11" fmla="*/ 16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84" h="39">
                  <a:moveTo>
                    <a:pt x="884" y="16"/>
                  </a:moveTo>
                  <a:cubicBezTo>
                    <a:pt x="884" y="23"/>
                    <a:pt x="854" y="39"/>
                    <a:pt x="806" y="39"/>
                  </a:cubicBezTo>
                  <a:cubicBezTo>
                    <a:pt x="758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84" y="0"/>
                    <a:pt x="884" y="0"/>
                    <a:pt x="884" y="0"/>
                  </a:cubicBezTo>
                  <a:lnTo>
                    <a:pt x="884" y="16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47" name="Freeform 47"/>
            <p:cNvSpPr>
              <a:spLocks/>
            </p:cNvSpPr>
            <p:nvPr/>
          </p:nvSpPr>
          <p:spPr bwMode="auto">
            <a:xfrm>
              <a:off x="8715384" y="4796156"/>
              <a:ext cx="2257425" cy="1546225"/>
            </a:xfrm>
            <a:custGeom>
              <a:avLst/>
              <a:gdLst>
                <a:gd name="T0" fmla="*/ 1378 w 1423"/>
                <a:gd name="T1" fmla="*/ 0 h 974"/>
                <a:gd name="T2" fmla="*/ 45 w 1423"/>
                <a:gd name="T3" fmla="*/ 0 h 974"/>
                <a:gd name="T4" fmla="*/ 0 w 1423"/>
                <a:gd name="T5" fmla="*/ 45 h 974"/>
                <a:gd name="T6" fmla="*/ 0 w 1423"/>
                <a:gd name="T7" fmla="*/ 218 h 974"/>
                <a:gd name="T8" fmla="*/ 0 w 1423"/>
                <a:gd name="T9" fmla="*/ 929 h 974"/>
                <a:gd name="T10" fmla="*/ 45 w 1423"/>
                <a:gd name="T11" fmla="*/ 974 h 974"/>
                <a:gd name="T12" fmla="*/ 1378 w 1423"/>
                <a:gd name="T13" fmla="*/ 974 h 974"/>
                <a:gd name="T14" fmla="*/ 1423 w 1423"/>
                <a:gd name="T15" fmla="*/ 929 h 974"/>
                <a:gd name="T16" fmla="*/ 1423 w 1423"/>
                <a:gd name="T17" fmla="*/ 45 h 974"/>
                <a:gd name="T18" fmla="*/ 1378 w 1423"/>
                <a:gd name="T19" fmla="*/ 0 h 9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23" h="974">
                  <a:moveTo>
                    <a:pt x="1378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18"/>
                    <a:pt x="0" y="218"/>
                    <a:pt x="0" y="218"/>
                  </a:cubicBezTo>
                  <a:cubicBezTo>
                    <a:pt x="0" y="929"/>
                    <a:pt x="0" y="929"/>
                    <a:pt x="0" y="929"/>
                  </a:cubicBezTo>
                  <a:cubicBezTo>
                    <a:pt x="0" y="954"/>
                    <a:pt x="20" y="974"/>
                    <a:pt x="45" y="974"/>
                  </a:cubicBezTo>
                  <a:cubicBezTo>
                    <a:pt x="1378" y="974"/>
                    <a:pt x="1378" y="974"/>
                    <a:pt x="1378" y="974"/>
                  </a:cubicBezTo>
                  <a:cubicBezTo>
                    <a:pt x="1403" y="974"/>
                    <a:pt x="1423" y="954"/>
                    <a:pt x="1423" y="929"/>
                  </a:cubicBezTo>
                  <a:cubicBezTo>
                    <a:pt x="1423" y="45"/>
                    <a:pt x="1423" y="45"/>
                    <a:pt x="1423" y="45"/>
                  </a:cubicBezTo>
                  <a:cubicBezTo>
                    <a:pt x="1423" y="20"/>
                    <a:pt x="1403" y="0"/>
                    <a:pt x="1378" y="0"/>
                  </a:cubicBezTo>
                  <a:close/>
                </a:path>
              </a:pathLst>
            </a:custGeom>
            <a:solidFill>
              <a:srgbClr val="D2D3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48" name="Freeform 48"/>
            <p:cNvSpPr>
              <a:spLocks/>
            </p:cNvSpPr>
            <p:nvPr/>
          </p:nvSpPr>
          <p:spPr bwMode="auto">
            <a:xfrm>
              <a:off x="8723322" y="4804093"/>
              <a:ext cx="2243138" cy="1530350"/>
            </a:xfrm>
            <a:custGeom>
              <a:avLst/>
              <a:gdLst>
                <a:gd name="T0" fmla="*/ 40 w 1414"/>
                <a:gd name="T1" fmla="*/ 964 h 964"/>
                <a:gd name="T2" fmla="*/ 0 w 1414"/>
                <a:gd name="T3" fmla="*/ 924 h 964"/>
                <a:gd name="T4" fmla="*/ 0 w 1414"/>
                <a:gd name="T5" fmla="*/ 40 h 964"/>
                <a:gd name="T6" fmla="*/ 40 w 1414"/>
                <a:gd name="T7" fmla="*/ 0 h 964"/>
                <a:gd name="T8" fmla="*/ 1373 w 1414"/>
                <a:gd name="T9" fmla="*/ 0 h 964"/>
                <a:gd name="T10" fmla="*/ 1414 w 1414"/>
                <a:gd name="T11" fmla="*/ 40 h 964"/>
                <a:gd name="T12" fmla="*/ 1414 w 1414"/>
                <a:gd name="T13" fmla="*/ 924 h 964"/>
                <a:gd name="T14" fmla="*/ 1373 w 1414"/>
                <a:gd name="T15" fmla="*/ 964 h 964"/>
                <a:gd name="T16" fmla="*/ 40 w 1414"/>
                <a:gd name="T17" fmla="*/ 964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964">
                  <a:moveTo>
                    <a:pt x="40" y="964"/>
                  </a:moveTo>
                  <a:cubicBezTo>
                    <a:pt x="18" y="964"/>
                    <a:pt x="0" y="946"/>
                    <a:pt x="0" y="924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8"/>
                    <a:pt x="18" y="0"/>
                    <a:pt x="40" y="0"/>
                  </a:cubicBezTo>
                  <a:cubicBezTo>
                    <a:pt x="1373" y="0"/>
                    <a:pt x="1373" y="0"/>
                    <a:pt x="1373" y="0"/>
                  </a:cubicBezTo>
                  <a:cubicBezTo>
                    <a:pt x="1396" y="0"/>
                    <a:pt x="1414" y="18"/>
                    <a:pt x="1414" y="40"/>
                  </a:cubicBezTo>
                  <a:cubicBezTo>
                    <a:pt x="1414" y="924"/>
                    <a:pt x="1414" y="924"/>
                    <a:pt x="1414" y="924"/>
                  </a:cubicBezTo>
                  <a:cubicBezTo>
                    <a:pt x="1414" y="946"/>
                    <a:pt x="1396" y="964"/>
                    <a:pt x="1373" y="964"/>
                  </a:cubicBezTo>
                  <a:lnTo>
                    <a:pt x="40" y="964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49" name="Freeform 49"/>
            <p:cNvSpPr>
              <a:spLocks/>
            </p:cNvSpPr>
            <p:nvPr/>
          </p:nvSpPr>
          <p:spPr bwMode="auto">
            <a:xfrm>
              <a:off x="8723322" y="6269356"/>
              <a:ext cx="2243138" cy="65088"/>
            </a:xfrm>
            <a:custGeom>
              <a:avLst/>
              <a:gdLst>
                <a:gd name="T0" fmla="*/ 1414 w 1414"/>
                <a:gd name="T1" fmla="*/ 0 h 41"/>
                <a:gd name="T2" fmla="*/ 1396 w 1414"/>
                <a:gd name="T3" fmla="*/ 9 h 41"/>
                <a:gd name="T4" fmla="*/ 18 w 1414"/>
                <a:gd name="T5" fmla="*/ 9 h 41"/>
                <a:gd name="T6" fmla="*/ 0 w 1414"/>
                <a:gd name="T7" fmla="*/ 0 h 41"/>
                <a:gd name="T8" fmla="*/ 0 w 1414"/>
                <a:gd name="T9" fmla="*/ 1 h 41"/>
                <a:gd name="T10" fmla="*/ 40 w 1414"/>
                <a:gd name="T11" fmla="*/ 41 h 41"/>
                <a:gd name="T12" fmla="*/ 1373 w 1414"/>
                <a:gd name="T13" fmla="*/ 41 h 41"/>
                <a:gd name="T14" fmla="*/ 1414 w 1414"/>
                <a:gd name="T15" fmla="*/ 1 h 41"/>
                <a:gd name="T16" fmla="*/ 1414 w 1414"/>
                <a:gd name="T17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4" h="41">
                  <a:moveTo>
                    <a:pt x="1414" y="0"/>
                  </a:moveTo>
                  <a:cubicBezTo>
                    <a:pt x="1409" y="6"/>
                    <a:pt x="1403" y="9"/>
                    <a:pt x="1396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0" y="9"/>
                    <a:pt x="4" y="6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3"/>
                    <a:pt x="18" y="41"/>
                    <a:pt x="40" y="41"/>
                  </a:cubicBezTo>
                  <a:cubicBezTo>
                    <a:pt x="1373" y="41"/>
                    <a:pt x="1373" y="41"/>
                    <a:pt x="1373" y="41"/>
                  </a:cubicBezTo>
                  <a:cubicBezTo>
                    <a:pt x="1396" y="41"/>
                    <a:pt x="1414" y="23"/>
                    <a:pt x="1414" y="1"/>
                  </a:cubicBezTo>
                  <a:lnTo>
                    <a:pt x="1414" y="0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50" name="Rectangle 50"/>
            <p:cNvSpPr>
              <a:spLocks noChangeArrowheads="1"/>
            </p:cNvSpPr>
            <p:nvPr/>
          </p:nvSpPr>
          <p:spPr bwMode="auto">
            <a:xfrm>
              <a:off x="8440747" y="6312218"/>
              <a:ext cx="2786063" cy="50800"/>
            </a:xfrm>
            <a:prstGeom prst="rect">
              <a:avLst/>
            </a:prstGeom>
            <a:solidFill>
              <a:srgbClr val="D2D6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51" name="Freeform 51"/>
            <p:cNvSpPr>
              <a:spLocks/>
            </p:cNvSpPr>
            <p:nvPr/>
          </p:nvSpPr>
          <p:spPr bwMode="auto">
            <a:xfrm>
              <a:off x="9632959" y="6312218"/>
              <a:ext cx="400050" cy="28575"/>
            </a:xfrm>
            <a:custGeom>
              <a:avLst/>
              <a:gdLst>
                <a:gd name="T0" fmla="*/ 0 w 252"/>
                <a:gd name="T1" fmla="*/ 0 h 18"/>
                <a:gd name="T2" fmla="*/ 22 w 252"/>
                <a:gd name="T3" fmla="*/ 18 h 18"/>
                <a:gd name="T4" fmla="*/ 230 w 252"/>
                <a:gd name="T5" fmla="*/ 18 h 18"/>
                <a:gd name="T6" fmla="*/ 252 w 252"/>
                <a:gd name="T7" fmla="*/ 0 h 18"/>
                <a:gd name="T8" fmla="*/ 0 w 252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" h="18">
                  <a:moveTo>
                    <a:pt x="0" y="0"/>
                  </a:moveTo>
                  <a:cubicBezTo>
                    <a:pt x="2" y="10"/>
                    <a:pt x="11" y="18"/>
                    <a:pt x="22" y="18"/>
                  </a:cubicBezTo>
                  <a:cubicBezTo>
                    <a:pt x="230" y="18"/>
                    <a:pt x="230" y="18"/>
                    <a:pt x="230" y="18"/>
                  </a:cubicBezTo>
                  <a:cubicBezTo>
                    <a:pt x="241" y="18"/>
                    <a:pt x="250" y="10"/>
                    <a:pt x="25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3B4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52" name="Rectangle 52"/>
            <p:cNvSpPr>
              <a:spLocks noChangeArrowheads="1"/>
            </p:cNvSpPr>
            <p:nvPr/>
          </p:nvSpPr>
          <p:spPr bwMode="auto">
            <a:xfrm>
              <a:off x="8797934" y="4900931"/>
              <a:ext cx="2093913" cy="1322388"/>
            </a:xfrm>
            <a:prstGeom prst="rect">
              <a:avLst/>
            </a:pr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53" name="Rectangle 53"/>
            <p:cNvSpPr>
              <a:spLocks noChangeArrowheads="1"/>
            </p:cNvSpPr>
            <p:nvPr/>
          </p:nvSpPr>
          <p:spPr bwMode="auto">
            <a:xfrm>
              <a:off x="8804284" y="4908868"/>
              <a:ext cx="2079625" cy="13081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54" name="Oval 54"/>
            <p:cNvSpPr>
              <a:spLocks noChangeArrowheads="1"/>
            </p:cNvSpPr>
            <p:nvPr/>
          </p:nvSpPr>
          <p:spPr bwMode="auto">
            <a:xfrm>
              <a:off x="9831397" y="4845368"/>
              <a:ext cx="23813" cy="2381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55" name="Oval 55"/>
            <p:cNvSpPr>
              <a:spLocks noChangeArrowheads="1"/>
            </p:cNvSpPr>
            <p:nvPr/>
          </p:nvSpPr>
          <p:spPr bwMode="auto">
            <a:xfrm>
              <a:off x="9831397" y="4843781"/>
              <a:ext cx="23813" cy="22225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56" name="Oval 56"/>
            <p:cNvSpPr>
              <a:spLocks noChangeArrowheads="1"/>
            </p:cNvSpPr>
            <p:nvPr/>
          </p:nvSpPr>
          <p:spPr bwMode="auto">
            <a:xfrm>
              <a:off x="9836159" y="4846956"/>
              <a:ext cx="14288" cy="1587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57" name="Oval 57"/>
            <p:cNvSpPr>
              <a:spLocks noChangeArrowheads="1"/>
            </p:cNvSpPr>
            <p:nvPr/>
          </p:nvSpPr>
          <p:spPr bwMode="auto">
            <a:xfrm>
              <a:off x="9839334" y="4851718"/>
              <a:ext cx="7938" cy="7938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58" name="Freeform 58"/>
            <p:cNvSpPr>
              <a:spLocks/>
            </p:cNvSpPr>
            <p:nvPr/>
          </p:nvSpPr>
          <p:spPr bwMode="auto">
            <a:xfrm>
              <a:off x="9842509" y="4853306"/>
              <a:ext cx="1588" cy="3175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1 h 2"/>
                <a:gd name="T6" fmla="*/ 1 w 1"/>
                <a:gd name="T7" fmla="*/ 0 h 2"/>
                <a:gd name="T8" fmla="*/ 1 w 1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lnTo>
                    <a:pt x="1" y="2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</p:grpSp>
      <p:grpSp>
        <p:nvGrpSpPr>
          <p:cNvPr id="59" name="iPhone Black"/>
          <p:cNvGrpSpPr/>
          <p:nvPr/>
        </p:nvGrpSpPr>
        <p:grpSpPr>
          <a:xfrm>
            <a:off x="6519326" y="1710925"/>
            <a:ext cx="489347" cy="1015604"/>
            <a:chOff x="7242184" y="2673668"/>
            <a:chExt cx="652463" cy="1354138"/>
          </a:xfrm>
        </p:grpSpPr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7242184" y="2673668"/>
              <a:ext cx="652463" cy="1354138"/>
            </a:xfrm>
            <a:custGeom>
              <a:avLst/>
              <a:gdLst>
                <a:gd name="T0" fmla="*/ 411 w 411"/>
                <a:gd name="T1" fmla="*/ 811 h 853"/>
                <a:gd name="T2" fmla="*/ 370 w 411"/>
                <a:gd name="T3" fmla="*/ 853 h 853"/>
                <a:gd name="T4" fmla="*/ 42 w 411"/>
                <a:gd name="T5" fmla="*/ 853 h 853"/>
                <a:gd name="T6" fmla="*/ 0 w 411"/>
                <a:gd name="T7" fmla="*/ 811 h 853"/>
                <a:gd name="T8" fmla="*/ 0 w 411"/>
                <a:gd name="T9" fmla="*/ 42 h 853"/>
                <a:gd name="T10" fmla="*/ 42 w 411"/>
                <a:gd name="T11" fmla="*/ 0 h 853"/>
                <a:gd name="T12" fmla="*/ 370 w 411"/>
                <a:gd name="T13" fmla="*/ 0 h 853"/>
                <a:gd name="T14" fmla="*/ 411 w 411"/>
                <a:gd name="T15" fmla="*/ 42 h 853"/>
                <a:gd name="T16" fmla="*/ 411 w 411"/>
                <a:gd name="T17" fmla="*/ 811 h 8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1" h="853">
                  <a:moveTo>
                    <a:pt x="411" y="811"/>
                  </a:moveTo>
                  <a:cubicBezTo>
                    <a:pt x="411" y="834"/>
                    <a:pt x="392" y="853"/>
                    <a:pt x="370" y="853"/>
                  </a:cubicBezTo>
                  <a:cubicBezTo>
                    <a:pt x="42" y="853"/>
                    <a:pt x="42" y="853"/>
                    <a:pt x="42" y="853"/>
                  </a:cubicBezTo>
                  <a:cubicBezTo>
                    <a:pt x="19" y="853"/>
                    <a:pt x="0" y="834"/>
                    <a:pt x="0" y="811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9"/>
                    <a:pt x="19" y="0"/>
                    <a:pt x="42" y="0"/>
                  </a:cubicBezTo>
                  <a:cubicBezTo>
                    <a:pt x="370" y="0"/>
                    <a:pt x="370" y="0"/>
                    <a:pt x="370" y="0"/>
                  </a:cubicBezTo>
                  <a:cubicBezTo>
                    <a:pt x="392" y="0"/>
                    <a:pt x="411" y="19"/>
                    <a:pt x="411" y="42"/>
                  </a:cubicBezTo>
                  <a:lnTo>
                    <a:pt x="411" y="81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7250122" y="2681606"/>
              <a:ext cx="636588" cy="1338263"/>
            </a:xfrm>
            <a:custGeom>
              <a:avLst/>
              <a:gdLst>
                <a:gd name="T0" fmla="*/ 37 w 401"/>
                <a:gd name="T1" fmla="*/ 843 h 843"/>
                <a:gd name="T2" fmla="*/ 0 w 401"/>
                <a:gd name="T3" fmla="*/ 806 h 843"/>
                <a:gd name="T4" fmla="*/ 0 w 401"/>
                <a:gd name="T5" fmla="*/ 37 h 843"/>
                <a:gd name="T6" fmla="*/ 37 w 401"/>
                <a:gd name="T7" fmla="*/ 0 h 843"/>
                <a:gd name="T8" fmla="*/ 365 w 401"/>
                <a:gd name="T9" fmla="*/ 0 h 843"/>
                <a:gd name="T10" fmla="*/ 401 w 401"/>
                <a:gd name="T11" fmla="*/ 37 h 843"/>
                <a:gd name="T12" fmla="*/ 401 w 401"/>
                <a:gd name="T13" fmla="*/ 806 h 843"/>
                <a:gd name="T14" fmla="*/ 365 w 401"/>
                <a:gd name="T15" fmla="*/ 843 h 843"/>
                <a:gd name="T16" fmla="*/ 37 w 401"/>
                <a:gd name="T17" fmla="*/ 843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1" h="843">
                  <a:moveTo>
                    <a:pt x="37" y="843"/>
                  </a:moveTo>
                  <a:cubicBezTo>
                    <a:pt x="16" y="843"/>
                    <a:pt x="0" y="827"/>
                    <a:pt x="0" y="806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6"/>
                    <a:pt x="16" y="0"/>
                    <a:pt x="37" y="0"/>
                  </a:cubicBezTo>
                  <a:cubicBezTo>
                    <a:pt x="365" y="0"/>
                    <a:pt x="365" y="0"/>
                    <a:pt x="365" y="0"/>
                  </a:cubicBezTo>
                  <a:cubicBezTo>
                    <a:pt x="385" y="0"/>
                    <a:pt x="401" y="16"/>
                    <a:pt x="401" y="37"/>
                  </a:cubicBezTo>
                  <a:cubicBezTo>
                    <a:pt x="401" y="806"/>
                    <a:pt x="401" y="806"/>
                    <a:pt x="401" y="806"/>
                  </a:cubicBezTo>
                  <a:cubicBezTo>
                    <a:pt x="401" y="827"/>
                    <a:pt x="385" y="843"/>
                    <a:pt x="365" y="843"/>
                  </a:cubicBezTo>
                  <a:lnTo>
                    <a:pt x="37" y="843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62" name="Oval 61"/>
            <p:cNvSpPr>
              <a:spLocks noChangeArrowheads="1"/>
            </p:cNvSpPr>
            <p:nvPr/>
          </p:nvSpPr>
          <p:spPr bwMode="auto">
            <a:xfrm>
              <a:off x="7559684" y="2738756"/>
              <a:ext cx="19050" cy="19050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63" name="Oval 62"/>
            <p:cNvSpPr>
              <a:spLocks noChangeArrowheads="1"/>
            </p:cNvSpPr>
            <p:nvPr/>
          </p:nvSpPr>
          <p:spPr bwMode="auto">
            <a:xfrm>
              <a:off x="7566034" y="2745106"/>
              <a:ext cx="4763" cy="4763"/>
            </a:xfrm>
            <a:prstGeom prst="ellipse">
              <a:avLst/>
            </a:prstGeom>
            <a:solidFill>
              <a:srgbClr val="2C2C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64" name="Oval 63"/>
            <p:cNvSpPr>
              <a:spLocks noChangeArrowheads="1"/>
            </p:cNvSpPr>
            <p:nvPr/>
          </p:nvSpPr>
          <p:spPr bwMode="auto">
            <a:xfrm>
              <a:off x="7559684" y="2737168"/>
              <a:ext cx="19050" cy="19050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65" name="Oval 64"/>
            <p:cNvSpPr>
              <a:spLocks noChangeArrowheads="1"/>
            </p:cNvSpPr>
            <p:nvPr/>
          </p:nvSpPr>
          <p:spPr bwMode="auto">
            <a:xfrm>
              <a:off x="7566034" y="2743518"/>
              <a:ext cx="4763" cy="4763"/>
            </a:xfrm>
            <a:prstGeom prst="ellipse">
              <a:avLst/>
            </a:prstGeom>
            <a:solidFill>
              <a:srgbClr val="0A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66" name="Oval 65"/>
            <p:cNvSpPr>
              <a:spLocks noChangeArrowheads="1"/>
            </p:cNvSpPr>
            <p:nvPr/>
          </p:nvSpPr>
          <p:spPr bwMode="auto">
            <a:xfrm>
              <a:off x="7562859" y="2740343"/>
              <a:ext cx="12700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67" name="Oval 66"/>
            <p:cNvSpPr>
              <a:spLocks noChangeArrowheads="1"/>
            </p:cNvSpPr>
            <p:nvPr/>
          </p:nvSpPr>
          <p:spPr bwMode="auto">
            <a:xfrm>
              <a:off x="7562859" y="2740343"/>
              <a:ext cx="12700" cy="127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68" name="Oval 67"/>
            <p:cNvSpPr>
              <a:spLocks noChangeArrowheads="1"/>
            </p:cNvSpPr>
            <p:nvPr/>
          </p:nvSpPr>
          <p:spPr bwMode="auto">
            <a:xfrm>
              <a:off x="7566034" y="2743518"/>
              <a:ext cx="6350" cy="6350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69" name="Oval 68"/>
            <p:cNvSpPr>
              <a:spLocks noChangeArrowheads="1"/>
            </p:cNvSpPr>
            <p:nvPr/>
          </p:nvSpPr>
          <p:spPr bwMode="auto">
            <a:xfrm>
              <a:off x="7566034" y="2743518"/>
              <a:ext cx="6350" cy="6350"/>
            </a:xfrm>
            <a:prstGeom prst="ellipse">
              <a:avLst/>
            </a:prstGeom>
            <a:solidFill>
              <a:srgbClr val="2C9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70" name="Freeform 69"/>
            <p:cNvSpPr>
              <a:spLocks/>
            </p:cNvSpPr>
            <p:nvPr/>
          </p:nvSpPr>
          <p:spPr bwMode="auto">
            <a:xfrm>
              <a:off x="7567622" y="2745106"/>
              <a:ext cx="1588" cy="15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71" name="Freeform 70"/>
            <p:cNvSpPr>
              <a:spLocks/>
            </p:cNvSpPr>
            <p:nvPr/>
          </p:nvSpPr>
          <p:spPr bwMode="auto">
            <a:xfrm>
              <a:off x="7567622" y="2745106"/>
              <a:ext cx="1588" cy="1588"/>
            </a:xfrm>
            <a:custGeom>
              <a:avLst/>
              <a:gdLst>
                <a:gd name="T0" fmla="*/ 1 w 1"/>
                <a:gd name="T1" fmla="*/ 1 h 1"/>
                <a:gd name="T2" fmla="*/ 1 w 1"/>
                <a:gd name="T3" fmla="*/ 1 h 1"/>
                <a:gd name="T4" fmla="*/ 0 w 1"/>
                <a:gd name="T5" fmla="*/ 1 h 1"/>
                <a:gd name="T6" fmla="*/ 1 w 1"/>
                <a:gd name="T7" fmla="*/ 0 h 1"/>
                <a:gd name="T8" fmla="*/ 1 w 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lnTo>
                    <a:pt x="1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72" name="Oval 71"/>
            <p:cNvSpPr>
              <a:spLocks noChangeArrowheads="1"/>
            </p:cNvSpPr>
            <p:nvPr/>
          </p:nvSpPr>
          <p:spPr bwMode="auto">
            <a:xfrm>
              <a:off x="7516822" y="3884931"/>
              <a:ext cx="103188" cy="10318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73" name="Freeform 72"/>
            <p:cNvSpPr>
              <a:spLocks/>
            </p:cNvSpPr>
            <p:nvPr/>
          </p:nvSpPr>
          <p:spPr bwMode="auto">
            <a:xfrm>
              <a:off x="7542222" y="3910331"/>
              <a:ext cx="52388" cy="52388"/>
            </a:xfrm>
            <a:custGeom>
              <a:avLst/>
              <a:gdLst>
                <a:gd name="T0" fmla="*/ 31 w 33"/>
                <a:gd name="T1" fmla="*/ 22 h 33"/>
                <a:gd name="T2" fmla="*/ 29 w 33"/>
                <a:gd name="T3" fmla="*/ 22 h 33"/>
                <a:gd name="T4" fmla="*/ 22 w 33"/>
                <a:gd name="T5" fmla="*/ 29 h 33"/>
                <a:gd name="T6" fmla="*/ 11 w 33"/>
                <a:gd name="T7" fmla="*/ 29 h 33"/>
                <a:gd name="T8" fmla="*/ 4 w 33"/>
                <a:gd name="T9" fmla="*/ 22 h 33"/>
                <a:gd name="T10" fmla="*/ 4 w 33"/>
                <a:gd name="T11" fmla="*/ 11 h 33"/>
                <a:gd name="T12" fmla="*/ 11 w 33"/>
                <a:gd name="T13" fmla="*/ 4 h 33"/>
                <a:gd name="T14" fmla="*/ 22 w 33"/>
                <a:gd name="T15" fmla="*/ 4 h 33"/>
                <a:gd name="T16" fmla="*/ 29 w 33"/>
                <a:gd name="T17" fmla="*/ 11 h 33"/>
                <a:gd name="T18" fmla="*/ 29 w 33"/>
                <a:gd name="T19" fmla="*/ 22 h 33"/>
                <a:gd name="T20" fmla="*/ 31 w 33"/>
                <a:gd name="T21" fmla="*/ 22 h 33"/>
                <a:gd name="T22" fmla="*/ 33 w 33"/>
                <a:gd name="T23" fmla="*/ 22 h 33"/>
                <a:gd name="T24" fmla="*/ 33 w 33"/>
                <a:gd name="T25" fmla="*/ 11 h 33"/>
                <a:gd name="T26" fmla="*/ 22 w 33"/>
                <a:gd name="T27" fmla="*/ 0 h 33"/>
                <a:gd name="T28" fmla="*/ 11 w 33"/>
                <a:gd name="T29" fmla="*/ 0 h 33"/>
                <a:gd name="T30" fmla="*/ 0 w 33"/>
                <a:gd name="T31" fmla="*/ 11 h 33"/>
                <a:gd name="T32" fmla="*/ 0 w 33"/>
                <a:gd name="T33" fmla="*/ 22 h 33"/>
                <a:gd name="T34" fmla="*/ 11 w 33"/>
                <a:gd name="T35" fmla="*/ 33 h 33"/>
                <a:gd name="T36" fmla="*/ 22 w 33"/>
                <a:gd name="T37" fmla="*/ 33 h 33"/>
                <a:gd name="T38" fmla="*/ 33 w 33"/>
                <a:gd name="T39" fmla="*/ 22 h 33"/>
                <a:gd name="T40" fmla="*/ 31 w 33"/>
                <a:gd name="T41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33">
                  <a:moveTo>
                    <a:pt x="31" y="22"/>
                  </a:moveTo>
                  <a:cubicBezTo>
                    <a:pt x="29" y="22"/>
                    <a:pt x="29" y="22"/>
                    <a:pt x="29" y="22"/>
                  </a:cubicBezTo>
                  <a:cubicBezTo>
                    <a:pt x="29" y="26"/>
                    <a:pt x="26" y="29"/>
                    <a:pt x="22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7" y="29"/>
                    <a:pt x="4" y="26"/>
                    <a:pt x="4" y="22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"/>
                    <a:pt x="7" y="4"/>
                    <a:pt x="11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6" y="4"/>
                    <a:pt x="29" y="7"/>
                    <a:pt x="29" y="11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5"/>
                    <a:pt x="28" y="0"/>
                    <a:pt x="2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28"/>
                    <a:pt x="5" y="33"/>
                    <a:pt x="1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33"/>
                    <a:pt x="33" y="28"/>
                    <a:pt x="33" y="22"/>
                  </a:cubicBezTo>
                  <a:lnTo>
                    <a:pt x="31" y="22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7289809" y="2873693"/>
              <a:ext cx="558800" cy="979488"/>
            </a:xfrm>
            <a:prstGeom prst="rect">
              <a:avLst/>
            </a:pr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7294572" y="2880043"/>
              <a:ext cx="547688" cy="96678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76" name="Freeform 75"/>
            <p:cNvSpPr>
              <a:spLocks/>
            </p:cNvSpPr>
            <p:nvPr/>
          </p:nvSpPr>
          <p:spPr bwMode="auto">
            <a:xfrm>
              <a:off x="7519997" y="2784793"/>
              <a:ext cx="115888" cy="26988"/>
            </a:xfrm>
            <a:custGeom>
              <a:avLst/>
              <a:gdLst>
                <a:gd name="T0" fmla="*/ 8 w 73"/>
                <a:gd name="T1" fmla="*/ 17 h 17"/>
                <a:gd name="T2" fmla="*/ 0 w 73"/>
                <a:gd name="T3" fmla="*/ 9 h 17"/>
                <a:gd name="T4" fmla="*/ 8 w 73"/>
                <a:gd name="T5" fmla="*/ 0 h 17"/>
                <a:gd name="T6" fmla="*/ 65 w 73"/>
                <a:gd name="T7" fmla="*/ 0 h 17"/>
                <a:gd name="T8" fmla="*/ 73 w 73"/>
                <a:gd name="T9" fmla="*/ 9 h 17"/>
                <a:gd name="T10" fmla="*/ 65 w 73"/>
                <a:gd name="T11" fmla="*/ 17 h 17"/>
                <a:gd name="T12" fmla="*/ 8 w 73"/>
                <a:gd name="T13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3" h="17">
                  <a:moveTo>
                    <a:pt x="8" y="17"/>
                  </a:move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3" y="0"/>
                    <a:pt x="8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70" y="0"/>
                    <a:pt x="73" y="4"/>
                    <a:pt x="73" y="9"/>
                  </a:cubicBezTo>
                  <a:cubicBezTo>
                    <a:pt x="73" y="13"/>
                    <a:pt x="70" y="17"/>
                    <a:pt x="65" y="17"/>
                  </a:cubicBezTo>
                  <a:lnTo>
                    <a:pt x="8" y="17"/>
                  </a:lnTo>
                  <a:close/>
                </a:path>
              </a:pathLst>
            </a:custGeom>
            <a:solidFill>
              <a:srgbClr val="0C0D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77" name="Freeform 76"/>
            <p:cNvSpPr>
              <a:spLocks/>
            </p:cNvSpPr>
            <p:nvPr/>
          </p:nvSpPr>
          <p:spPr bwMode="auto">
            <a:xfrm>
              <a:off x="7526347" y="2792731"/>
              <a:ext cx="103188" cy="11113"/>
            </a:xfrm>
            <a:custGeom>
              <a:avLst/>
              <a:gdLst>
                <a:gd name="T0" fmla="*/ 65 w 65"/>
                <a:gd name="T1" fmla="*/ 4 h 7"/>
                <a:gd name="T2" fmla="*/ 61 w 65"/>
                <a:gd name="T3" fmla="*/ 7 h 7"/>
                <a:gd name="T4" fmla="*/ 4 w 65"/>
                <a:gd name="T5" fmla="*/ 7 h 7"/>
                <a:gd name="T6" fmla="*/ 0 w 65"/>
                <a:gd name="T7" fmla="*/ 4 h 7"/>
                <a:gd name="T8" fmla="*/ 4 w 65"/>
                <a:gd name="T9" fmla="*/ 0 h 7"/>
                <a:gd name="T10" fmla="*/ 61 w 65"/>
                <a:gd name="T11" fmla="*/ 0 h 7"/>
                <a:gd name="T12" fmla="*/ 65 w 65"/>
                <a:gd name="T13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5" h="7">
                  <a:moveTo>
                    <a:pt x="65" y="4"/>
                  </a:moveTo>
                  <a:cubicBezTo>
                    <a:pt x="65" y="6"/>
                    <a:pt x="63" y="7"/>
                    <a:pt x="61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2" y="7"/>
                    <a:pt x="0" y="6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3" y="0"/>
                    <a:pt x="65" y="2"/>
                    <a:pt x="65" y="4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  <p:sp>
          <p:nvSpPr>
            <p:cNvPr id="78" name="Oval 77"/>
            <p:cNvSpPr>
              <a:spLocks noChangeArrowheads="1"/>
            </p:cNvSpPr>
            <p:nvPr/>
          </p:nvSpPr>
          <p:spPr bwMode="auto">
            <a:xfrm>
              <a:off x="7481897" y="2789556"/>
              <a:ext cx="17463" cy="1746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013"/>
            </a:p>
          </p:txBody>
        </p:sp>
      </p:grpSp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B024FF3-04D2-A946-AA6A-94930444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2F58D-9615-4B4C-A642-F1F3717E115F}" type="datetime1">
              <a:rPr lang="nl-BE" smtClean="0"/>
              <a:t>26/11/2024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C4B90A3F-AE3B-2F48-A503-BBC3C6EB0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  <p:sp>
        <p:nvSpPr>
          <p:cNvPr id="18" name="Tijdelijke aanduiding voor dianummer 17">
            <a:extLst>
              <a:ext uri="{FF2B5EF4-FFF2-40B4-BE49-F238E27FC236}">
                <a16:creationId xmlns:a16="http://schemas.microsoft.com/office/drawing/2014/main" id="{3AE8F362-E505-534B-B23B-9C6CCCA2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A311-68B6-444E-95F2-263905CF95B6}" type="slidenum">
              <a:rPr lang="nl-BE" smtClean="0"/>
              <a:t>22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77731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9CB0E-30B6-5C45-BCEE-93B4E087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FB64-4AEC-4CAD-9CCD-F02856000A8D}" type="slidenum">
              <a:rPr lang="en-US" smtClean="0"/>
              <a:t>23</a:t>
            </a:fld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64E75C0-CAA3-BC49-A462-7FB1F724CB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Freeform 7"/>
          <p:cNvSpPr/>
          <p:nvPr/>
        </p:nvSpPr>
        <p:spPr>
          <a:xfrm>
            <a:off x="633740" y="163272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14287"/>
                </a:moveTo>
                <a:cubicBezTo>
                  <a:pt x="102691" y="14287"/>
                  <a:pt x="91455" y="18305"/>
                  <a:pt x="80590" y="26342"/>
                </a:cubicBezTo>
                <a:cubicBezTo>
                  <a:pt x="69726" y="34379"/>
                  <a:pt x="64293" y="42267"/>
                  <a:pt x="64293" y="50006"/>
                </a:cubicBezTo>
                <a:lnTo>
                  <a:pt x="64293" y="85725"/>
                </a:lnTo>
                <a:cubicBezTo>
                  <a:pt x="64293" y="93761"/>
                  <a:pt x="66228" y="103063"/>
                  <a:pt x="70098" y="113630"/>
                </a:cubicBezTo>
                <a:cubicBezTo>
                  <a:pt x="73967" y="124197"/>
                  <a:pt x="79325" y="132159"/>
                  <a:pt x="86171" y="137517"/>
                </a:cubicBezTo>
                <a:cubicBezTo>
                  <a:pt x="90041" y="141089"/>
                  <a:pt x="91678" y="145479"/>
                  <a:pt x="91083" y="150688"/>
                </a:cubicBezTo>
                <a:cubicBezTo>
                  <a:pt x="90487" y="155897"/>
                  <a:pt x="87808" y="159543"/>
                  <a:pt x="83046" y="161627"/>
                </a:cubicBezTo>
                <a:lnTo>
                  <a:pt x="20092" y="191541"/>
                </a:lnTo>
                <a:cubicBezTo>
                  <a:pt x="16222" y="193327"/>
                  <a:pt x="14287" y="196006"/>
                  <a:pt x="14287" y="199578"/>
                </a:cubicBezTo>
                <a:lnTo>
                  <a:pt x="14287" y="214312"/>
                </a:lnTo>
                <a:lnTo>
                  <a:pt x="214312" y="214312"/>
                </a:lnTo>
                <a:lnTo>
                  <a:pt x="214312" y="200025"/>
                </a:lnTo>
                <a:cubicBezTo>
                  <a:pt x="214312" y="195560"/>
                  <a:pt x="212377" y="192732"/>
                  <a:pt x="208508" y="191541"/>
                </a:cubicBezTo>
                <a:cubicBezTo>
                  <a:pt x="208210" y="191541"/>
                  <a:pt x="208061" y="191541"/>
                  <a:pt x="208061" y="191541"/>
                </a:cubicBezTo>
                <a:lnTo>
                  <a:pt x="146000" y="162073"/>
                </a:lnTo>
                <a:cubicBezTo>
                  <a:pt x="141238" y="159692"/>
                  <a:pt x="138559" y="155897"/>
                  <a:pt x="137963" y="150688"/>
                </a:cubicBezTo>
                <a:cubicBezTo>
                  <a:pt x="137368" y="145479"/>
                  <a:pt x="139154" y="141238"/>
                  <a:pt x="143321" y="137963"/>
                </a:cubicBezTo>
                <a:cubicBezTo>
                  <a:pt x="150167" y="132308"/>
                  <a:pt x="155376" y="124271"/>
                  <a:pt x="158948" y="113853"/>
                </a:cubicBezTo>
                <a:cubicBezTo>
                  <a:pt x="162520" y="103435"/>
                  <a:pt x="164306" y="94059"/>
                  <a:pt x="164306" y="85725"/>
                </a:cubicBezTo>
                <a:lnTo>
                  <a:pt x="164306" y="50006"/>
                </a:lnTo>
                <a:cubicBezTo>
                  <a:pt x="164306" y="42267"/>
                  <a:pt x="158948" y="34379"/>
                  <a:pt x="148233" y="26342"/>
                </a:cubicBezTo>
                <a:cubicBezTo>
                  <a:pt x="137517" y="18305"/>
                  <a:pt x="126206" y="14287"/>
                  <a:pt x="114300" y="14287"/>
                </a:cubicBezTo>
                <a:close/>
                <a:moveTo>
                  <a:pt x="114076" y="0"/>
                </a:moveTo>
                <a:cubicBezTo>
                  <a:pt x="129703" y="0"/>
                  <a:pt x="144363" y="5357"/>
                  <a:pt x="158055" y="16073"/>
                </a:cubicBezTo>
                <a:cubicBezTo>
                  <a:pt x="171747" y="26789"/>
                  <a:pt x="178593" y="38100"/>
                  <a:pt x="178593" y="50006"/>
                </a:cubicBezTo>
                <a:lnTo>
                  <a:pt x="178593" y="85725"/>
                </a:lnTo>
                <a:cubicBezTo>
                  <a:pt x="178593" y="96143"/>
                  <a:pt x="176435" y="107528"/>
                  <a:pt x="172119" y="119881"/>
                </a:cubicBezTo>
                <a:cubicBezTo>
                  <a:pt x="167803" y="132233"/>
                  <a:pt x="161181" y="141982"/>
                  <a:pt x="152251" y="149125"/>
                </a:cubicBezTo>
                <a:lnTo>
                  <a:pt x="214312" y="178593"/>
                </a:lnTo>
                <a:lnTo>
                  <a:pt x="217884" y="180379"/>
                </a:lnTo>
                <a:cubicBezTo>
                  <a:pt x="220265" y="181272"/>
                  <a:pt x="222647" y="182909"/>
                  <a:pt x="225028" y="185291"/>
                </a:cubicBezTo>
                <a:cubicBezTo>
                  <a:pt x="227409" y="187672"/>
                  <a:pt x="228600" y="190202"/>
                  <a:pt x="228600" y="192881"/>
                </a:cubicBezTo>
                <a:lnTo>
                  <a:pt x="228600" y="214312"/>
                </a:lnTo>
                <a:cubicBezTo>
                  <a:pt x="228600" y="218182"/>
                  <a:pt x="227186" y="221530"/>
                  <a:pt x="224358" y="224358"/>
                </a:cubicBezTo>
                <a:cubicBezTo>
                  <a:pt x="221530" y="227186"/>
                  <a:pt x="218182" y="228600"/>
                  <a:pt x="214312" y="228600"/>
                </a:cubicBezTo>
                <a:lnTo>
                  <a:pt x="14287" y="228600"/>
                </a:lnTo>
                <a:cubicBezTo>
                  <a:pt x="10418" y="228600"/>
                  <a:pt x="7069" y="227186"/>
                  <a:pt x="4241" y="224358"/>
                </a:cubicBezTo>
                <a:cubicBezTo>
                  <a:pt x="1414" y="221530"/>
                  <a:pt x="0" y="218182"/>
                  <a:pt x="0" y="214312"/>
                </a:cubicBezTo>
                <a:lnTo>
                  <a:pt x="0" y="192881"/>
                </a:lnTo>
                <a:cubicBezTo>
                  <a:pt x="0" y="190500"/>
                  <a:pt x="1339" y="188044"/>
                  <a:pt x="4018" y="185514"/>
                </a:cubicBezTo>
                <a:cubicBezTo>
                  <a:pt x="6697" y="182984"/>
                  <a:pt x="8781" y="181272"/>
                  <a:pt x="10269" y="180379"/>
                </a:cubicBezTo>
                <a:cubicBezTo>
                  <a:pt x="11757" y="179486"/>
                  <a:pt x="13097" y="178891"/>
                  <a:pt x="14287" y="178593"/>
                </a:cubicBezTo>
                <a:lnTo>
                  <a:pt x="76795" y="148679"/>
                </a:lnTo>
                <a:cubicBezTo>
                  <a:pt x="67865" y="141535"/>
                  <a:pt x="61168" y="131713"/>
                  <a:pt x="56703" y="119211"/>
                </a:cubicBezTo>
                <a:cubicBezTo>
                  <a:pt x="52238" y="106709"/>
                  <a:pt x="50006" y="95547"/>
                  <a:pt x="50006" y="85725"/>
                </a:cubicBezTo>
                <a:lnTo>
                  <a:pt x="50006" y="50006"/>
                </a:lnTo>
                <a:cubicBezTo>
                  <a:pt x="50006" y="38100"/>
                  <a:pt x="56778" y="26789"/>
                  <a:pt x="70321" y="16073"/>
                </a:cubicBezTo>
                <a:cubicBezTo>
                  <a:pt x="83864" y="5357"/>
                  <a:pt x="98450" y="0"/>
                  <a:pt x="11407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" name="Freeform 8"/>
          <p:cNvSpPr/>
          <p:nvPr/>
        </p:nvSpPr>
        <p:spPr>
          <a:xfrm>
            <a:off x="983223" y="163272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14287"/>
                </a:moveTo>
                <a:cubicBezTo>
                  <a:pt x="102096" y="14287"/>
                  <a:pt x="91752" y="17859"/>
                  <a:pt x="83269" y="25003"/>
                </a:cubicBezTo>
                <a:cubicBezTo>
                  <a:pt x="74786" y="32147"/>
                  <a:pt x="69949" y="41225"/>
                  <a:pt x="68758" y="52238"/>
                </a:cubicBezTo>
                <a:cubicBezTo>
                  <a:pt x="67568" y="60870"/>
                  <a:pt x="66228" y="70544"/>
                  <a:pt x="64740" y="81260"/>
                </a:cubicBezTo>
                <a:cubicBezTo>
                  <a:pt x="64145" y="86915"/>
                  <a:pt x="63698" y="90934"/>
                  <a:pt x="63401" y="93315"/>
                </a:cubicBezTo>
                <a:cubicBezTo>
                  <a:pt x="61912" y="105519"/>
                  <a:pt x="58340" y="117723"/>
                  <a:pt x="52685" y="129927"/>
                </a:cubicBezTo>
                <a:cubicBezTo>
                  <a:pt x="55364" y="130522"/>
                  <a:pt x="58340" y="131117"/>
                  <a:pt x="61615" y="131713"/>
                </a:cubicBezTo>
                <a:cubicBezTo>
                  <a:pt x="72330" y="133498"/>
                  <a:pt x="79474" y="135284"/>
                  <a:pt x="83046" y="137070"/>
                </a:cubicBezTo>
                <a:cubicBezTo>
                  <a:pt x="88106" y="139749"/>
                  <a:pt x="90636" y="144065"/>
                  <a:pt x="90636" y="150018"/>
                </a:cubicBezTo>
                <a:cubicBezTo>
                  <a:pt x="90636" y="155972"/>
                  <a:pt x="87957" y="160139"/>
                  <a:pt x="82599" y="162520"/>
                </a:cubicBezTo>
                <a:lnTo>
                  <a:pt x="20538" y="191988"/>
                </a:lnTo>
                <a:cubicBezTo>
                  <a:pt x="19943" y="192286"/>
                  <a:pt x="19496" y="192434"/>
                  <a:pt x="19199" y="192434"/>
                </a:cubicBezTo>
                <a:cubicBezTo>
                  <a:pt x="15924" y="193923"/>
                  <a:pt x="14287" y="195113"/>
                  <a:pt x="14287" y="196006"/>
                </a:cubicBezTo>
                <a:lnTo>
                  <a:pt x="14287" y="214312"/>
                </a:lnTo>
                <a:lnTo>
                  <a:pt x="214312" y="214312"/>
                </a:lnTo>
                <a:lnTo>
                  <a:pt x="214312" y="196006"/>
                </a:lnTo>
                <a:cubicBezTo>
                  <a:pt x="213717" y="194816"/>
                  <a:pt x="212080" y="193625"/>
                  <a:pt x="209401" y="192434"/>
                </a:cubicBezTo>
                <a:cubicBezTo>
                  <a:pt x="209103" y="192434"/>
                  <a:pt x="208657" y="192286"/>
                  <a:pt x="208061" y="191988"/>
                </a:cubicBezTo>
                <a:lnTo>
                  <a:pt x="146000" y="162520"/>
                </a:lnTo>
                <a:cubicBezTo>
                  <a:pt x="140642" y="160139"/>
                  <a:pt x="137963" y="155972"/>
                  <a:pt x="137963" y="150018"/>
                </a:cubicBezTo>
                <a:cubicBezTo>
                  <a:pt x="137963" y="144065"/>
                  <a:pt x="140493" y="139749"/>
                  <a:pt x="145554" y="137070"/>
                </a:cubicBezTo>
                <a:cubicBezTo>
                  <a:pt x="149126" y="135284"/>
                  <a:pt x="156269" y="133498"/>
                  <a:pt x="166985" y="131713"/>
                </a:cubicBezTo>
                <a:cubicBezTo>
                  <a:pt x="170259" y="131117"/>
                  <a:pt x="173236" y="130522"/>
                  <a:pt x="175915" y="129927"/>
                </a:cubicBezTo>
                <a:cubicBezTo>
                  <a:pt x="170259" y="117723"/>
                  <a:pt x="166687" y="105519"/>
                  <a:pt x="165199" y="93315"/>
                </a:cubicBezTo>
                <a:cubicBezTo>
                  <a:pt x="164901" y="90934"/>
                  <a:pt x="164455" y="86915"/>
                  <a:pt x="163859" y="81260"/>
                </a:cubicBezTo>
                <a:cubicBezTo>
                  <a:pt x="162371" y="70544"/>
                  <a:pt x="161032" y="60870"/>
                  <a:pt x="159841" y="52238"/>
                </a:cubicBezTo>
                <a:cubicBezTo>
                  <a:pt x="158651" y="41225"/>
                  <a:pt x="153814" y="32147"/>
                  <a:pt x="145330" y="25003"/>
                </a:cubicBezTo>
                <a:cubicBezTo>
                  <a:pt x="136847" y="17859"/>
                  <a:pt x="126504" y="14287"/>
                  <a:pt x="114300" y="14287"/>
                </a:cubicBezTo>
                <a:close/>
                <a:moveTo>
                  <a:pt x="114300" y="0"/>
                </a:moveTo>
                <a:cubicBezTo>
                  <a:pt x="130076" y="0"/>
                  <a:pt x="143619" y="4688"/>
                  <a:pt x="154930" y="14064"/>
                </a:cubicBezTo>
                <a:cubicBezTo>
                  <a:pt x="166241" y="23440"/>
                  <a:pt x="172640" y="35570"/>
                  <a:pt x="174129" y="50452"/>
                </a:cubicBezTo>
                <a:cubicBezTo>
                  <a:pt x="175022" y="57596"/>
                  <a:pt x="176138" y="65856"/>
                  <a:pt x="177477" y="75232"/>
                </a:cubicBezTo>
                <a:cubicBezTo>
                  <a:pt x="178817" y="84608"/>
                  <a:pt x="179486" y="90189"/>
                  <a:pt x="179486" y="91975"/>
                </a:cubicBezTo>
                <a:cubicBezTo>
                  <a:pt x="181570" y="108942"/>
                  <a:pt x="186928" y="123973"/>
                  <a:pt x="195560" y="137070"/>
                </a:cubicBezTo>
                <a:cubicBezTo>
                  <a:pt x="194667" y="139154"/>
                  <a:pt x="191318" y="140940"/>
                  <a:pt x="185514" y="142428"/>
                </a:cubicBezTo>
                <a:cubicBezTo>
                  <a:pt x="179710" y="143916"/>
                  <a:pt x="173236" y="145256"/>
                  <a:pt x="166092" y="146447"/>
                </a:cubicBezTo>
                <a:cubicBezTo>
                  <a:pt x="158948" y="147637"/>
                  <a:pt x="154334" y="148679"/>
                  <a:pt x="152251" y="149572"/>
                </a:cubicBezTo>
                <a:lnTo>
                  <a:pt x="214312" y="179040"/>
                </a:lnTo>
                <a:lnTo>
                  <a:pt x="217884" y="180826"/>
                </a:lnTo>
                <a:cubicBezTo>
                  <a:pt x="220265" y="181719"/>
                  <a:pt x="222647" y="183579"/>
                  <a:pt x="225028" y="186407"/>
                </a:cubicBezTo>
                <a:cubicBezTo>
                  <a:pt x="227409" y="189235"/>
                  <a:pt x="228600" y="192434"/>
                  <a:pt x="228600" y="196006"/>
                </a:cubicBezTo>
                <a:lnTo>
                  <a:pt x="228600" y="214759"/>
                </a:lnTo>
                <a:cubicBezTo>
                  <a:pt x="228600" y="218628"/>
                  <a:pt x="227186" y="221902"/>
                  <a:pt x="224358" y="224581"/>
                </a:cubicBezTo>
                <a:cubicBezTo>
                  <a:pt x="221530" y="227260"/>
                  <a:pt x="218182" y="228600"/>
                  <a:pt x="214312" y="228600"/>
                </a:cubicBezTo>
                <a:lnTo>
                  <a:pt x="14287" y="228600"/>
                </a:lnTo>
                <a:cubicBezTo>
                  <a:pt x="10418" y="228600"/>
                  <a:pt x="7069" y="227260"/>
                  <a:pt x="4241" y="224581"/>
                </a:cubicBezTo>
                <a:cubicBezTo>
                  <a:pt x="1414" y="221902"/>
                  <a:pt x="0" y="218628"/>
                  <a:pt x="0" y="214759"/>
                </a:cubicBezTo>
                <a:lnTo>
                  <a:pt x="0" y="196006"/>
                </a:lnTo>
                <a:cubicBezTo>
                  <a:pt x="0" y="192434"/>
                  <a:pt x="1339" y="189235"/>
                  <a:pt x="4018" y="186407"/>
                </a:cubicBezTo>
                <a:cubicBezTo>
                  <a:pt x="6697" y="183579"/>
                  <a:pt x="8781" y="181793"/>
                  <a:pt x="10269" y="181049"/>
                </a:cubicBezTo>
                <a:cubicBezTo>
                  <a:pt x="11757" y="180305"/>
                  <a:pt x="13097" y="179635"/>
                  <a:pt x="14287" y="179040"/>
                </a:cubicBezTo>
                <a:lnTo>
                  <a:pt x="76349" y="149572"/>
                </a:lnTo>
                <a:cubicBezTo>
                  <a:pt x="74265" y="148679"/>
                  <a:pt x="69651" y="147637"/>
                  <a:pt x="62508" y="146447"/>
                </a:cubicBezTo>
                <a:cubicBezTo>
                  <a:pt x="55364" y="145256"/>
                  <a:pt x="48890" y="143916"/>
                  <a:pt x="43085" y="142428"/>
                </a:cubicBezTo>
                <a:cubicBezTo>
                  <a:pt x="37281" y="140940"/>
                  <a:pt x="33933" y="139154"/>
                  <a:pt x="33040" y="137070"/>
                </a:cubicBezTo>
                <a:lnTo>
                  <a:pt x="36165" y="131266"/>
                </a:lnTo>
                <a:cubicBezTo>
                  <a:pt x="38546" y="127397"/>
                  <a:pt x="41076" y="121741"/>
                  <a:pt x="43755" y="114300"/>
                </a:cubicBezTo>
                <a:cubicBezTo>
                  <a:pt x="46434" y="106858"/>
                  <a:pt x="48220" y="99268"/>
                  <a:pt x="49113" y="91529"/>
                </a:cubicBezTo>
                <a:cubicBezTo>
                  <a:pt x="49113" y="90041"/>
                  <a:pt x="49783" y="84608"/>
                  <a:pt x="51122" y="75232"/>
                </a:cubicBezTo>
                <a:cubicBezTo>
                  <a:pt x="52462" y="65856"/>
                  <a:pt x="53578" y="57596"/>
                  <a:pt x="54471" y="50452"/>
                </a:cubicBezTo>
                <a:cubicBezTo>
                  <a:pt x="55959" y="35570"/>
                  <a:pt x="62359" y="23440"/>
                  <a:pt x="73670" y="14064"/>
                </a:cubicBezTo>
                <a:cubicBezTo>
                  <a:pt x="84981" y="4688"/>
                  <a:pt x="98524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" name="Freeform 9"/>
          <p:cNvSpPr/>
          <p:nvPr/>
        </p:nvSpPr>
        <p:spPr>
          <a:xfrm>
            <a:off x="1332707" y="163272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744" y="50006"/>
                </a:moveTo>
                <a:cubicBezTo>
                  <a:pt x="80219" y="50006"/>
                  <a:pt x="71215" y="53280"/>
                  <a:pt x="62731" y="59829"/>
                </a:cubicBezTo>
                <a:cubicBezTo>
                  <a:pt x="54248" y="66377"/>
                  <a:pt x="50006" y="72330"/>
                  <a:pt x="50006" y="77688"/>
                </a:cubicBezTo>
                <a:lnTo>
                  <a:pt x="50006" y="108049"/>
                </a:lnTo>
                <a:cubicBezTo>
                  <a:pt x="50006" y="114895"/>
                  <a:pt x="51495" y="122560"/>
                  <a:pt x="54471" y="131043"/>
                </a:cubicBezTo>
                <a:cubicBezTo>
                  <a:pt x="57448" y="139526"/>
                  <a:pt x="61615" y="146000"/>
                  <a:pt x="66973" y="150465"/>
                </a:cubicBezTo>
                <a:cubicBezTo>
                  <a:pt x="71140" y="153441"/>
                  <a:pt x="73000" y="157534"/>
                  <a:pt x="72554" y="162743"/>
                </a:cubicBezTo>
                <a:cubicBezTo>
                  <a:pt x="72107" y="167952"/>
                  <a:pt x="69652" y="171747"/>
                  <a:pt x="65187" y="174129"/>
                </a:cubicBezTo>
                <a:lnTo>
                  <a:pt x="18753" y="199132"/>
                </a:lnTo>
                <a:cubicBezTo>
                  <a:pt x="18455" y="199132"/>
                  <a:pt x="18157" y="199280"/>
                  <a:pt x="17860" y="199578"/>
                </a:cubicBezTo>
                <a:cubicBezTo>
                  <a:pt x="16669" y="200173"/>
                  <a:pt x="15478" y="200918"/>
                  <a:pt x="14288" y="201811"/>
                </a:cubicBezTo>
                <a:lnTo>
                  <a:pt x="14288" y="214312"/>
                </a:lnTo>
                <a:lnTo>
                  <a:pt x="164306" y="214312"/>
                </a:lnTo>
                <a:lnTo>
                  <a:pt x="164306" y="201364"/>
                </a:lnTo>
                <a:cubicBezTo>
                  <a:pt x="163116" y="200769"/>
                  <a:pt x="162074" y="200173"/>
                  <a:pt x="161181" y="199578"/>
                </a:cubicBezTo>
                <a:cubicBezTo>
                  <a:pt x="160586" y="199280"/>
                  <a:pt x="160139" y="199132"/>
                  <a:pt x="159842" y="199132"/>
                </a:cubicBezTo>
                <a:lnTo>
                  <a:pt x="114747" y="174129"/>
                </a:lnTo>
                <a:cubicBezTo>
                  <a:pt x="110282" y="171747"/>
                  <a:pt x="107826" y="167952"/>
                  <a:pt x="107380" y="162743"/>
                </a:cubicBezTo>
                <a:cubicBezTo>
                  <a:pt x="106933" y="157534"/>
                  <a:pt x="108645" y="153441"/>
                  <a:pt x="112514" y="150465"/>
                </a:cubicBezTo>
                <a:cubicBezTo>
                  <a:pt x="118170" y="146000"/>
                  <a:pt x="122263" y="139600"/>
                  <a:pt x="124793" y="131266"/>
                </a:cubicBezTo>
                <a:cubicBezTo>
                  <a:pt x="127323" y="122932"/>
                  <a:pt x="128588" y="115193"/>
                  <a:pt x="128588" y="108049"/>
                </a:cubicBezTo>
                <a:lnTo>
                  <a:pt x="128588" y="77688"/>
                </a:lnTo>
                <a:cubicBezTo>
                  <a:pt x="128588" y="72032"/>
                  <a:pt x="124495" y="66005"/>
                  <a:pt x="116309" y="59605"/>
                </a:cubicBezTo>
                <a:cubicBezTo>
                  <a:pt x="108124" y="53206"/>
                  <a:pt x="99269" y="50006"/>
                  <a:pt x="89744" y="50006"/>
                </a:cubicBezTo>
                <a:close/>
                <a:moveTo>
                  <a:pt x="89520" y="35718"/>
                </a:moveTo>
                <a:cubicBezTo>
                  <a:pt x="102766" y="35718"/>
                  <a:pt x="114970" y="40183"/>
                  <a:pt x="126132" y="49113"/>
                </a:cubicBezTo>
                <a:cubicBezTo>
                  <a:pt x="137294" y="58043"/>
                  <a:pt x="142875" y="67568"/>
                  <a:pt x="142875" y="77688"/>
                </a:cubicBezTo>
                <a:lnTo>
                  <a:pt x="142875" y="108049"/>
                </a:lnTo>
                <a:cubicBezTo>
                  <a:pt x="142875" y="117276"/>
                  <a:pt x="141164" y="127024"/>
                  <a:pt x="137741" y="137294"/>
                </a:cubicBezTo>
                <a:cubicBezTo>
                  <a:pt x="134318" y="147563"/>
                  <a:pt x="128885" y="155674"/>
                  <a:pt x="121444" y="161627"/>
                </a:cubicBezTo>
                <a:lnTo>
                  <a:pt x="166539" y="186630"/>
                </a:lnTo>
                <a:lnTo>
                  <a:pt x="167878" y="187077"/>
                </a:lnTo>
                <a:cubicBezTo>
                  <a:pt x="168771" y="187374"/>
                  <a:pt x="169813" y="187895"/>
                  <a:pt x="171004" y="188639"/>
                </a:cubicBezTo>
                <a:cubicBezTo>
                  <a:pt x="172194" y="189383"/>
                  <a:pt x="173311" y="190202"/>
                  <a:pt x="174352" y="191095"/>
                </a:cubicBezTo>
                <a:cubicBezTo>
                  <a:pt x="175394" y="191988"/>
                  <a:pt x="176362" y="193104"/>
                  <a:pt x="177255" y="194444"/>
                </a:cubicBezTo>
                <a:cubicBezTo>
                  <a:pt x="178148" y="195783"/>
                  <a:pt x="178594" y="197197"/>
                  <a:pt x="178594" y="198685"/>
                </a:cubicBezTo>
                <a:lnTo>
                  <a:pt x="178594" y="216545"/>
                </a:lnTo>
                <a:cubicBezTo>
                  <a:pt x="178594" y="219819"/>
                  <a:pt x="177403" y="222647"/>
                  <a:pt x="175022" y="225028"/>
                </a:cubicBezTo>
                <a:cubicBezTo>
                  <a:pt x="172641" y="227409"/>
                  <a:pt x="169813" y="228600"/>
                  <a:pt x="166539" y="228600"/>
                </a:cubicBezTo>
                <a:lnTo>
                  <a:pt x="12055" y="228600"/>
                </a:lnTo>
                <a:cubicBezTo>
                  <a:pt x="8781" y="228600"/>
                  <a:pt x="5953" y="227409"/>
                  <a:pt x="3572" y="225028"/>
                </a:cubicBezTo>
                <a:cubicBezTo>
                  <a:pt x="1191" y="222647"/>
                  <a:pt x="0" y="219819"/>
                  <a:pt x="0" y="216545"/>
                </a:cubicBezTo>
                <a:lnTo>
                  <a:pt x="0" y="198685"/>
                </a:lnTo>
                <a:cubicBezTo>
                  <a:pt x="0" y="194220"/>
                  <a:pt x="4019" y="190202"/>
                  <a:pt x="12055" y="186630"/>
                </a:cubicBezTo>
                <a:lnTo>
                  <a:pt x="58043" y="161627"/>
                </a:lnTo>
                <a:cubicBezTo>
                  <a:pt x="50602" y="155376"/>
                  <a:pt x="45021" y="146967"/>
                  <a:pt x="41300" y="136401"/>
                </a:cubicBezTo>
                <a:cubicBezTo>
                  <a:pt x="37579" y="125834"/>
                  <a:pt x="35719" y="116383"/>
                  <a:pt x="35719" y="108049"/>
                </a:cubicBezTo>
                <a:lnTo>
                  <a:pt x="35719" y="77688"/>
                </a:lnTo>
                <a:cubicBezTo>
                  <a:pt x="35719" y="67865"/>
                  <a:pt x="41374" y="58415"/>
                  <a:pt x="52685" y="49336"/>
                </a:cubicBezTo>
                <a:cubicBezTo>
                  <a:pt x="63996" y="40258"/>
                  <a:pt x="76275" y="35718"/>
                  <a:pt x="89520" y="35718"/>
                </a:cubicBezTo>
                <a:close/>
                <a:moveTo>
                  <a:pt x="138857" y="0"/>
                </a:moveTo>
                <a:cubicBezTo>
                  <a:pt x="152251" y="0"/>
                  <a:pt x="164604" y="4539"/>
                  <a:pt x="175915" y="13617"/>
                </a:cubicBezTo>
                <a:cubicBezTo>
                  <a:pt x="187226" y="22696"/>
                  <a:pt x="192881" y="32295"/>
                  <a:pt x="192881" y="42416"/>
                </a:cubicBezTo>
                <a:lnTo>
                  <a:pt x="192881" y="72330"/>
                </a:lnTo>
                <a:cubicBezTo>
                  <a:pt x="192881" y="81557"/>
                  <a:pt x="191096" y="91306"/>
                  <a:pt x="187524" y="101575"/>
                </a:cubicBezTo>
                <a:cubicBezTo>
                  <a:pt x="183952" y="111844"/>
                  <a:pt x="178445" y="119955"/>
                  <a:pt x="171004" y="125908"/>
                </a:cubicBezTo>
                <a:lnTo>
                  <a:pt x="216545" y="150911"/>
                </a:lnTo>
                <a:lnTo>
                  <a:pt x="219671" y="152251"/>
                </a:lnTo>
                <a:cubicBezTo>
                  <a:pt x="221456" y="153144"/>
                  <a:pt x="223391" y="154632"/>
                  <a:pt x="225475" y="156716"/>
                </a:cubicBezTo>
                <a:cubicBezTo>
                  <a:pt x="227558" y="158799"/>
                  <a:pt x="228600" y="160883"/>
                  <a:pt x="228600" y="162966"/>
                </a:cubicBezTo>
                <a:lnTo>
                  <a:pt x="228600" y="180826"/>
                </a:lnTo>
                <a:cubicBezTo>
                  <a:pt x="228600" y="184100"/>
                  <a:pt x="227410" y="186928"/>
                  <a:pt x="225028" y="189309"/>
                </a:cubicBezTo>
                <a:cubicBezTo>
                  <a:pt x="222647" y="191690"/>
                  <a:pt x="219819" y="192881"/>
                  <a:pt x="216545" y="192881"/>
                </a:cubicBezTo>
                <a:lnTo>
                  <a:pt x="192881" y="192881"/>
                </a:lnTo>
                <a:cubicBezTo>
                  <a:pt x="190798" y="185737"/>
                  <a:pt x="188268" y="180975"/>
                  <a:pt x="185291" y="178593"/>
                </a:cubicBezTo>
                <a:lnTo>
                  <a:pt x="214313" y="178593"/>
                </a:lnTo>
                <a:lnTo>
                  <a:pt x="214313" y="166092"/>
                </a:lnTo>
                <a:cubicBezTo>
                  <a:pt x="213122" y="165199"/>
                  <a:pt x="212080" y="164455"/>
                  <a:pt x="211187" y="163859"/>
                </a:cubicBezTo>
                <a:cubicBezTo>
                  <a:pt x="210592" y="163859"/>
                  <a:pt x="210146" y="163711"/>
                  <a:pt x="209848" y="163413"/>
                </a:cubicBezTo>
                <a:lnTo>
                  <a:pt x="163860" y="138410"/>
                </a:lnTo>
                <a:cubicBezTo>
                  <a:pt x="159395" y="136029"/>
                  <a:pt x="156940" y="132308"/>
                  <a:pt x="156493" y="127248"/>
                </a:cubicBezTo>
                <a:cubicBezTo>
                  <a:pt x="156047" y="122188"/>
                  <a:pt x="157907" y="118020"/>
                  <a:pt x="162074" y="114746"/>
                </a:cubicBezTo>
                <a:cubicBezTo>
                  <a:pt x="167730" y="110281"/>
                  <a:pt x="171897" y="103882"/>
                  <a:pt x="174576" y="95547"/>
                </a:cubicBezTo>
                <a:cubicBezTo>
                  <a:pt x="177255" y="87213"/>
                  <a:pt x="178594" y="79474"/>
                  <a:pt x="178594" y="72330"/>
                </a:cubicBezTo>
                <a:lnTo>
                  <a:pt x="178594" y="42416"/>
                </a:lnTo>
                <a:cubicBezTo>
                  <a:pt x="178594" y="36760"/>
                  <a:pt x="174427" y="30658"/>
                  <a:pt x="166092" y="24110"/>
                </a:cubicBezTo>
                <a:cubicBezTo>
                  <a:pt x="157758" y="17561"/>
                  <a:pt x="148680" y="14287"/>
                  <a:pt x="138857" y="14287"/>
                </a:cubicBezTo>
                <a:cubicBezTo>
                  <a:pt x="128737" y="14287"/>
                  <a:pt x="119658" y="17413"/>
                  <a:pt x="111621" y="23663"/>
                </a:cubicBezTo>
                <a:cubicBezTo>
                  <a:pt x="108942" y="22770"/>
                  <a:pt x="102989" y="22026"/>
                  <a:pt x="93762" y="21431"/>
                </a:cubicBezTo>
                <a:cubicBezTo>
                  <a:pt x="99120" y="15180"/>
                  <a:pt x="105891" y="10046"/>
                  <a:pt x="114077" y="6027"/>
                </a:cubicBezTo>
                <a:cubicBezTo>
                  <a:pt x="122263" y="2009"/>
                  <a:pt x="130523" y="0"/>
                  <a:pt x="13885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" name="Freeform 10"/>
          <p:cNvSpPr/>
          <p:nvPr/>
        </p:nvSpPr>
        <p:spPr>
          <a:xfrm>
            <a:off x="1682190" y="163272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2881" y="157162"/>
                </a:moveTo>
                <a:cubicBezTo>
                  <a:pt x="194965" y="157162"/>
                  <a:pt x="196677" y="157832"/>
                  <a:pt x="198016" y="159171"/>
                </a:cubicBezTo>
                <a:cubicBezTo>
                  <a:pt x="199356" y="160511"/>
                  <a:pt x="200025" y="162222"/>
                  <a:pt x="200025" y="164306"/>
                </a:cubicBezTo>
                <a:lnTo>
                  <a:pt x="200025" y="185737"/>
                </a:lnTo>
                <a:lnTo>
                  <a:pt x="221456" y="185737"/>
                </a:lnTo>
                <a:cubicBezTo>
                  <a:pt x="223540" y="185737"/>
                  <a:pt x="225252" y="186407"/>
                  <a:pt x="226591" y="187746"/>
                </a:cubicBezTo>
                <a:cubicBezTo>
                  <a:pt x="227930" y="189086"/>
                  <a:pt x="228600" y="190797"/>
                  <a:pt x="228600" y="192881"/>
                </a:cubicBezTo>
                <a:cubicBezTo>
                  <a:pt x="228600" y="194964"/>
                  <a:pt x="227930" y="196676"/>
                  <a:pt x="226591" y="198015"/>
                </a:cubicBezTo>
                <a:cubicBezTo>
                  <a:pt x="225252" y="199355"/>
                  <a:pt x="223540" y="200025"/>
                  <a:pt x="221456" y="200025"/>
                </a:cubicBezTo>
                <a:lnTo>
                  <a:pt x="200025" y="200025"/>
                </a:lnTo>
                <a:lnTo>
                  <a:pt x="200025" y="221456"/>
                </a:lnTo>
                <a:cubicBezTo>
                  <a:pt x="200025" y="223539"/>
                  <a:pt x="199356" y="225251"/>
                  <a:pt x="198016" y="226590"/>
                </a:cubicBezTo>
                <a:cubicBezTo>
                  <a:pt x="196677" y="227930"/>
                  <a:pt x="194965" y="228600"/>
                  <a:pt x="192881" y="228600"/>
                </a:cubicBezTo>
                <a:cubicBezTo>
                  <a:pt x="190798" y="228600"/>
                  <a:pt x="189086" y="227930"/>
                  <a:pt x="187747" y="226590"/>
                </a:cubicBezTo>
                <a:cubicBezTo>
                  <a:pt x="186407" y="225251"/>
                  <a:pt x="185738" y="223539"/>
                  <a:pt x="185738" y="221456"/>
                </a:cubicBezTo>
                <a:lnTo>
                  <a:pt x="185738" y="200025"/>
                </a:lnTo>
                <a:lnTo>
                  <a:pt x="164306" y="200025"/>
                </a:lnTo>
                <a:cubicBezTo>
                  <a:pt x="162223" y="200025"/>
                  <a:pt x="160511" y="199355"/>
                  <a:pt x="159172" y="198015"/>
                </a:cubicBezTo>
                <a:cubicBezTo>
                  <a:pt x="157832" y="196676"/>
                  <a:pt x="157163" y="194964"/>
                  <a:pt x="157163" y="192881"/>
                </a:cubicBezTo>
                <a:cubicBezTo>
                  <a:pt x="157163" y="190797"/>
                  <a:pt x="157832" y="189086"/>
                  <a:pt x="159172" y="187746"/>
                </a:cubicBezTo>
                <a:cubicBezTo>
                  <a:pt x="160511" y="186407"/>
                  <a:pt x="162223" y="185737"/>
                  <a:pt x="164306" y="185737"/>
                </a:cubicBezTo>
                <a:lnTo>
                  <a:pt x="185738" y="185737"/>
                </a:lnTo>
                <a:lnTo>
                  <a:pt x="185738" y="164306"/>
                </a:lnTo>
                <a:cubicBezTo>
                  <a:pt x="185738" y="162222"/>
                  <a:pt x="186407" y="160511"/>
                  <a:pt x="187747" y="159171"/>
                </a:cubicBezTo>
                <a:cubicBezTo>
                  <a:pt x="189086" y="157832"/>
                  <a:pt x="190798" y="157162"/>
                  <a:pt x="192881" y="157162"/>
                </a:cubicBezTo>
                <a:close/>
                <a:moveTo>
                  <a:pt x="114077" y="0"/>
                </a:moveTo>
                <a:cubicBezTo>
                  <a:pt x="129704" y="0"/>
                  <a:pt x="144364" y="5357"/>
                  <a:pt x="158056" y="16073"/>
                </a:cubicBezTo>
                <a:cubicBezTo>
                  <a:pt x="171748" y="26789"/>
                  <a:pt x="178594" y="38100"/>
                  <a:pt x="178594" y="50006"/>
                </a:cubicBezTo>
                <a:lnTo>
                  <a:pt x="178594" y="85725"/>
                </a:lnTo>
                <a:cubicBezTo>
                  <a:pt x="178594" y="96143"/>
                  <a:pt x="176436" y="107528"/>
                  <a:pt x="172120" y="119881"/>
                </a:cubicBezTo>
                <a:cubicBezTo>
                  <a:pt x="167804" y="132233"/>
                  <a:pt x="161181" y="141982"/>
                  <a:pt x="152251" y="149125"/>
                </a:cubicBezTo>
                <a:lnTo>
                  <a:pt x="171004" y="158055"/>
                </a:lnTo>
                <a:lnTo>
                  <a:pt x="167432" y="172343"/>
                </a:lnTo>
                <a:lnTo>
                  <a:pt x="146001" y="162073"/>
                </a:lnTo>
                <a:cubicBezTo>
                  <a:pt x="141238" y="159692"/>
                  <a:pt x="138559" y="155897"/>
                  <a:pt x="137964" y="150688"/>
                </a:cubicBezTo>
                <a:cubicBezTo>
                  <a:pt x="137369" y="145479"/>
                  <a:pt x="139155" y="141238"/>
                  <a:pt x="143322" y="137963"/>
                </a:cubicBezTo>
                <a:cubicBezTo>
                  <a:pt x="150168" y="132308"/>
                  <a:pt x="155377" y="124271"/>
                  <a:pt x="158949" y="113853"/>
                </a:cubicBezTo>
                <a:cubicBezTo>
                  <a:pt x="162521" y="103435"/>
                  <a:pt x="164306" y="94059"/>
                  <a:pt x="164306" y="85725"/>
                </a:cubicBezTo>
                <a:lnTo>
                  <a:pt x="164306" y="50006"/>
                </a:lnTo>
                <a:cubicBezTo>
                  <a:pt x="164306" y="42267"/>
                  <a:pt x="158949" y="34379"/>
                  <a:pt x="148233" y="26342"/>
                </a:cubicBezTo>
                <a:cubicBezTo>
                  <a:pt x="137517" y="18305"/>
                  <a:pt x="126206" y="14287"/>
                  <a:pt x="114300" y="14287"/>
                </a:cubicBezTo>
                <a:cubicBezTo>
                  <a:pt x="102692" y="14287"/>
                  <a:pt x="91455" y="18305"/>
                  <a:pt x="80591" y="26342"/>
                </a:cubicBezTo>
                <a:cubicBezTo>
                  <a:pt x="69726" y="34379"/>
                  <a:pt x="64294" y="42267"/>
                  <a:pt x="64294" y="50006"/>
                </a:cubicBezTo>
                <a:lnTo>
                  <a:pt x="64294" y="85725"/>
                </a:lnTo>
                <a:cubicBezTo>
                  <a:pt x="64294" y="93761"/>
                  <a:pt x="66229" y="103063"/>
                  <a:pt x="70098" y="113630"/>
                </a:cubicBezTo>
                <a:cubicBezTo>
                  <a:pt x="73968" y="124197"/>
                  <a:pt x="79326" y="132308"/>
                  <a:pt x="86172" y="137963"/>
                </a:cubicBezTo>
                <a:cubicBezTo>
                  <a:pt x="90041" y="141238"/>
                  <a:pt x="91678" y="145479"/>
                  <a:pt x="91083" y="150688"/>
                </a:cubicBezTo>
                <a:cubicBezTo>
                  <a:pt x="90488" y="155897"/>
                  <a:pt x="87809" y="159692"/>
                  <a:pt x="83046" y="162073"/>
                </a:cubicBezTo>
                <a:lnTo>
                  <a:pt x="20092" y="191541"/>
                </a:lnTo>
                <a:cubicBezTo>
                  <a:pt x="16223" y="193327"/>
                  <a:pt x="14288" y="196006"/>
                  <a:pt x="14288" y="199578"/>
                </a:cubicBezTo>
                <a:lnTo>
                  <a:pt x="14288" y="214312"/>
                </a:lnTo>
                <a:lnTo>
                  <a:pt x="171450" y="214312"/>
                </a:lnTo>
                <a:lnTo>
                  <a:pt x="171450" y="228600"/>
                </a:lnTo>
                <a:lnTo>
                  <a:pt x="14288" y="228600"/>
                </a:lnTo>
                <a:cubicBezTo>
                  <a:pt x="10418" y="228600"/>
                  <a:pt x="7070" y="227186"/>
                  <a:pt x="4242" y="224358"/>
                </a:cubicBezTo>
                <a:cubicBezTo>
                  <a:pt x="1414" y="221530"/>
                  <a:pt x="0" y="218182"/>
                  <a:pt x="0" y="214312"/>
                </a:cubicBezTo>
                <a:lnTo>
                  <a:pt x="0" y="192881"/>
                </a:lnTo>
                <a:cubicBezTo>
                  <a:pt x="0" y="190500"/>
                  <a:pt x="1340" y="188044"/>
                  <a:pt x="4019" y="185514"/>
                </a:cubicBezTo>
                <a:cubicBezTo>
                  <a:pt x="6698" y="182984"/>
                  <a:pt x="8781" y="181272"/>
                  <a:pt x="10269" y="180379"/>
                </a:cubicBezTo>
                <a:cubicBezTo>
                  <a:pt x="11758" y="179486"/>
                  <a:pt x="13097" y="178891"/>
                  <a:pt x="14288" y="178593"/>
                </a:cubicBezTo>
                <a:lnTo>
                  <a:pt x="77242" y="149125"/>
                </a:lnTo>
                <a:cubicBezTo>
                  <a:pt x="68015" y="141684"/>
                  <a:pt x="61169" y="131713"/>
                  <a:pt x="56704" y="119211"/>
                </a:cubicBezTo>
                <a:cubicBezTo>
                  <a:pt x="52239" y="106709"/>
                  <a:pt x="50006" y="95547"/>
                  <a:pt x="50006" y="85725"/>
                </a:cubicBezTo>
                <a:lnTo>
                  <a:pt x="50006" y="50006"/>
                </a:lnTo>
                <a:cubicBezTo>
                  <a:pt x="50006" y="38100"/>
                  <a:pt x="56778" y="26789"/>
                  <a:pt x="70322" y="16073"/>
                </a:cubicBezTo>
                <a:cubicBezTo>
                  <a:pt x="83865" y="5357"/>
                  <a:pt x="98450" y="0"/>
                  <a:pt x="1140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" name="Freeform 11"/>
          <p:cNvSpPr/>
          <p:nvPr/>
        </p:nvSpPr>
        <p:spPr>
          <a:xfrm>
            <a:off x="2031674" y="1632722"/>
            <a:ext cx="197000" cy="196447"/>
          </a:xfrm>
          <a:custGeom>
            <a:avLst/>
            <a:gdLst/>
            <a:ahLst/>
            <a:cxnLst/>
            <a:rect l="l" t="t" r="r" b="b"/>
            <a:pathLst>
              <a:path w="229244" h="228600">
                <a:moveTo>
                  <a:pt x="220842" y="159618"/>
                </a:moveTo>
                <a:cubicBezTo>
                  <a:pt x="222516" y="159469"/>
                  <a:pt x="224284" y="160139"/>
                  <a:pt x="226144" y="161627"/>
                </a:cubicBezTo>
                <a:cubicBezTo>
                  <a:pt x="229865" y="164604"/>
                  <a:pt x="230237" y="167878"/>
                  <a:pt x="227260" y="171450"/>
                </a:cubicBezTo>
                <a:lnTo>
                  <a:pt x="193327" y="223242"/>
                </a:lnTo>
                <a:cubicBezTo>
                  <a:pt x="192732" y="224135"/>
                  <a:pt x="192137" y="224879"/>
                  <a:pt x="191542" y="225474"/>
                </a:cubicBezTo>
                <a:cubicBezTo>
                  <a:pt x="188267" y="229046"/>
                  <a:pt x="184993" y="229046"/>
                  <a:pt x="181719" y="225474"/>
                </a:cubicBezTo>
                <a:lnTo>
                  <a:pt x="156269" y="200471"/>
                </a:lnTo>
                <a:cubicBezTo>
                  <a:pt x="154781" y="198983"/>
                  <a:pt x="154037" y="197271"/>
                  <a:pt x="154037" y="195337"/>
                </a:cubicBezTo>
                <a:cubicBezTo>
                  <a:pt x="154037" y="193402"/>
                  <a:pt x="154781" y="191690"/>
                  <a:pt x="156269" y="190202"/>
                </a:cubicBezTo>
                <a:cubicBezTo>
                  <a:pt x="159543" y="186928"/>
                  <a:pt x="162967" y="186928"/>
                  <a:pt x="166538" y="190202"/>
                </a:cubicBezTo>
                <a:lnTo>
                  <a:pt x="185291" y="209401"/>
                </a:lnTo>
                <a:lnTo>
                  <a:pt x="216098" y="162520"/>
                </a:lnTo>
                <a:cubicBezTo>
                  <a:pt x="217586" y="160734"/>
                  <a:pt x="219168" y="159767"/>
                  <a:pt x="220842" y="159618"/>
                </a:cubicBezTo>
                <a:close/>
                <a:moveTo>
                  <a:pt x="114076" y="0"/>
                </a:moveTo>
                <a:cubicBezTo>
                  <a:pt x="129703" y="0"/>
                  <a:pt x="144363" y="5357"/>
                  <a:pt x="158055" y="16073"/>
                </a:cubicBezTo>
                <a:cubicBezTo>
                  <a:pt x="171747" y="26789"/>
                  <a:pt x="178593" y="38100"/>
                  <a:pt x="178593" y="50006"/>
                </a:cubicBezTo>
                <a:lnTo>
                  <a:pt x="178593" y="85725"/>
                </a:lnTo>
                <a:cubicBezTo>
                  <a:pt x="178593" y="96143"/>
                  <a:pt x="176361" y="107528"/>
                  <a:pt x="171896" y="119881"/>
                </a:cubicBezTo>
                <a:cubicBezTo>
                  <a:pt x="167431" y="132233"/>
                  <a:pt x="160734" y="141982"/>
                  <a:pt x="151804" y="149125"/>
                </a:cubicBezTo>
                <a:lnTo>
                  <a:pt x="190649" y="167431"/>
                </a:lnTo>
                <a:lnTo>
                  <a:pt x="182165" y="179486"/>
                </a:lnTo>
                <a:lnTo>
                  <a:pt x="146000" y="162073"/>
                </a:lnTo>
                <a:cubicBezTo>
                  <a:pt x="141238" y="159692"/>
                  <a:pt x="138484" y="155897"/>
                  <a:pt x="137740" y="150688"/>
                </a:cubicBezTo>
                <a:cubicBezTo>
                  <a:pt x="136996" y="145479"/>
                  <a:pt x="138708" y="141238"/>
                  <a:pt x="142875" y="137963"/>
                </a:cubicBezTo>
                <a:cubicBezTo>
                  <a:pt x="150018" y="132308"/>
                  <a:pt x="155376" y="124271"/>
                  <a:pt x="158948" y="113853"/>
                </a:cubicBezTo>
                <a:cubicBezTo>
                  <a:pt x="162520" y="103435"/>
                  <a:pt x="164306" y="94059"/>
                  <a:pt x="164306" y="85725"/>
                </a:cubicBezTo>
                <a:lnTo>
                  <a:pt x="164306" y="50006"/>
                </a:lnTo>
                <a:cubicBezTo>
                  <a:pt x="164306" y="42267"/>
                  <a:pt x="158874" y="34379"/>
                  <a:pt x="148009" y="26342"/>
                </a:cubicBezTo>
                <a:cubicBezTo>
                  <a:pt x="137145" y="18305"/>
                  <a:pt x="125908" y="14287"/>
                  <a:pt x="114300" y="14287"/>
                </a:cubicBezTo>
                <a:cubicBezTo>
                  <a:pt x="102393" y="14287"/>
                  <a:pt x="91083" y="18305"/>
                  <a:pt x="80367" y="26342"/>
                </a:cubicBezTo>
                <a:cubicBezTo>
                  <a:pt x="69651" y="34379"/>
                  <a:pt x="64293" y="42267"/>
                  <a:pt x="64293" y="50006"/>
                </a:cubicBezTo>
                <a:lnTo>
                  <a:pt x="64293" y="85725"/>
                </a:lnTo>
                <a:cubicBezTo>
                  <a:pt x="64293" y="94059"/>
                  <a:pt x="66154" y="103435"/>
                  <a:pt x="69875" y="113853"/>
                </a:cubicBezTo>
                <a:cubicBezTo>
                  <a:pt x="73595" y="124271"/>
                  <a:pt x="78879" y="132308"/>
                  <a:pt x="85725" y="137963"/>
                </a:cubicBezTo>
                <a:cubicBezTo>
                  <a:pt x="89892" y="141238"/>
                  <a:pt x="91678" y="145479"/>
                  <a:pt x="91083" y="150688"/>
                </a:cubicBezTo>
                <a:cubicBezTo>
                  <a:pt x="90487" y="155897"/>
                  <a:pt x="87808" y="159692"/>
                  <a:pt x="83046" y="162073"/>
                </a:cubicBezTo>
                <a:lnTo>
                  <a:pt x="20092" y="191541"/>
                </a:lnTo>
                <a:cubicBezTo>
                  <a:pt x="16222" y="193327"/>
                  <a:pt x="14287" y="196006"/>
                  <a:pt x="14287" y="199578"/>
                </a:cubicBezTo>
                <a:lnTo>
                  <a:pt x="14287" y="214312"/>
                </a:lnTo>
                <a:lnTo>
                  <a:pt x="145554" y="214312"/>
                </a:lnTo>
                <a:lnTo>
                  <a:pt x="157162" y="228600"/>
                </a:lnTo>
                <a:lnTo>
                  <a:pt x="14287" y="228600"/>
                </a:lnTo>
                <a:cubicBezTo>
                  <a:pt x="10120" y="228600"/>
                  <a:pt x="6697" y="227186"/>
                  <a:pt x="4018" y="224358"/>
                </a:cubicBezTo>
                <a:cubicBezTo>
                  <a:pt x="1339" y="221530"/>
                  <a:pt x="0" y="218182"/>
                  <a:pt x="0" y="214312"/>
                </a:cubicBezTo>
                <a:lnTo>
                  <a:pt x="0" y="192881"/>
                </a:lnTo>
                <a:cubicBezTo>
                  <a:pt x="0" y="190500"/>
                  <a:pt x="1339" y="188044"/>
                  <a:pt x="4018" y="185514"/>
                </a:cubicBezTo>
                <a:cubicBezTo>
                  <a:pt x="6697" y="182984"/>
                  <a:pt x="8781" y="181272"/>
                  <a:pt x="10269" y="180379"/>
                </a:cubicBezTo>
                <a:cubicBezTo>
                  <a:pt x="11757" y="179486"/>
                  <a:pt x="13097" y="178891"/>
                  <a:pt x="14287" y="178593"/>
                </a:cubicBezTo>
                <a:lnTo>
                  <a:pt x="76795" y="149125"/>
                </a:lnTo>
                <a:cubicBezTo>
                  <a:pt x="67865" y="141684"/>
                  <a:pt x="61168" y="131713"/>
                  <a:pt x="56703" y="119211"/>
                </a:cubicBezTo>
                <a:cubicBezTo>
                  <a:pt x="52238" y="106709"/>
                  <a:pt x="50006" y="95547"/>
                  <a:pt x="50006" y="85725"/>
                </a:cubicBezTo>
                <a:lnTo>
                  <a:pt x="50006" y="50006"/>
                </a:lnTo>
                <a:cubicBezTo>
                  <a:pt x="50006" y="38100"/>
                  <a:pt x="56778" y="26789"/>
                  <a:pt x="70321" y="16073"/>
                </a:cubicBezTo>
                <a:cubicBezTo>
                  <a:pt x="83864" y="5357"/>
                  <a:pt x="98450" y="0"/>
                  <a:pt x="11407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" name="Freeform 12"/>
          <p:cNvSpPr/>
          <p:nvPr/>
        </p:nvSpPr>
        <p:spPr>
          <a:xfrm>
            <a:off x="2381711" y="1632506"/>
            <a:ext cx="196975" cy="196879"/>
          </a:xfrm>
          <a:custGeom>
            <a:avLst/>
            <a:gdLst/>
            <a:ahLst/>
            <a:cxnLst/>
            <a:rect l="l" t="t" r="r" b="b"/>
            <a:pathLst>
              <a:path w="229215" h="229103">
                <a:moveTo>
                  <a:pt x="170947" y="163357"/>
                </a:moveTo>
                <a:cubicBezTo>
                  <a:pt x="172622" y="163394"/>
                  <a:pt x="174277" y="164306"/>
                  <a:pt x="175915" y="166092"/>
                </a:cubicBezTo>
                <a:lnTo>
                  <a:pt x="196453" y="186184"/>
                </a:lnTo>
                <a:lnTo>
                  <a:pt x="216545" y="166092"/>
                </a:lnTo>
                <a:cubicBezTo>
                  <a:pt x="219819" y="162520"/>
                  <a:pt x="223167" y="162446"/>
                  <a:pt x="226591" y="165869"/>
                </a:cubicBezTo>
                <a:cubicBezTo>
                  <a:pt x="230014" y="169292"/>
                  <a:pt x="230088" y="172640"/>
                  <a:pt x="226814" y="175914"/>
                </a:cubicBezTo>
                <a:lnTo>
                  <a:pt x="206276" y="196006"/>
                </a:lnTo>
                <a:lnTo>
                  <a:pt x="226814" y="216545"/>
                </a:lnTo>
                <a:cubicBezTo>
                  <a:pt x="230088" y="219819"/>
                  <a:pt x="230014" y="223167"/>
                  <a:pt x="226591" y="226590"/>
                </a:cubicBezTo>
                <a:cubicBezTo>
                  <a:pt x="223167" y="230014"/>
                  <a:pt x="219819" y="229939"/>
                  <a:pt x="216545" y="226367"/>
                </a:cubicBezTo>
                <a:lnTo>
                  <a:pt x="196453" y="206275"/>
                </a:lnTo>
                <a:lnTo>
                  <a:pt x="175915" y="226367"/>
                </a:lnTo>
                <a:cubicBezTo>
                  <a:pt x="172640" y="229939"/>
                  <a:pt x="169292" y="230014"/>
                  <a:pt x="165869" y="226590"/>
                </a:cubicBezTo>
                <a:cubicBezTo>
                  <a:pt x="162446" y="223167"/>
                  <a:pt x="162520" y="219819"/>
                  <a:pt x="166092" y="216545"/>
                </a:cubicBezTo>
                <a:lnTo>
                  <a:pt x="186184" y="196006"/>
                </a:lnTo>
                <a:lnTo>
                  <a:pt x="166092" y="175914"/>
                </a:lnTo>
                <a:cubicBezTo>
                  <a:pt x="162520" y="172640"/>
                  <a:pt x="162446" y="169292"/>
                  <a:pt x="165869" y="165869"/>
                </a:cubicBezTo>
                <a:cubicBezTo>
                  <a:pt x="167580" y="164157"/>
                  <a:pt x="169273" y="163320"/>
                  <a:pt x="170947" y="163357"/>
                </a:cubicBezTo>
                <a:close/>
                <a:moveTo>
                  <a:pt x="114076" y="0"/>
                </a:moveTo>
                <a:cubicBezTo>
                  <a:pt x="129703" y="0"/>
                  <a:pt x="144363" y="5357"/>
                  <a:pt x="158055" y="16073"/>
                </a:cubicBezTo>
                <a:cubicBezTo>
                  <a:pt x="171747" y="26789"/>
                  <a:pt x="178593" y="38100"/>
                  <a:pt x="178593" y="50006"/>
                </a:cubicBezTo>
                <a:lnTo>
                  <a:pt x="178593" y="85725"/>
                </a:lnTo>
                <a:cubicBezTo>
                  <a:pt x="178593" y="96143"/>
                  <a:pt x="176361" y="107528"/>
                  <a:pt x="171896" y="119881"/>
                </a:cubicBezTo>
                <a:cubicBezTo>
                  <a:pt x="167431" y="132233"/>
                  <a:pt x="160734" y="141982"/>
                  <a:pt x="151804" y="149125"/>
                </a:cubicBezTo>
                <a:lnTo>
                  <a:pt x="156269" y="152251"/>
                </a:lnTo>
                <a:lnTo>
                  <a:pt x="150018" y="163859"/>
                </a:lnTo>
                <a:lnTo>
                  <a:pt x="146000" y="162073"/>
                </a:lnTo>
                <a:cubicBezTo>
                  <a:pt x="141238" y="159692"/>
                  <a:pt x="138484" y="155897"/>
                  <a:pt x="137740" y="150688"/>
                </a:cubicBezTo>
                <a:cubicBezTo>
                  <a:pt x="136996" y="145479"/>
                  <a:pt x="138708" y="141238"/>
                  <a:pt x="142875" y="137963"/>
                </a:cubicBezTo>
                <a:cubicBezTo>
                  <a:pt x="150018" y="132308"/>
                  <a:pt x="155376" y="124271"/>
                  <a:pt x="158948" y="113853"/>
                </a:cubicBezTo>
                <a:cubicBezTo>
                  <a:pt x="162520" y="103435"/>
                  <a:pt x="164306" y="94059"/>
                  <a:pt x="164306" y="85725"/>
                </a:cubicBezTo>
                <a:lnTo>
                  <a:pt x="164306" y="50006"/>
                </a:lnTo>
                <a:cubicBezTo>
                  <a:pt x="164306" y="42267"/>
                  <a:pt x="158874" y="34379"/>
                  <a:pt x="148009" y="26342"/>
                </a:cubicBezTo>
                <a:cubicBezTo>
                  <a:pt x="137145" y="18305"/>
                  <a:pt x="125908" y="14287"/>
                  <a:pt x="114300" y="14287"/>
                </a:cubicBezTo>
                <a:cubicBezTo>
                  <a:pt x="102393" y="14287"/>
                  <a:pt x="91083" y="18305"/>
                  <a:pt x="80367" y="26342"/>
                </a:cubicBezTo>
                <a:cubicBezTo>
                  <a:pt x="69651" y="34379"/>
                  <a:pt x="64293" y="42267"/>
                  <a:pt x="64293" y="50006"/>
                </a:cubicBezTo>
                <a:lnTo>
                  <a:pt x="64293" y="85725"/>
                </a:lnTo>
                <a:cubicBezTo>
                  <a:pt x="64293" y="93761"/>
                  <a:pt x="66154" y="103063"/>
                  <a:pt x="69875" y="113630"/>
                </a:cubicBezTo>
                <a:cubicBezTo>
                  <a:pt x="73595" y="124197"/>
                  <a:pt x="78879" y="132308"/>
                  <a:pt x="85725" y="137963"/>
                </a:cubicBezTo>
                <a:cubicBezTo>
                  <a:pt x="89892" y="141238"/>
                  <a:pt x="91678" y="145479"/>
                  <a:pt x="91083" y="150688"/>
                </a:cubicBezTo>
                <a:cubicBezTo>
                  <a:pt x="90487" y="155897"/>
                  <a:pt x="87808" y="159692"/>
                  <a:pt x="83046" y="162073"/>
                </a:cubicBezTo>
                <a:lnTo>
                  <a:pt x="20092" y="191541"/>
                </a:lnTo>
                <a:cubicBezTo>
                  <a:pt x="16222" y="193327"/>
                  <a:pt x="14287" y="196006"/>
                  <a:pt x="14287" y="199578"/>
                </a:cubicBezTo>
                <a:lnTo>
                  <a:pt x="14287" y="214312"/>
                </a:lnTo>
                <a:lnTo>
                  <a:pt x="150018" y="214312"/>
                </a:lnTo>
                <a:lnTo>
                  <a:pt x="150018" y="228600"/>
                </a:lnTo>
                <a:lnTo>
                  <a:pt x="14287" y="228600"/>
                </a:lnTo>
                <a:cubicBezTo>
                  <a:pt x="10120" y="228600"/>
                  <a:pt x="6697" y="227186"/>
                  <a:pt x="4018" y="224358"/>
                </a:cubicBezTo>
                <a:cubicBezTo>
                  <a:pt x="1339" y="221530"/>
                  <a:pt x="0" y="218182"/>
                  <a:pt x="0" y="214312"/>
                </a:cubicBezTo>
                <a:lnTo>
                  <a:pt x="0" y="192881"/>
                </a:lnTo>
                <a:cubicBezTo>
                  <a:pt x="0" y="190500"/>
                  <a:pt x="1339" y="188044"/>
                  <a:pt x="4018" y="185514"/>
                </a:cubicBezTo>
                <a:cubicBezTo>
                  <a:pt x="6697" y="182984"/>
                  <a:pt x="8781" y="181272"/>
                  <a:pt x="10269" y="180379"/>
                </a:cubicBezTo>
                <a:cubicBezTo>
                  <a:pt x="11757" y="179486"/>
                  <a:pt x="13097" y="178891"/>
                  <a:pt x="14287" y="178593"/>
                </a:cubicBezTo>
                <a:lnTo>
                  <a:pt x="76795" y="148679"/>
                </a:lnTo>
                <a:cubicBezTo>
                  <a:pt x="67865" y="141535"/>
                  <a:pt x="61168" y="131713"/>
                  <a:pt x="56703" y="119211"/>
                </a:cubicBezTo>
                <a:cubicBezTo>
                  <a:pt x="52238" y="106709"/>
                  <a:pt x="50006" y="95547"/>
                  <a:pt x="50006" y="85725"/>
                </a:cubicBezTo>
                <a:lnTo>
                  <a:pt x="50006" y="50006"/>
                </a:lnTo>
                <a:cubicBezTo>
                  <a:pt x="50006" y="38100"/>
                  <a:pt x="56778" y="26789"/>
                  <a:pt x="70321" y="16073"/>
                </a:cubicBezTo>
                <a:cubicBezTo>
                  <a:pt x="83864" y="5357"/>
                  <a:pt x="98450" y="0"/>
                  <a:pt x="11407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" name="Freeform 13"/>
          <p:cNvSpPr/>
          <p:nvPr/>
        </p:nvSpPr>
        <p:spPr>
          <a:xfrm>
            <a:off x="2731723" y="1638860"/>
            <a:ext cx="195818" cy="184169"/>
          </a:xfrm>
          <a:custGeom>
            <a:avLst/>
            <a:gdLst/>
            <a:ahLst/>
            <a:cxnLst/>
            <a:rect l="l" t="t" r="r" b="b"/>
            <a:pathLst>
              <a:path w="227869" h="214313">
                <a:moveTo>
                  <a:pt x="63483" y="200025"/>
                </a:moveTo>
                <a:lnTo>
                  <a:pt x="163941" y="200025"/>
                </a:lnTo>
                <a:cubicBezTo>
                  <a:pt x="166025" y="200025"/>
                  <a:pt x="167737" y="200695"/>
                  <a:pt x="169076" y="202035"/>
                </a:cubicBezTo>
                <a:cubicBezTo>
                  <a:pt x="170416" y="203374"/>
                  <a:pt x="171085" y="205086"/>
                  <a:pt x="171085" y="207169"/>
                </a:cubicBezTo>
                <a:cubicBezTo>
                  <a:pt x="171085" y="209253"/>
                  <a:pt x="170416" y="210964"/>
                  <a:pt x="169076" y="212304"/>
                </a:cubicBezTo>
                <a:cubicBezTo>
                  <a:pt x="167737" y="213643"/>
                  <a:pt x="166025" y="214313"/>
                  <a:pt x="163941" y="214313"/>
                </a:cubicBezTo>
                <a:lnTo>
                  <a:pt x="63483" y="214313"/>
                </a:lnTo>
                <a:cubicBezTo>
                  <a:pt x="61399" y="214313"/>
                  <a:pt x="59687" y="213643"/>
                  <a:pt x="58348" y="212304"/>
                </a:cubicBezTo>
                <a:cubicBezTo>
                  <a:pt x="57008" y="210964"/>
                  <a:pt x="56339" y="209253"/>
                  <a:pt x="56339" y="207169"/>
                </a:cubicBezTo>
                <a:cubicBezTo>
                  <a:pt x="56339" y="205086"/>
                  <a:pt x="57008" y="203374"/>
                  <a:pt x="58348" y="202035"/>
                </a:cubicBezTo>
                <a:cubicBezTo>
                  <a:pt x="59687" y="200695"/>
                  <a:pt x="61399" y="200025"/>
                  <a:pt x="63483" y="200025"/>
                </a:cubicBezTo>
                <a:close/>
                <a:moveTo>
                  <a:pt x="184926" y="28575"/>
                </a:moveTo>
                <a:lnTo>
                  <a:pt x="184926" y="52686"/>
                </a:lnTo>
                <a:cubicBezTo>
                  <a:pt x="184926" y="56257"/>
                  <a:pt x="184629" y="60127"/>
                  <a:pt x="184033" y="64294"/>
                </a:cubicBezTo>
                <a:cubicBezTo>
                  <a:pt x="194154" y="63401"/>
                  <a:pt x="201744" y="59978"/>
                  <a:pt x="206804" y="54025"/>
                </a:cubicBezTo>
                <a:cubicBezTo>
                  <a:pt x="211566" y="48072"/>
                  <a:pt x="213799" y="39589"/>
                  <a:pt x="213501" y="28575"/>
                </a:cubicBezTo>
                <a:close/>
                <a:moveTo>
                  <a:pt x="14369" y="28575"/>
                </a:moveTo>
                <a:cubicBezTo>
                  <a:pt x="14072" y="39589"/>
                  <a:pt x="16304" y="48072"/>
                  <a:pt x="21066" y="54025"/>
                </a:cubicBezTo>
                <a:cubicBezTo>
                  <a:pt x="25829" y="59680"/>
                  <a:pt x="33122" y="62955"/>
                  <a:pt x="42944" y="63848"/>
                </a:cubicBezTo>
                <a:cubicBezTo>
                  <a:pt x="42349" y="59680"/>
                  <a:pt x="42051" y="55960"/>
                  <a:pt x="42051" y="52686"/>
                </a:cubicBezTo>
                <a:lnTo>
                  <a:pt x="42051" y="28575"/>
                </a:lnTo>
                <a:close/>
                <a:moveTo>
                  <a:pt x="56339" y="14288"/>
                </a:moveTo>
                <a:lnTo>
                  <a:pt x="56339" y="52686"/>
                </a:lnTo>
                <a:cubicBezTo>
                  <a:pt x="56339" y="69652"/>
                  <a:pt x="61920" y="84237"/>
                  <a:pt x="73082" y="96441"/>
                </a:cubicBezTo>
                <a:cubicBezTo>
                  <a:pt x="84244" y="108645"/>
                  <a:pt x="97713" y="114747"/>
                  <a:pt x="113489" y="114747"/>
                </a:cubicBezTo>
                <a:cubicBezTo>
                  <a:pt x="129265" y="114747"/>
                  <a:pt x="142733" y="108645"/>
                  <a:pt x="153896" y="96441"/>
                </a:cubicBezTo>
                <a:cubicBezTo>
                  <a:pt x="165058" y="84237"/>
                  <a:pt x="170639" y="69652"/>
                  <a:pt x="170639" y="52686"/>
                </a:cubicBezTo>
                <a:lnTo>
                  <a:pt x="170639" y="14288"/>
                </a:lnTo>
                <a:close/>
                <a:moveTo>
                  <a:pt x="49195" y="0"/>
                </a:moveTo>
                <a:lnTo>
                  <a:pt x="177783" y="0"/>
                </a:lnTo>
                <a:cubicBezTo>
                  <a:pt x="179568" y="0"/>
                  <a:pt x="181206" y="670"/>
                  <a:pt x="182694" y="2010"/>
                </a:cubicBezTo>
                <a:cubicBezTo>
                  <a:pt x="184182" y="3349"/>
                  <a:pt x="184926" y="5061"/>
                  <a:pt x="184926" y="7144"/>
                </a:cubicBezTo>
                <a:lnTo>
                  <a:pt x="184926" y="14288"/>
                </a:lnTo>
                <a:lnTo>
                  <a:pt x="219752" y="14288"/>
                </a:lnTo>
                <a:cubicBezTo>
                  <a:pt x="223622" y="14288"/>
                  <a:pt x="226003" y="16223"/>
                  <a:pt x="226896" y="20092"/>
                </a:cubicBezTo>
                <a:cubicBezTo>
                  <a:pt x="227193" y="22176"/>
                  <a:pt x="227491" y="24855"/>
                  <a:pt x="227789" y="28129"/>
                </a:cubicBezTo>
                <a:cubicBezTo>
                  <a:pt x="228086" y="31403"/>
                  <a:pt x="227565" y="36761"/>
                  <a:pt x="226226" y="44202"/>
                </a:cubicBezTo>
                <a:cubicBezTo>
                  <a:pt x="224887" y="51644"/>
                  <a:pt x="222133" y="57895"/>
                  <a:pt x="217966" y="62955"/>
                </a:cubicBezTo>
                <a:cubicBezTo>
                  <a:pt x="209632" y="73075"/>
                  <a:pt x="197130" y="78284"/>
                  <a:pt x="180461" y="78582"/>
                </a:cubicBezTo>
                <a:cubicBezTo>
                  <a:pt x="175699" y="92274"/>
                  <a:pt x="167960" y="103659"/>
                  <a:pt x="157244" y="112738"/>
                </a:cubicBezTo>
                <a:cubicBezTo>
                  <a:pt x="146529" y="121816"/>
                  <a:pt x="134325" y="127100"/>
                  <a:pt x="120633" y="128588"/>
                </a:cubicBezTo>
                <a:lnTo>
                  <a:pt x="120633" y="178148"/>
                </a:lnTo>
                <a:lnTo>
                  <a:pt x="142510" y="178148"/>
                </a:lnTo>
                <a:cubicBezTo>
                  <a:pt x="144594" y="178148"/>
                  <a:pt x="146305" y="178892"/>
                  <a:pt x="147645" y="180380"/>
                </a:cubicBezTo>
                <a:cubicBezTo>
                  <a:pt x="148984" y="181868"/>
                  <a:pt x="149654" y="183580"/>
                  <a:pt x="149654" y="185515"/>
                </a:cubicBezTo>
                <a:cubicBezTo>
                  <a:pt x="149654" y="187449"/>
                  <a:pt x="148984" y="189087"/>
                  <a:pt x="147645" y="190426"/>
                </a:cubicBezTo>
                <a:cubicBezTo>
                  <a:pt x="146305" y="191765"/>
                  <a:pt x="144594" y="192435"/>
                  <a:pt x="142510" y="192435"/>
                </a:cubicBezTo>
                <a:lnTo>
                  <a:pt x="84914" y="192435"/>
                </a:lnTo>
                <a:cubicBezTo>
                  <a:pt x="82830" y="192435"/>
                  <a:pt x="81119" y="191765"/>
                  <a:pt x="79779" y="190426"/>
                </a:cubicBezTo>
                <a:cubicBezTo>
                  <a:pt x="78440" y="189087"/>
                  <a:pt x="77770" y="187449"/>
                  <a:pt x="77770" y="185515"/>
                </a:cubicBezTo>
                <a:cubicBezTo>
                  <a:pt x="77770" y="183580"/>
                  <a:pt x="78440" y="181868"/>
                  <a:pt x="79779" y="180380"/>
                </a:cubicBezTo>
                <a:cubicBezTo>
                  <a:pt x="81119" y="178892"/>
                  <a:pt x="82830" y="178148"/>
                  <a:pt x="84914" y="178148"/>
                </a:cubicBezTo>
                <a:lnTo>
                  <a:pt x="106345" y="178148"/>
                </a:lnTo>
                <a:lnTo>
                  <a:pt x="106345" y="128588"/>
                </a:lnTo>
                <a:cubicBezTo>
                  <a:pt x="92653" y="127100"/>
                  <a:pt x="80375" y="121816"/>
                  <a:pt x="69510" y="112738"/>
                </a:cubicBezTo>
                <a:cubicBezTo>
                  <a:pt x="58646" y="103659"/>
                  <a:pt x="50981" y="92274"/>
                  <a:pt x="46516" y="78582"/>
                </a:cubicBezTo>
                <a:cubicBezTo>
                  <a:pt x="30145" y="77986"/>
                  <a:pt x="17941" y="72777"/>
                  <a:pt x="9904" y="62955"/>
                </a:cubicBezTo>
                <a:cubicBezTo>
                  <a:pt x="5737" y="57895"/>
                  <a:pt x="2984" y="51644"/>
                  <a:pt x="1644" y="44202"/>
                </a:cubicBezTo>
                <a:cubicBezTo>
                  <a:pt x="305" y="36761"/>
                  <a:pt x="-216" y="31403"/>
                  <a:pt x="82" y="28129"/>
                </a:cubicBezTo>
                <a:cubicBezTo>
                  <a:pt x="379" y="24855"/>
                  <a:pt x="677" y="22176"/>
                  <a:pt x="975" y="20092"/>
                </a:cubicBezTo>
                <a:cubicBezTo>
                  <a:pt x="1868" y="16223"/>
                  <a:pt x="4249" y="14288"/>
                  <a:pt x="8118" y="14288"/>
                </a:cubicBezTo>
                <a:lnTo>
                  <a:pt x="42051" y="14288"/>
                </a:lnTo>
                <a:lnTo>
                  <a:pt x="42051" y="7144"/>
                </a:lnTo>
                <a:cubicBezTo>
                  <a:pt x="42051" y="5061"/>
                  <a:pt x="42721" y="3349"/>
                  <a:pt x="44060" y="2010"/>
                </a:cubicBezTo>
                <a:cubicBezTo>
                  <a:pt x="45400" y="670"/>
                  <a:pt x="47111" y="0"/>
                  <a:pt x="491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" name="Freeform 14"/>
          <p:cNvSpPr/>
          <p:nvPr/>
        </p:nvSpPr>
        <p:spPr>
          <a:xfrm>
            <a:off x="3080578" y="1639628"/>
            <a:ext cx="196447" cy="182634"/>
          </a:xfrm>
          <a:custGeom>
            <a:avLst/>
            <a:gdLst/>
            <a:ahLst/>
            <a:cxnLst/>
            <a:rect l="l" t="t" r="r" b="b"/>
            <a:pathLst>
              <a:path w="228600" h="212527">
                <a:moveTo>
                  <a:pt x="165423" y="78805"/>
                </a:moveTo>
                <a:cubicBezTo>
                  <a:pt x="167357" y="79251"/>
                  <a:pt x="168771" y="80368"/>
                  <a:pt x="169664" y="82153"/>
                </a:cubicBezTo>
                <a:cubicBezTo>
                  <a:pt x="170557" y="83939"/>
                  <a:pt x="170781" y="85800"/>
                  <a:pt x="170334" y="87735"/>
                </a:cubicBezTo>
                <a:cubicBezTo>
                  <a:pt x="169888" y="89669"/>
                  <a:pt x="168771" y="91083"/>
                  <a:pt x="166985" y="91976"/>
                </a:cubicBezTo>
                <a:lnTo>
                  <a:pt x="128141" y="114300"/>
                </a:lnTo>
                <a:cubicBezTo>
                  <a:pt x="128141" y="118170"/>
                  <a:pt x="126802" y="121519"/>
                  <a:pt x="124123" y="124346"/>
                </a:cubicBezTo>
                <a:cubicBezTo>
                  <a:pt x="121444" y="127174"/>
                  <a:pt x="118095" y="128588"/>
                  <a:pt x="114077" y="128588"/>
                </a:cubicBezTo>
                <a:cubicBezTo>
                  <a:pt x="110059" y="128588"/>
                  <a:pt x="106710" y="127174"/>
                  <a:pt x="104031" y="124346"/>
                </a:cubicBezTo>
                <a:cubicBezTo>
                  <a:pt x="101352" y="121519"/>
                  <a:pt x="100013" y="118170"/>
                  <a:pt x="100013" y="114300"/>
                </a:cubicBezTo>
                <a:cubicBezTo>
                  <a:pt x="100013" y="110431"/>
                  <a:pt x="101352" y="107082"/>
                  <a:pt x="104031" y="104254"/>
                </a:cubicBezTo>
                <a:cubicBezTo>
                  <a:pt x="106710" y="101427"/>
                  <a:pt x="110133" y="100013"/>
                  <a:pt x="114300" y="100013"/>
                </a:cubicBezTo>
                <a:cubicBezTo>
                  <a:pt x="116681" y="100013"/>
                  <a:pt x="118914" y="100608"/>
                  <a:pt x="120998" y="101799"/>
                </a:cubicBezTo>
                <a:lnTo>
                  <a:pt x="159842" y="79475"/>
                </a:lnTo>
                <a:cubicBezTo>
                  <a:pt x="161628" y="78582"/>
                  <a:pt x="163488" y="78358"/>
                  <a:pt x="165423" y="78805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7"/>
                </a:cubicBezTo>
                <a:cubicBezTo>
                  <a:pt x="217438" y="55811"/>
                  <a:pt x="228600" y="82749"/>
                  <a:pt x="228600" y="114300"/>
                </a:cubicBezTo>
                <a:cubicBezTo>
                  <a:pt x="228600" y="134243"/>
                  <a:pt x="223763" y="152772"/>
                  <a:pt x="214089" y="169888"/>
                </a:cubicBezTo>
                <a:cubicBezTo>
                  <a:pt x="204416" y="187003"/>
                  <a:pt x="191096" y="200918"/>
                  <a:pt x="174129" y="211634"/>
                </a:cubicBezTo>
                <a:cubicBezTo>
                  <a:pt x="172939" y="212229"/>
                  <a:pt x="171748" y="212527"/>
                  <a:pt x="170557" y="212527"/>
                </a:cubicBezTo>
                <a:cubicBezTo>
                  <a:pt x="167878" y="212527"/>
                  <a:pt x="165795" y="211336"/>
                  <a:pt x="164306" y="208955"/>
                </a:cubicBezTo>
                <a:cubicBezTo>
                  <a:pt x="163116" y="207467"/>
                  <a:pt x="162818" y="205755"/>
                  <a:pt x="163414" y="203820"/>
                </a:cubicBezTo>
                <a:cubicBezTo>
                  <a:pt x="164009" y="201886"/>
                  <a:pt x="165051" y="200323"/>
                  <a:pt x="166539" y="199132"/>
                </a:cubicBezTo>
                <a:cubicBezTo>
                  <a:pt x="179040" y="191691"/>
                  <a:pt x="189310" y="181868"/>
                  <a:pt x="197346" y="169664"/>
                </a:cubicBezTo>
                <a:lnTo>
                  <a:pt x="190203" y="165646"/>
                </a:lnTo>
                <a:cubicBezTo>
                  <a:pt x="188417" y="164753"/>
                  <a:pt x="187300" y="163339"/>
                  <a:pt x="186854" y="161404"/>
                </a:cubicBezTo>
                <a:cubicBezTo>
                  <a:pt x="186407" y="159470"/>
                  <a:pt x="186631" y="157684"/>
                  <a:pt x="187524" y="156047"/>
                </a:cubicBezTo>
                <a:cubicBezTo>
                  <a:pt x="188417" y="154410"/>
                  <a:pt x="189831" y="153293"/>
                  <a:pt x="191765" y="152698"/>
                </a:cubicBezTo>
                <a:cubicBezTo>
                  <a:pt x="193700" y="152103"/>
                  <a:pt x="195560" y="152400"/>
                  <a:pt x="197346" y="153591"/>
                </a:cubicBezTo>
                <a:lnTo>
                  <a:pt x="204490" y="157609"/>
                </a:lnTo>
                <a:cubicBezTo>
                  <a:pt x="209848" y="146298"/>
                  <a:pt x="212973" y="134243"/>
                  <a:pt x="213866" y="121444"/>
                </a:cubicBezTo>
                <a:lnTo>
                  <a:pt x="205830" y="121444"/>
                </a:lnTo>
                <a:cubicBezTo>
                  <a:pt x="204044" y="121444"/>
                  <a:pt x="202406" y="120774"/>
                  <a:pt x="200918" y="119435"/>
                </a:cubicBezTo>
                <a:cubicBezTo>
                  <a:pt x="199430" y="118095"/>
                  <a:pt x="198686" y="116384"/>
                  <a:pt x="198686" y="114300"/>
                </a:cubicBezTo>
                <a:cubicBezTo>
                  <a:pt x="198686" y="112217"/>
                  <a:pt x="199430" y="110505"/>
                  <a:pt x="200918" y="109166"/>
                </a:cubicBezTo>
                <a:cubicBezTo>
                  <a:pt x="202406" y="107826"/>
                  <a:pt x="204044" y="107157"/>
                  <a:pt x="205830" y="107157"/>
                </a:cubicBezTo>
                <a:lnTo>
                  <a:pt x="213866" y="107157"/>
                </a:lnTo>
                <a:cubicBezTo>
                  <a:pt x="212973" y="94357"/>
                  <a:pt x="209699" y="82153"/>
                  <a:pt x="204044" y="70545"/>
                </a:cubicBezTo>
                <a:lnTo>
                  <a:pt x="197346" y="74117"/>
                </a:lnTo>
                <a:cubicBezTo>
                  <a:pt x="196156" y="75010"/>
                  <a:pt x="194965" y="75456"/>
                  <a:pt x="193774" y="75456"/>
                </a:cubicBezTo>
                <a:cubicBezTo>
                  <a:pt x="191096" y="75456"/>
                  <a:pt x="189012" y="74266"/>
                  <a:pt x="187524" y="71884"/>
                </a:cubicBezTo>
                <a:cubicBezTo>
                  <a:pt x="186631" y="70098"/>
                  <a:pt x="186407" y="68238"/>
                  <a:pt x="186854" y="66303"/>
                </a:cubicBezTo>
                <a:cubicBezTo>
                  <a:pt x="187300" y="64369"/>
                  <a:pt x="188417" y="62955"/>
                  <a:pt x="190203" y="62062"/>
                </a:cubicBezTo>
                <a:lnTo>
                  <a:pt x="196900" y="58043"/>
                </a:lnTo>
                <a:cubicBezTo>
                  <a:pt x="189756" y="47625"/>
                  <a:pt x="180975" y="38844"/>
                  <a:pt x="170557" y="31701"/>
                </a:cubicBezTo>
                <a:lnTo>
                  <a:pt x="166539" y="38398"/>
                </a:lnTo>
                <a:cubicBezTo>
                  <a:pt x="165051" y="40779"/>
                  <a:pt x="162967" y="41970"/>
                  <a:pt x="160288" y="41970"/>
                </a:cubicBezTo>
                <a:cubicBezTo>
                  <a:pt x="159098" y="41970"/>
                  <a:pt x="157907" y="41672"/>
                  <a:pt x="156716" y="41077"/>
                </a:cubicBezTo>
                <a:cubicBezTo>
                  <a:pt x="154930" y="39886"/>
                  <a:pt x="153814" y="38324"/>
                  <a:pt x="153368" y="36389"/>
                </a:cubicBezTo>
                <a:cubicBezTo>
                  <a:pt x="152921" y="34454"/>
                  <a:pt x="153144" y="32743"/>
                  <a:pt x="154037" y="31254"/>
                </a:cubicBezTo>
                <a:lnTo>
                  <a:pt x="158056" y="24557"/>
                </a:lnTo>
                <a:cubicBezTo>
                  <a:pt x="146447" y="18902"/>
                  <a:pt x="134243" y="15627"/>
                  <a:pt x="121444" y="14734"/>
                </a:cubicBezTo>
                <a:lnTo>
                  <a:pt x="121444" y="23664"/>
                </a:lnTo>
                <a:cubicBezTo>
                  <a:pt x="121444" y="25450"/>
                  <a:pt x="120700" y="27087"/>
                  <a:pt x="119212" y="28575"/>
                </a:cubicBezTo>
                <a:cubicBezTo>
                  <a:pt x="117723" y="30064"/>
                  <a:pt x="116012" y="30808"/>
                  <a:pt x="114077" y="30808"/>
                </a:cubicBezTo>
                <a:cubicBezTo>
                  <a:pt x="112142" y="30808"/>
                  <a:pt x="110505" y="30064"/>
                  <a:pt x="109166" y="28575"/>
                </a:cubicBezTo>
                <a:cubicBezTo>
                  <a:pt x="107826" y="27087"/>
                  <a:pt x="107156" y="25450"/>
                  <a:pt x="107156" y="23664"/>
                </a:cubicBezTo>
                <a:lnTo>
                  <a:pt x="107156" y="14734"/>
                </a:lnTo>
                <a:cubicBezTo>
                  <a:pt x="94357" y="15627"/>
                  <a:pt x="82302" y="18753"/>
                  <a:pt x="70991" y="24111"/>
                </a:cubicBezTo>
                <a:lnTo>
                  <a:pt x="75010" y="31254"/>
                </a:lnTo>
                <a:cubicBezTo>
                  <a:pt x="75903" y="32743"/>
                  <a:pt x="76126" y="34454"/>
                  <a:pt x="75679" y="36389"/>
                </a:cubicBezTo>
                <a:cubicBezTo>
                  <a:pt x="75233" y="38324"/>
                  <a:pt x="74117" y="39886"/>
                  <a:pt x="72331" y="41077"/>
                </a:cubicBezTo>
                <a:cubicBezTo>
                  <a:pt x="71438" y="41672"/>
                  <a:pt x="70247" y="41970"/>
                  <a:pt x="68759" y="41970"/>
                </a:cubicBezTo>
                <a:cubicBezTo>
                  <a:pt x="66080" y="41970"/>
                  <a:pt x="63996" y="40779"/>
                  <a:pt x="62508" y="38398"/>
                </a:cubicBezTo>
                <a:lnTo>
                  <a:pt x="58490" y="31254"/>
                </a:lnTo>
                <a:cubicBezTo>
                  <a:pt x="48072" y="38398"/>
                  <a:pt x="39142" y="47328"/>
                  <a:pt x="31701" y="58043"/>
                </a:cubicBezTo>
                <a:lnTo>
                  <a:pt x="38844" y="62062"/>
                </a:lnTo>
                <a:cubicBezTo>
                  <a:pt x="40630" y="62955"/>
                  <a:pt x="41821" y="64369"/>
                  <a:pt x="42416" y="66303"/>
                </a:cubicBezTo>
                <a:cubicBezTo>
                  <a:pt x="43012" y="68238"/>
                  <a:pt x="42714" y="70098"/>
                  <a:pt x="41523" y="71884"/>
                </a:cubicBezTo>
                <a:cubicBezTo>
                  <a:pt x="40333" y="74266"/>
                  <a:pt x="38249" y="75456"/>
                  <a:pt x="35273" y="75456"/>
                </a:cubicBezTo>
                <a:cubicBezTo>
                  <a:pt x="34082" y="75456"/>
                  <a:pt x="32891" y="75010"/>
                  <a:pt x="31701" y="74117"/>
                </a:cubicBezTo>
                <a:lnTo>
                  <a:pt x="24557" y="70098"/>
                </a:lnTo>
                <a:cubicBezTo>
                  <a:pt x="18901" y="81707"/>
                  <a:pt x="15627" y="94060"/>
                  <a:pt x="14734" y="107157"/>
                </a:cubicBezTo>
                <a:lnTo>
                  <a:pt x="22771" y="107157"/>
                </a:lnTo>
                <a:cubicBezTo>
                  <a:pt x="24557" y="107157"/>
                  <a:pt x="26194" y="107826"/>
                  <a:pt x="27682" y="109166"/>
                </a:cubicBezTo>
                <a:cubicBezTo>
                  <a:pt x="29171" y="110505"/>
                  <a:pt x="29915" y="112142"/>
                  <a:pt x="29915" y="114077"/>
                </a:cubicBezTo>
                <a:cubicBezTo>
                  <a:pt x="29915" y="116012"/>
                  <a:pt x="29171" y="117723"/>
                  <a:pt x="27682" y="119212"/>
                </a:cubicBezTo>
                <a:cubicBezTo>
                  <a:pt x="26194" y="120700"/>
                  <a:pt x="24557" y="121444"/>
                  <a:pt x="22771" y="121444"/>
                </a:cubicBezTo>
                <a:lnTo>
                  <a:pt x="14734" y="121444"/>
                </a:lnTo>
                <a:cubicBezTo>
                  <a:pt x="15627" y="134243"/>
                  <a:pt x="18901" y="146298"/>
                  <a:pt x="24557" y="157609"/>
                </a:cubicBezTo>
                <a:lnTo>
                  <a:pt x="31701" y="153591"/>
                </a:lnTo>
                <a:cubicBezTo>
                  <a:pt x="33487" y="152400"/>
                  <a:pt x="35347" y="152103"/>
                  <a:pt x="37282" y="152698"/>
                </a:cubicBezTo>
                <a:cubicBezTo>
                  <a:pt x="39216" y="153293"/>
                  <a:pt x="40705" y="154410"/>
                  <a:pt x="41747" y="156047"/>
                </a:cubicBezTo>
                <a:cubicBezTo>
                  <a:pt x="42788" y="157684"/>
                  <a:pt x="43012" y="159470"/>
                  <a:pt x="42416" y="161404"/>
                </a:cubicBezTo>
                <a:cubicBezTo>
                  <a:pt x="41821" y="163339"/>
                  <a:pt x="40630" y="164753"/>
                  <a:pt x="38844" y="165646"/>
                </a:cubicBezTo>
                <a:lnTo>
                  <a:pt x="31701" y="170111"/>
                </a:lnTo>
                <a:cubicBezTo>
                  <a:pt x="39440" y="181720"/>
                  <a:pt x="49262" y="191244"/>
                  <a:pt x="61169" y="198686"/>
                </a:cubicBezTo>
                <a:cubicBezTo>
                  <a:pt x="62955" y="199877"/>
                  <a:pt x="64071" y="201439"/>
                  <a:pt x="64517" y="203374"/>
                </a:cubicBezTo>
                <a:cubicBezTo>
                  <a:pt x="64964" y="205309"/>
                  <a:pt x="64666" y="207095"/>
                  <a:pt x="63624" y="208732"/>
                </a:cubicBezTo>
                <a:cubicBezTo>
                  <a:pt x="62582" y="210369"/>
                  <a:pt x="61094" y="211411"/>
                  <a:pt x="59159" y="211857"/>
                </a:cubicBezTo>
                <a:cubicBezTo>
                  <a:pt x="57225" y="212304"/>
                  <a:pt x="55364" y="211932"/>
                  <a:pt x="53578" y="210741"/>
                </a:cubicBezTo>
                <a:cubicBezTo>
                  <a:pt x="36910" y="200323"/>
                  <a:pt x="23813" y="186556"/>
                  <a:pt x="14288" y="169441"/>
                </a:cubicBezTo>
                <a:cubicBezTo>
                  <a:pt x="4763" y="152326"/>
                  <a:pt x="0" y="133946"/>
                  <a:pt x="0" y="114300"/>
                </a:cubicBezTo>
                <a:cubicBezTo>
                  <a:pt x="0" y="82749"/>
                  <a:pt x="11162" y="55811"/>
                  <a:pt x="33487" y="33487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6" name="Freeform 15"/>
          <p:cNvSpPr/>
          <p:nvPr/>
        </p:nvSpPr>
        <p:spPr>
          <a:xfrm>
            <a:off x="3430061" y="1660348"/>
            <a:ext cx="196447" cy="141195"/>
          </a:xfrm>
          <a:custGeom>
            <a:avLst/>
            <a:gdLst/>
            <a:ahLst/>
            <a:cxnLst/>
            <a:rect l="l" t="t" r="r" b="b"/>
            <a:pathLst>
              <a:path w="228600" h="164306">
                <a:moveTo>
                  <a:pt x="100012" y="55810"/>
                </a:moveTo>
                <a:lnTo>
                  <a:pt x="100012" y="109388"/>
                </a:lnTo>
                <a:lnTo>
                  <a:pt x="143321" y="82599"/>
                </a:lnTo>
                <a:close/>
                <a:moveTo>
                  <a:pt x="92868" y="35886"/>
                </a:moveTo>
                <a:cubicBezTo>
                  <a:pt x="94059" y="35923"/>
                  <a:pt x="95250" y="36314"/>
                  <a:pt x="96440" y="37058"/>
                </a:cubicBezTo>
                <a:lnTo>
                  <a:pt x="160734" y="76348"/>
                </a:lnTo>
                <a:cubicBezTo>
                  <a:pt x="163115" y="77837"/>
                  <a:pt x="164306" y="79920"/>
                  <a:pt x="164306" y="82599"/>
                </a:cubicBezTo>
                <a:cubicBezTo>
                  <a:pt x="164306" y="85278"/>
                  <a:pt x="163115" y="87362"/>
                  <a:pt x="160734" y="88850"/>
                </a:cubicBezTo>
                <a:lnTo>
                  <a:pt x="96440" y="128141"/>
                </a:lnTo>
                <a:cubicBezTo>
                  <a:pt x="95250" y="128736"/>
                  <a:pt x="94059" y="129033"/>
                  <a:pt x="92868" y="129033"/>
                </a:cubicBezTo>
                <a:cubicBezTo>
                  <a:pt x="91678" y="129033"/>
                  <a:pt x="90487" y="128736"/>
                  <a:pt x="89297" y="128141"/>
                </a:cubicBezTo>
                <a:cubicBezTo>
                  <a:pt x="86915" y="126950"/>
                  <a:pt x="85725" y="124866"/>
                  <a:pt x="85725" y="121890"/>
                </a:cubicBezTo>
                <a:lnTo>
                  <a:pt x="85725" y="43308"/>
                </a:lnTo>
                <a:cubicBezTo>
                  <a:pt x="85725" y="40332"/>
                  <a:pt x="86915" y="38174"/>
                  <a:pt x="89297" y="36834"/>
                </a:cubicBezTo>
                <a:cubicBezTo>
                  <a:pt x="90487" y="36165"/>
                  <a:pt x="91678" y="35848"/>
                  <a:pt x="92868" y="35886"/>
                </a:cubicBezTo>
                <a:close/>
                <a:moveTo>
                  <a:pt x="114300" y="14287"/>
                </a:moveTo>
                <a:cubicBezTo>
                  <a:pt x="65186" y="14287"/>
                  <a:pt x="36760" y="16519"/>
                  <a:pt x="29021" y="20984"/>
                </a:cubicBezTo>
                <a:cubicBezTo>
                  <a:pt x="25449" y="23366"/>
                  <a:pt x="22175" y="30360"/>
                  <a:pt x="19199" y="41969"/>
                </a:cubicBezTo>
                <a:cubicBezTo>
                  <a:pt x="16222" y="53578"/>
                  <a:pt x="14585" y="67419"/>
                  <a:pt x="14287" y="83492"/>
                </a:cubicBezTo>
                <a:cubicBezTo>
                  <a:pt x="14585" y="99566"/>
                  <a:pt x="16148" y="112960"/>
                  <a:pt x="18975" y="123676"/>
                </a:cubicBezTo>
                <a:cubicBezTo>
                  <a:pt x="21803" y="134391"/>
                  <a:pt x="25152" y="140940"/>
                  <a:pt x="29021" y="143321"/>
                </a:cubicBezTo>
                <a:cubicBezTo>
                  <a:pt x="36463" y="147786"/>
                  <a:pt x="64889" y="150018"/>
                  <a:pt x="114300" y="150018"/>
                </a:cubicBezTo>
                <a:cubicBezTo>
                  <a:pt x="165497" y="150018"/>
                  <a:pt x="194667" y="147488"/>
                  <a:pt x="201811" y="142428"/>
                </a:cubicBezTo>
                <a:cubicBezTo>
                  <a:pt x="205085" y="140047"/>
                  <a:pt x="207987" y="133647"/>
                  <a:pt x="210517" y="123229"/>
                </a:cubicBezTo>
                <a:cubicBezTo>
                  <a:pt x="213047" y="112811"/>
                  <a:pt x="214312" y="99566"/>
                  <a:pt x="214312" y="83492"/>
                </a:cubicBezTo>
                <a:cubicBezTo>
                  <a:pt x="214312" y="67419"/>
                  <a:pt x="213047" y="53726"/>
                  <a:pt x="210517" y="42416"/>
                </a:cubicBezTo>
                <a:cubicBezTo>
                  <a:pt x="207987" y="31105"/>
                  <a:pt x="205085" y="24258"/>
                  <a:pt x="201811" y="21877"/>
                </a:cubicBezTo>
                <a:cubicBezTo>
                  <a:pt x="194667" y="16817"/>
                  <a:pt x="165497" y="14287"/>
                  <a:pt x="114300" y="14287"/>
                </a:cubicBezTo>
                <a:close/>
                <a:moveTo>
                  <a:pt x="114300" y="0"/>
                </a:moveTo>
                <a:cubicBezTo>
                  <a:pt x="168473" y="0"/>
                  <a:pt x="200322" y="3423"/>
                  <a:pt x="209847" y="10269"/>
                </a:cubicBezTo>
                <a:cubicBezTo>
                  <a:pt x="215205" y="13841"/>
                  <a:pt x="219372" y="21133"/>
                  <a:pt x="222349" y="32146"/>
                </a:cubicBezTo>
                <a:cubicBezTo>
                  <a:pt x="225325" y="43160"/>
                  <a:pt x="227111" y="52536"/>
                  <a:pt x="227707" y="60275"/>
                </a:cubicBezTo>
                <a:cubicBezTo>
                  <a:pt x="228302" y="68014"/>
                  <a:pt x="228600" y="75753"/>
                  <a:pt x="228600" y="83492"/>
                </a:cubicBezTo>
                <a:cubicBezTo>
                  <a:pt x="228600" y="121592"/>
                  <a:pt x="222349" y="145107"/>
                  <a:pt x="209847" y="154037"/>
                </a:cubicBezTo>
                <a:cubicBezTo>
                  <a:pt x="200322" y="160883"/>
                  <a:pt x="168473" y="164306"/>
                  <a:pt x="114300" y="164306"/>
                </a:cubicBezTo>
                <a:cubicBezTo>
                  <a:pt x="62508" y="164306"/>
                  <a:pt x="31551" y="161329"/>
                  <a:pt x="21431" y="155376"/>
                </a:cubicBezTo>
                <a:cubicBezTo>
                  <a:pt x="15776" y="152102"/>
                  <a:pt x="11162" y="145107"/>
                  <a:pt x="7590" y="134391"/>
                </a:cubicBezTo>
                <a:cubicBezTo>
                  <a:pt x="4018" y="123676"/>
                  <a:pt x="1860" y="114374"/>
                  <a:pt x="1116" y="106486"/>
                </a:cubicBezTo>
                <a:cubicBezTo>
                  <a:pt x="372" y="98598"/>
                  <a:pt x="0" y="90933"/>
                  <a:pt x="0" y="83492"/>
                </a:cubicBezTo>
                <a:cubicBezTo>
                  <a:pt x="0" y="76646"/>
                  <a:pt x="372" y="69279"/>
                  <a:pt x="1116" y="61391"/>
                </a:cubicBezTo>
                <a:cubicBezTo>
                  <a:pt x="1860" y="53503"/>
                  <a:pt x="3944" y="43681"/>
                  <a:pt x="7367" y="31923"/>
                </a:cubicBezTo>
                <a:cubicBezTo>
                  <a:pt x="10790" y="20166"/>
                  <a:pt x="15478" y="12501"/>
                  <a:pt x="21431" y="8929"/>
                </a:cubicBezTo>
                <a:cubicBezTo>
                  <a:pt x="31551" y="2976"/>
                  <a:pt x="62508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7" name="Freeform 16"/>
          <p:cNvSpPr/>
          <p:nvPr/>
        </p:nvSpPr>
        <p:spPr>
          <a:xfrm>
            <a:off x="3779545" y="1650756"/>
            <a:ext cx="196498" cy="160380"/>
          </a:xfrm>
          <a:custGeom>
            <a:avLst/>
            <a:gdLst/>
            <a:ahLst/>
            <a:cxnLst/>
            <a:rect l="l" t="t" r="r" b="b"/>
            <a:pathLst>
              <a:path w="228660" h="186631">
                <a:moveTo>
                  <a:pt x="152758" y="14288"/>
                </a:moveTo>
                <a:cubicBezTo>
                  <a:pt x="141447" y="14288"/>
                  <a:pt x="131773" y="18232"/>
                  <a:pt x="123736" y="26120"/>
                </a:cubicBezTo>
                <a:cubicBezTo>
                  <a:pt x="115700" y="34008"/>
                  <a:pt x="111681" y="43458"/>
                  <a:pt x="111681" y="54471"/>
                </a:cubicBezTo>
                <a:cubicBezTo>
                  <a:pt x="111681" y="57448"/>
                  <a:pt x="112128" y="60425"/>
                  <a:pt x="113021" y="63401"/>
                </a:cubicBezTo>
                <a:cubicBezTo>
                  <a:pt x="96054" y="62508"/>
                  <a:pt x="80279" y="58415"/>
                  <a:pt x="65693" y="51123"/>
                </a:cubicBezTo>
                <a:cubicBezTo>
                  <a:pt x="51108" y="43830"/>
                  <a:pt x="38607" y="34082"/>
                  <a:pt x="28189" y="21878"/>
                </a:cubicBezTo>
                <a:cubicBezTo>
                  <a:pt x="24617" y="27831"/>
                  <a:pt x="22831" y="34380"/>
                  <a:pt x="22831" y="41523"/>
                </a:cubicBezTo>
                <a:cubicBezTo>
                  <a:pt x="22831" y="55811"/>
                  <a:pt x="28933" y="66973"/>
                  <a:pt x="41137" y="75010"/>
                </a:cubicBezTo>
                <a:cubicBezTo>
                  <a:pt x="34291" y="74712"/>
                  <a:pt x="28040" y="73075"/>
                  <a:pt x="22384" y="70098"/>
                </a:cubicBezTo>
                <a:lnTo>
                  <a:pt x="22384" y="70545"/>
                </a:lnTo>
                <a:cubicBezTo>
                  <a:pt x="22384" y="80070"/>
                  <a:pt x="25510" y="88479"/>
                  <a:pt x="31761" y="95771"/>
                </a:cubicBezTo>
                <a:cubicBezTo>
                  <a:pt x="38011" y="103064"/>
                  <a:pt x="45899" y="107603"/>
                  <a:pt x="55424" y="109389"/>
                </a:cubicBezTo>
                <a:cubicBezTo>
                  <a:pt x="51852" y="110282"/>
                  <a:pt x="48132" y="110729"/>
                  <a:pt x="44262" y="110729"/>
                </a:cubicBezTo>
                <a:cubicBezTo>
                  <a:pt x="41881" y="110729"/>
                  <a:pt x="39351" y="110580"/>
                  <a:pt x="36672" y="110282"/>
                </a:cubicBezTo>
                <a:cubicBezTo>
                  <a:pt x="39351" y="118319"/>
                  <a:pt x="44188" y="124867"/>
                  <a:pt x="51183" y="129927"/>
                </a:cubicBezTo>
                <a:cubicBezTo>
                  <a:pt x="58178" y="134988"/>
                  <a:pt x="66140" y="137666"/>
                  <a:pt x="75070" y="137964"/>
                </a:cubicBezTo>
                <a:cubicBezTo>
                  <a:pt x="60187" y="149275"/>
                  <a:pt x="43220" y="154930"/>
                  <a:pt x="24170" y="154930"/>
                </a:cubicBezTo>
                <a:cubicBezTo>
                  <a:pt x="20896" y="154930"/>
                  <a:pt x="17622" y="154782"/>
                  <a:pt x="14348" y="154484"/>
                </a:cubicBezTo>
                <a:cubicBezTo>
                  <a:pt x="33398" y="166390"/>
                  <a:pt x="54383" y="172343"/>
                  <a:pt x="77302" y="172343"/>
                </a:cubicBezTo>
                <a:cubicBezTo>
                  <a:pt x="95459" y="172343"/>
                  <a:pt x="112128" y="168920"/>
                  <a:pt x="127308" y="162074"/>
                </a:cubicBezTo>
                <a:cubicBezTo>
                  <a:pt x="142489" y="155228"/>
                  <a:pt x="154767" y="146298"/>
                  <a:pt x="164143" y="135285"/>
                </a:cubicBezTo>
                <a:cubicBezTo>
                  <a:pt x="173519" y="124272"/>
                  <a:pt x="180812" y="112142"/>
                  <a:pt x="186021" y="98897"/>
                </a:cubicBezTo>
                <a:cubicBezTo>
                  <a:pt x="191230" y="85651"/>
                  <a:pt x="193834" y="72331"/>
                  <a:pt x="193834" y="58936"/>
                </a:cubicBezTo>
                <a:cubicBezTo>
                  <a:pt x="193834" y="57150"/>
                  <a:pt x="193834" y="55364"/>
                  <a:pt x="193834" y="53579"/>
                </a:cubicBezTo>
                <a:cubicBezTo>
                  <a:pt x="201871" y="47923"/>
                  <a:pt x="208717" y="41077"/>
                  <a:pt x="214373" y="33040"/>
                </a:cubicBezTo>
                <a:cubicBezTo>
                  <a:pt x="206931" y="36314"/>
                  <a:pt x="199043" y="38398"/>
                  <a:pt x="190709" y="39291"/>
                </a:cubicBezTo>
                <a:cubicBezTo>
                  <a:pt x="199639" y="34231"/>
                  <a:pt x="205741" y="26938"/>
                  <a:pt x="209015" y="17413"/>
                </a:cubicBezTo>
                <a:cubicBezTo>
                  <a:pt x="200978" y="21878"/>
                  <a:pt x="192197" y="25152"/>
                  <a:pt x="182672" y="27236"/>
                </a:cubicBezTo>
                <a:cubicBezTo>
                  <a:pt x="174636" y="18604"/>
                  <a:pt x="164664" y="14288"/>
                  <a:pt x="152758" y="14288"/>
                </a:cubicBezTo>
                <a:close/>
                <a:moveTo>
                  <a:pt x="152758" y="0"/>
                </a:moveTo>
                <a:cubicBezTo>
                  <a:pt x="165259" y="0"/>
                  <a:pt x="176570" y="3870"/>
                  <a:pt x="186691" y="11609"/>
                </a:cubicBezTo>
                <a:cubicBezTo>
                  <a:pt x="192049" y="9823"/>
                  <a:pt x="197109" y="7591"/>
                  <a:pt x="201871" y="4912"/>
                </a:cubicBezTo>
                <a:cubicBezTo>
                  <a:pt x="203955" y="3721"/>
                  <a:pt x="206336" y="3126"/>
                  <a:pt x="209015" y="3126"/>
                </a:cubicBezTo>
                <a:cubicBezTo>
                  <a:pt x="212289" y="3126"/>
                  <a:pt x="215266" y="4168"/>
                  <a:pt x="217945" y="6251"/>
                </a:cubicBezTo>
                <a:cubicBezTo>
                  <a:pt x="222707" y="10121"/>
                  <a:pt x="224195" y="15181"/>
                  <a:pt x="222409" y="21432"/>
                </a:cubicBezTo>
                <a:cubicBezTo>
                  <a:pt x="226577" y="24111"/>
                  <a:pt x="228660" y="27980"/>
                  <a:pt x="228660" y="33040"/>
                </a:cubicBezTo>
                <a:cubicBezTo>
                  <a:pt x="228660" y="36314"/>
                  <a:pt x="227767" y="39142"/>
                  <a:pt x="225981" y="41523"/>
                </a:cubicBezTo>
                <a:cubicBezTo>
                  <a:pt x="220921" y="48667"/>
                  <a:pt x="214968" y="55067"/>
                  <a:pt x="208122" y="60722"/>
                </a:cubicBezTo>
                <a:cubicBezTo>
                  <a:pt x="208122" y="76498"/>
                  <a:pt x="204997" y="91827"/>
                  <a:pt x="198746" y="106710"/>
                </a:cubicBezTo>
                <a:cubicBezTo>
                  <a:pt x="192495" y="121593"/>
                  <a:pt x="183937" y="134988"/>
                  <a:pt x="173073" y="146894"/>
                </a:cubicBezTo>
                <a:cubicBezTo>
                  <a:pt x="162208" y="158800"/>
                  <a:pt x="148442" y="168399"/>
                  <a:pt x="131773" y="175692"/>
                </a:cubicBezTo>
                <a:cubicBezTo>
                  <a:pt x="115104" y="182985"/>
                  <a:pt x="96947" y="186631"/>
                  <a:pt x="77302" y="186631"/>
                </a:cubicBezTo>
                <a:cubicBezTo>
                  <a:pt x="51704" y="186631"/>
                  <a:pt x="28189" y="179934"/>
                  <a:pt x="6758" y="166539"/>
                </a:cubicBezTo>
                <a:cubicBezTo>
                  <a:pt x="3781" y="164753"/>
                  <a:pt x="1772" y="162297"/>
                  <a:pt x="730" y="159172"/>
                </a:cubicBezTo>
                <a:cubicBezTo>
                  <a:pt x="-312" y="156047"/>
                  <a:pt x="-237" y="152847"/>
                  <a:pt x="953" y="149573"/>
                </a:cubicBezTo>
                <a:cubicBezTo>
                  <a:pt x="3037" y="143322"/>
                  <a:pt x="7502" y="140196"/>
                  <a:pt x="14348" y="140196"/>
                </a:cubicBezTo>
                <a:cubicBezTo>
                  <a:pt x="14943" y="140196"/>
                  <a:pt x="15538" y="140196"/>
                  <a:pt x="16134" y="140196"/>
                </a:cubicBezTo>
                <a:cubicBezTo>
                  <a:pt x="18515" y="140494"/>
                  <a:pt x="21194" y="140643"/>
                  <a:pt x="24170" y="140643"/>
                </a:cubicBezTo>
                <a:cubicBezTo>
                  <a:pt x="29528" y="140643"/>
                  <a:pt x="34588" y="140048"/>
                  <a:pt x="39351" y="138857"/>
                </a:cubicBezTo>
                <a:cubicBezTo>
                  <a:pt x="31612" y="132309"/>
                  <a:pt x="26254" y="124272"/>
                  <a:pt x="23277" y="114747"/>
                </a:cubicBezTo>
                <a:cubicBezTo>
                  <a:pt x="22384" y="112068"/>
                  <a:pt x="22236" y="109538"/>
                  <a:pt x="22831" y="107157"/>
                </a:cubicBezTo>
                <a:cubicBezTo>
                  <a:pt x="13008" y="96739"/>
                  <a:pt x="8097" y="84535"/>
                  <a:pt x="8097" y="70545"/>
                </a:cubicBezTo>
                <a:lnTo>
                  <a:pt x="8097" y="70098"/>
                </a:lnTo>
                <a:cubicBezTo>
                  <a:pt x="8097" y="66229"/>
                  <a:pt x="9288" y="62955"/>
                  <a:pt x="11669" y="60276"/>
                </a:cubicBezTo>
                <a:cubicBezTo>
                  <a:pt x="9585" y="54323"/>
                  <a:pt x="8543" y="48072"/>
                  <a:pt x="8543" y="41523"/>
                </a:cubicBezTo>
                <a:cubicBezTo>
                  <a:pt x="8543" y="31701"/>
                  <a:pt x="11074" y="22622"/>
                  <a:pt x="16134" y="14288"/>
                </a:cubicBezTo>
                <a:cubicBezTo>
                  <a:pt x="18515" y="10121"/>
                  <a:pt x="22236" y="7888"/>
                  <a:pt x="27296" y="7591"/>
                </a:cubicBezTo>
                <a:cubicBezTo>
                  <a:pt x="27593" y="7591"/>
                  <a:pt x="27891" y="7591"/>
                  <a:pt x="28189" y="7591"/>
                </a:cubicBezTo>
                <a:cubicBezTo>
                  <a:pt x="32654" y="7591"/>
                  <a:pt x="36374" y="9228"/>
                  <a:pt x="39351" y="12502"/>
                </a:cubicBezTo>
                <a:cubicBezTo>
                  <a:pt x="54531" y="30659"/>
                  <a:pt x="74028" y="42268"/>
                  <a:pt x="97840" y="47328"/>
                </a:cubicBezTo>
                <a:cubicBezTo>
                  <a:pt x="99626" y="33933"/>
                  <a:pt x="105728" y="22697"/>
                  <a:pt x="116146" y="13618"/>
                </a:cubicBezTo>
                <a:cubicBezTo>
                  <a:pt x="126564" y="4540"/>
                  <a:pt x="138768" y="0"/>
                  <a:pt x="1527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8" name="Freeform 17"/>
          <p:cNvSpPr/>
          <p:nvPr/>
        </p:nvSpPr>
        <p:spPr>
          <a:xfrm>
            <a:off x="4129080" y="1632722"/>
            <a:ext cx="128918" cy="196448"/>
          </a:xfrm>
          <a:custGeom>
            <a:avLst/>
            <a:gdLst/>
            <a:ahLst/>
            <a:cxnLst/>
            <a:rect l="l" t="t" r="r" b="b"/>
            <a:pathLst>
              <a:path w="150019" h="228600">
                <a:moveTo>
                  <a:pt x="52685" y="14287"/>
                </a:moveTo>
                <a:cubicBezTo>
                  <a:pt x="52685" y="24407"/>
                  <a:pt x="51197" y="33039"/>
                  <a:pt x="48220" y="40183"/>
                </a:cubicBezTo>
                <a:cubicBezTo>
                  <a:pt x="45244" y="47327"/>
                  <a:pt x="41449" y="52462"/>
                  <a:pt x="36835" y="55587"/>
                </a:cubicBezTo>
                <a:cubicBezTo>
                  <a:pt x="32221" y="58712"/>
                  <a:pt x="28128" y="60870"/>
                  <a:pt x="24557" y="62061"/>
                </a:cubicBezTo>
                <a:cubicBezTo>
                  <a:pt x="20985" y="63252"/>
                  <a:pt x="17562" y="63847"/>
                  <a:pt x="14287" y="63847"/>
                </a:cubicBezTo>
                <a:lnTo>
                  <a:pt x="14287" y="85725"/>
                </a:lnTo>
                <a:lnTo>
                  <a:pt x="42862" y="85725"/>
                </a:lnTo>
                <a:lnTo>
                  <a:pt x="42862" y="166538"/>
                </a:lnTo>
                <a:cubicBezTo>
                  <a:pt x="42862" y="175766"/>
                  <a:pt x="43904" y="182761"/>
                  <a:pt x="45988" y="187523"/>
                </a:cubicBezTo>
                <a:cubicBezTo>
                  <a:pt x="52834" y="205382"/>
                  <a:pt x="67717" y="214312"/>
                  <a:pt x="90636" y="214312"/>
                </a:cubicBezTo>
                <a:cubicBezTo>
                  <a:pt x="98673" y="214312"/>
                  <a:pt x="105965" y="213568"/>
                  <a:pt x="112514" y="212080"/>
                </a:cubicBezTo>
                <a:cubicBezTo>
                  <a:pt x="122932" y="209401"/>
                  <a:pt x="130671" y="206871"/>
                  <a:pt x="135731" y="204489"/>
                </a:cubicBezTo>
                <a:lnTo>
                  <a:pt x="135731" y="171450"/>
                </a:lnTo>
                <a:cubicBezTo>
                  <a:pt x="126504" y="178296"/>
                  <a:pt x="115342" y="181719"/>
                  <a:pt x="102245" y="181719"/>
                </a:cubicBezTo>
                <a:cubicBezTo>
                  <a:pt x="96292" y="181719"/>
                  <a:pt x="91455" y="180528"/>
                  <a:pt x="87734" y="178147"/>
                </a:cubicBezTo>
                <a:cubicBezTo>
                  <a:pt x="84013" y="175766"/>
                  <a:pt x="81558" y="173087"/>
                  <a:pt x="80367" y="170110"/>
                </a:cubicBezTo>
                <a:cubicBezTo>
                  <a:pt x="79176" y="166836"/>
                  <a:pt x="78581" y="159395"/>
                  <a:pt x="78581" y="147786"/>
                </a:cubicBezTo>
                <a:lnTo>
                  <a:pt x="79028" y="85725"/>
                </a:lnTo>
                <a:lnTo>
                  <a:pt x="128587" y="85725"/>
                </a:lnTo>
                <a:lnTo>
                  <a:pt x="128587" y="64293"/>
                </a:lnTo>
                <a:lnTo>
                  <a:pt x="78581" y="64293"/>
                </a:lnTo>
                <a:lnTo>
                  <a:pt x="78581" y="14287"/>
                </a:lnTo>
                <a:close/>
                <a:moveTo>
                  <a:pt x="52685" y="0"/>
                </a:moveTo>
                <a:lnTo>
                  <a:pt x="78581" y="0"/>
                </a:lnTo>
                <a:cubicBezTo>
                  <a:pt x="82451" y="0"/>
                  <a:pt x="85799" y="1413"/>
                  <a:pt x="88627" y="4241"/>
                </a:cubicBezTo>
                <a:cubicBezTo>
                  <a:pt x="91455" y="7069"/>
                  <a:pt x="92869" y="10418"/>
                  <a:pt x="92869" y="14287"/>
                </a:cubicBezTo>
                <a:lnTo>
                  <a:pt x="92869" y="50006"/>
                </a:lnTo>
                <a:lnTo>
                  <a:pt x="128587" y="50006"/>
                </a:lnTo>
                <a:cubicBezTo>
                  <a:pt x="132457" y="50006"/>
                  <a:pt x="135806" y="51420"/>
                  <a:pt x="138633" y="54247"/>
                </a:cubicBezTo>
                <a:cubicBezTo>
                  <a:pt x="141461" y="57075"/>
                  <a:pt x="142875" y="60424"/>
                  <a:pt x="142875" y="64293"/>
                </a:cubicBezTo>
                <a:lnTo>
                  <a:pt x="142875" y="85725"/>
                </a:lnTo>
                <a:cubicBezTo>
                  <a:pt x="142875" y="89594"/>
                  <a:pt x="141461" y="92943"/>
                  <a:pt x="138633" y="95771"/>
                </a:cubicBezTo>
                <a:cubicBezTo>
                  <a:pt x="135806" y="98598"/>
                  <a:pt x="132457" y="100012"/>
                  <a:pt x="128587" y="100012"/>
                </a:cubicBezTo>
                <a:lnTo>
                  <a:pt x="92869" y="100012"/>
                </a:lnTo>
                <a:lnTo>
                  <a:pt x="92869" y="147786"/>
                </a:lnTo>
                <a:cubicBezTo>
                  <a:pt x="92869" y="156418"/>
                  <a:pt x="93166" y="162222"/>
                  <a:pt x="93762" y="165199"/>
                </a:cubicBezTo>
                <a:cubicBezTo>
                  <a:pt x="95250" y="166687"/>
                  <a:pt x="98078" y="167431"/>
                  <a:pt x="102245" y="167431"/>
                </a:cubicBezTo>
                <a:cubicBezTo>
                  <a:pt x="112067" y="167431"/>
                  <a:pt x="120402" y="164901"/>
                  <a:pt x="127248" y="159841"/>
                </a:cubicBezTo>
                <a:cubicBezTo>
                  <a:pt x="129629" y="158055"/>
                  <a:pt x="132457" y="157162"/>
                  <a:pt x="135731" y="157162"/>
                </a:cubicBezTo>
                <a:cubicBezTo>
                  <a:pt x="138112" y="157162"/>
                  <a:pt x="140196" y="157609"/>
                  <a:pt x="141982" y="158502"/>
                </a:cubicBezTo>
                <a:cubicBezTo>
                  <a:pt x="147340" y="161180"/>
                  <a:pt x="150019" y="165497"/>
                  <a:pt x="150019" y="171450"/>
                </a:cubicBezTo>
                <a:lnTo>
                  <a:pt x="150019" y="204489"/>
                </a:lnTo>
                <a:cubicBezTo>
                  <a:pt x="150019" y="210740"/>
                  <a:pt x="147340" y="215056"/>
                  <a:pt x="141982" y="217438"/>
                </a:cubicBezTo>
                <a:cubicBezTo>
                  <a:pt x="136029" y="220414"/>
                  <a:pt x="127843" y="223093"/>
                  <a:pt x="117425" y="225474"/>
                </a:cubicBezTo>
                <a:lnTo>
                  <a:pt x="116086" y="225921"/>
                </a:lnTo>
                <a:cubicBezTo>
                  <a:pt x="108049" y="227707"/>
                  <a:pt x="99566" y="228600"/>
                  <a:pt x="90636" y="228600"/>
                </a:cubicBezTo>
                <a:cubicBezTo>
                  <a:pt x="61168" y="228600"/>
                  <a:pt x="41821" y="216693"/>
                  <a:pt x="32593" y="192881"/>
                </a:cubicBezTo>
                <a:cubicBezTo>
                  <a:pt x="29914" y="186332"/>
                  <a:pt x="28575" y="177552"/>
                  <a:pt x="28575" y="166538"/>
                </a:cubicBezTo>
                <a:lnTo>
                  <a:pt x="28575" y="100012"/>
                </a:lnTo>
                <a:lnTo>
                  <a:pt x="14287" y="100012"/>
                </a:lnTo>
                <a:cubicBezTo>
                  <a:pt x="10418" y="100012"/>
                  <a:pt x="7069" y="98598"/>
                  <a:pt x="4241" y="95771"/>
                </a:cubicBezTo>
                <a:cubicBezTo>
                  <a:pt x="1414" y="92943"/>
                  <a:pt x="0" y="89594"/>
                  <a:pt x="0" y="85725"/>
                </a:cubicBezTo>
                <a:lnTo>
                  <a:pt x="0" y="63847"/>
                </a:lnTo>
                <a:cubicBezTo>
                  <a:pt x="0" y="59680"/>
                  <a:pt x="1414" y="56257"/>
                  <a:pt x="4241" y="53578"/>
                </a:cubicBezTo>
                <a:cubicBezTo>
                  <a:pt x="7069" y="50899"/>
                  <a:pt x="10418" y="49559"/>
                  <a:pt x="14287" y="49559"/>
                </a:cubicBezTo>
                <a:cubicBezTo>
                  <a:pt x="16371" y="49559"/>
                  <a:pt x="18455" y="49187"/>
                  <a:pt x="20538" y="48443"/>
                </a:cubicBezTo>
                <a:cubicBezTo>
                  <a:pt x="22622" y="47699"/>
                  <a:pt x="25152" y="46285"/>
                  <a:pt x="28128" y="44202"/>
                </a:cubicBezTo>
                <a:cubicBezTo>
                  <a:pt x="31105" y="42118"/>
                  <a:pt x="33561" y="38472"/>
                  <a:pt x="35495" y="33263"/>
                </a:cubicBezTo>
                <a:cubicBezTo>
                  <a:pt x="37430" y="28054"/>
                  <a:pt x="38398" y="21729"/>
                  <a:pt x="38398" y="14287"/>
                </a:cubicBezTo>
                <a:cubicBezTo>
                  <a:pt x="38398" y="10418"/>
                  <a:pt x="39737" y="7069"/>
                  <a:pt x="42416" y="4241"/>
                </a:cubicBezTo>
                <a:cubicBezTo>
                  <a:pt x="45095" y="1413"/>
                  <a:pt x="48518" y="0"/>
                  <a:pt x="5268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9" name="Freeform 18"/>
          <p:cNvSpPr/>
          <p:nvPr/>
        </p:nvSpPr>
        <p:spPr>
          <a:xfrm>
            <a:off x="4411036" y="1635791"/>
            <a:ext cx="98478" cy="190307"/>
          </a:xfrm>
          <a:custGeom>
            <a:avLst/>
            <a:gdLst/>
            <a:ahLst/>
            <a:cxnLst/>
            <a:rect l="l" t="t" r="r" b="b"/>
            <a:pathLst>
              <a:path w="114597" h="221456">
                <a:moveTo>
                  <a:pt x="72777" y="14287"/>
                </a:moveTo>
                <a:cubicBezTo>
                  <a:pt x="70396" y="14287"/>
                  <a:pt x="67866" y="14585"/>
                  <a:pt x="65187" y="15180"/>
                </a:cubicBezTo>
                <a:cubicBezTo>
                  <a:pt x="62508" y="15775"/>
                  <a:pt x="59308" y="16966"/>
                  <a:pt x="55588" y="18752"/>
                </a:cubicBezTo>
                <a:cubicBezTo>
                  <a:pt x="51867" y="20538"/>
                  <a:pt x="48741" y="23738"/>
                  <a:pt x="46211" y="28351"/>
                </a:cubicBezTo>
                <a:cubicBezTo>
                  <a:pt x="43681" y="32965"/>
                  <a:pt x="42416" y="38546"/>
                  <a:pt x="42416" y="45094"/>
                </a:cubicBezTo>
                <a:lnTo>
                  <a:pt x="42416" y="78581"/>
                </a:lnTo>
                <a:lnTo>
                  <a:pt x="14288" y="78581"/>
                </a:lnTo>
                <a:lnTo>
                  <a:pt x="14288" y="100012"/>
                </a:lnTo>
                <a:lnTo>
                  <a:pt x="42416" y="100012"/>
                </a:lnTo>
                <a:lnTo>
                  <a:pt x="42416" y="207168"/>
                </a:lnTo>
                <a:lnTo>
                  <a:pt x="63848" y="207168"/>
                </a:lnTo>
                <a:lnTo>
                  <a:pt x="63848" y="100012"/>
                </a:lnTo>
                <a:lnTo>
                  <a:pt x="95101" y="100012"/>
                </a:lnTo>
                <a:lnTo>
                  <a:pt x="100013" y="78581"/>
                </a:lnTo>
                <a:lnTo>
                  <a:pt x="64294" y="78581"/>
                </a:lnTo>
                <a:lnTo>
                  <a:pt x="64294" y="44648"/>
                </a:lnTo>
                <a:lnTo>
                  <a:pt x="64294" y="42416"/>
                </a:lnTo>
                <a:cubicBezTo>
                  <a:pt x="64592" y="40927"/>
                  <a:pt x="65559" y="39439"/>
                  <a:pt x="67196" y="37951"/>
                </a:cubicBezTo>
                <a:cubicBezTo>
                  <a:pt x="68833" y="36462"/>
                  <a:pt x="71140" y="35718"/>
                  <a:pt x="74117" y="35718"/>
                </a:cubicBezTo>
                <a:lnTo>
                  <a:pt x="92423" y="35718"/>
                </a:lnTo>
                <a:lnTo>
                  <a:pt x="92869" y="14287"/>
                </a:lnTo>
                <a:lnTo>
                  <a:pt x="74117" y="14287"/>
                </a:lnTo>
                <a:close/>
                <a:moveTo>
                  <a:pt x="72777" y="0"/>
                </a:moveTo>
                <a:cubicBezTo>
                  <a:pt x="73373" y="0"/>
                  <a:pt x="73968" y="0"/>
                  <a:pt x="74563" y="0"/>
                </a:cubicBezTo>
                <a:lnTo>
                  <a:pt x="92869" y="0"/>
                </a:lnTo>
                <a:cubicBezTo>
                  <a:pt x="96739" y="0"/>
                  <a:pt x="100087" y="1413"/>
                  <a:pt x="102915" y="4241"/>
                </a:cubicBezTo>
                <a:cubicBezTo>
                  <a:pt x="105743" y="7069"/>
                  <a:pt x="107156" y="10417"/>
                  <a:pt x="107156" y="14287"/>
                </a:cubicBezTo>
                <a:cubicBezTo>
                  <a:pt x="107156" y="14585"/>
                  <a:pt x="107156" y="14882"/>
                  <a:pt x="107156" y="15180"/>
                </a:cubicBezTo>
                <a:lnTo>
                  <a:pt x="106710" y="35718"/>
                </a:lnTo>
                <a:cubicBezTo>
                  <a:pt x="106710" y="39885"/>
                  <a:pt x="105371" y="43308"/>
                  <a:pt x="102692" y="45987"/>
                </a:cubicBezTo>
                <a:cubicBezTo>
                  <a:pt x="100013" y="48666"/>
                  <a:pt x="96590" y="50006"/>
                  <a:pt x="92423" y="50006"/>
                </a:cubicBezTo>
                <a:lnTo>
                  <a:pt x="78581" y="50006"/>
                </a:lnTo>
                <a:lnTo>
                  <a:pt x="78581" y="64293"/>
                </a:lnTo>
                <a:lnTo>
                  <a:pt x="100013" y="64293"/>
                </a:lnTo>
                <a:cubicBezTo>
                  <a:pt x="104775" y="64293"/>
                  <a:pt x="108645" y="66228"/>
                  <a:pt x="111621" y="70098"/>
                </a:cubicBezTo>
                <a:cubicBezTo>
                  <a:pt x="114598" y="73967"/>
                  <a:pt x="115342" y="78134"/>
                  <a:pt x="113854" y="82599"/>
                </a:cubicBezTo>
                <a:lnTo>
                  <a:pt x="108942" y="104030"/>
                </a:lnTo>
                <a:cubicBezTo>
                  <a:pt x="108049" y="107007"/>
                  <a:pt x="106338" y="109463"/>
                  <a:pt x="103808" y="111397"/>
                </a:cubicBezTo>
                <a:cubicBezTo>
                  <a:pt x="101278" y="113332"/>
                  <a:pt x="98376" y="114300"/>
                  <a:pt x="95101" y="114300"/>
                </a:cubicBezTo>
                <a:lnTo>
                  <a:pt x="78135" y="114300"/>
                </a:lnTo>
                <a:lnTo>
                  <a:pt x="78135" y="207168"/>
                </a:lnTo>
                <a:cubicBezTo>
                  <a:pt x="78135" y="211038"/>
                  <a:pt x="76796" y="214386"/>
                  <a:pt x="74117" y="217214"/>
                </a:cubicBezTo>
                <a:cubicBezTo>
                  <a:pt x="71438" y="220042"/>
                  <a:pt x="68015" y="221456"/>
                  <a:pt x="63848" y="221456"/>
                </a:cubicBezTo>
                <a:lnTo>
                  <a:pt x="42416" y="221456"/>
                </a:lnTo>
                <a:cubicBezTo>
                  <a:pt x="38547" y="221456"/>
                  <a:pt x="35198" y="220042"/>
                  <a:pt x="32370" y="217214"/>
                </a:cubicBezTo>
                <a:cubicBezTo>
                  <a:pt x="29543" y="214386"/>
                  <a:pt x="28129" y="211038"/>
                  <a:pt x="28129" y="207168"/>
                </a:cubicBezTo>
                <a:lnTo>
                  <a:pt x="28129" y="114300"/>
                </a:lnTo>
                <a:lnTo>
                  <a:pt x="14288" y="114300"/>
                </a:lnTo>
                <a:cubicBezTo>
                  <a:pt x="10121" y="114300"/>
                  <a:pt x="6698" y="112886"/>
                  <a:pt x="4019" y="110058"/>
                </a:cubicBezTo>
                <a:cubicBezTo>
                  <a:pt x="1340" y="107230"/>
                  <a:pt x="0" y="103882"/>
                  <a:pt x="0" y="100012"/>
                </a:cubicBezTo>
                <a:lnTo>
                  <a:pt x="0" y="78581"/>
                </a:lnTo>
                <a:cubicBezTo>
                  <a:pt x="0" y="74711"/>
                  <a:pt x="1340" y="71363"/>
                  <a:pt x="4019" y="68535"/>
                </a:cubicBezTo>
                <a:cubicBezTo>
                  <a:pt x="6698" y="65707"/>
                  <a:pt x="10121" y="64293"/>
                  <a:pt x="14288" y="64293"/>
                </a:cubicBezTo>
                <a:lnTo>
                  <a:pt x="28129" y="64293"/>
                </a:lnTo>
                <a:lnTo>
                  <a:pt x="28129" y="45094"/>
                </a:lnTo>
                <a:cubicBezTo>
                  <a:pt x="28129" y="27533"/>
                  <a:pt x="34826" y="14733"/>
                  <a:pt x="48221" y="6697"/>
                </a:cubicBezTo>
                <a:cubicBezTo>
                  <a:pt x="55364" y="2232"/>
                  <a:pt x="63550" y="0"/>
                  <a:pt x="727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20" name="Freeform 19"/>
          <p:cNvSpPr/>
          <p:nvPr/>
        </p:nvSpPr>
        <p:spPr>
          <a:xfrm>
            <a:off x="4662551" y="1636028"/>
            <a:ext cx="196094" cy="189836"/>
          </a:xfrm>
          <a:custGeom>
            <a:avLst/>
            <a:gdLst/>
            <a:ahLst/>
            <a:cxnLst/>
            <a:rect l="l" t="t" r="r" b="b"/>
            <a:pathLst>
              <a:path w="228189" h="220907">
                <a:moveTo>
                  <a:pt x="106505" y="138308"/>
                </a:moveTo>
                <a:lnTo>
                  <a:pt x="77484" y="160185"/>
                </a:lnTo>
                <a:cubicBezTo>
                  <a:pt x="74805" y="162269"/>
                  <a:pt x="72126" y="162418"/>
                  <a:pt x="69447" y="160632"/>
                </a:cubicBezTo>
                <a:lnTo>
                  <a:pt x="49355" y="147237"/>
                </a:lnTo>
                <a:lnTo>
                  <a:pt x="49355" y="169115"/>
                </a:lnTo>
                <a:lnTo>
                  <a:pt x="106505" y="201262"/>
                </a:lnTo>
                <a:close/>
                <a:moveTo>
                  <a:pt x="120793" y="137415"/>
                </a:moveTo>
                <a:lnTo>
                  <a:pt x="120793" y="201708"/>
                </a:lnTo>
                <a:lnTo>
                  <a:pt x="177943" y="169115"/>
                </a:lnTo>
                <a:lnTo>
                  <a:pt x="177943" y="147684"/>
                </a:lnTo>
                <a:lnTo>
                  <a:pt x="158744" y="160632"/>
                </a:lnTo>
                <a:cubicBezTo>
                  <a:pt x="157553" y="161525"/>
                  <a:pt x="156214" y="161971"/>
                  <a:pt x="154725" y="161971"/>
                </a:cubicBezTo>
                <a:cubicBezTo>
                  <a:pt x="153237" y="161971"/>
                  <a:pt x="151749" y="161376"/>
                  <a:pt x="150260" y="160185"/>
                </a:cubicBezTo>
                <a:close/>
                <a:moveTo>
                  <a:pt x="177050" y="92320"/>
                </a:moveTo>
                <a:lnTo>
                  <a:pt x="126597" y="124020"/>
                </a:lnTo>
                <a:lnTo>
                  <a:pt x="155172" y="145898"/>
                </a:lnTo>
                <a:lnTo>
                  <a:pt x="203839" y="113305"/>
                </a:lnTo>
                <a:close/>
                <a:moveTo>
                  <a:pt x="51141" y="92320"/>
                </a:moveTo>
                <a:lnTo>
                  <a:pt x="24352" y="113305"/>
                </a:lnTo>
                <a:lnTo>
                  <a:pt x="73019" y="145898"/>
                </a:lnTo>
                <a:lnTo>
                  <a:pt x="101594" y="124020"/>
                </a:lnTo>
                <a:close/>
                <a:moveTo>
                  <a:pt x="114095" y="50797"/>
                </a:moveTo>
                <a:lnTo>
                  <a:pt x="64089" y="83390"/>
                </a:lnTo>
                <a:lnTo>
                  <a:pt x="114095" y="115090"/>
                </a:lnTo>
                <a:lnTo>
                  <a:pt x="164101" y="83390"/>
                </a:lnTo>
                <a:close/>
                <a:moveTo>
                  <a:pt x="157851" y="15971"/>
                </a:moveTo>
                <a:lnTo>
                  <a:pt x="126150" y="41867"/>
                </a:lnTo>
                <a:lnTo>
                  <a:pt x="177050" y="74907"/>
                </a:lnTo>
                <a:lnTo>
                  <a:pt x="209196" y="47671"/>
                </a:lnTo>
                <a:close/>
                <a:moveTo>
                  <a:pt x="70340" y="15971"/>
                </a:moveTo>
                <a:lnTo>
                  <a:pt x="18994" y="47671"/>
                </a:lnTo>
                <a:lnTo>
                  <a:pt x="51141" y="74907"/>
                </a:lnTo>
                <a:lnTo>
                  <a:pt x="102040" y="41867"/>
                </a:lnTo>
                <a:close/>
                <a:moveTo>
                  <a:pt x="71121" y="9"/>
                </a:moveTo>
                <a:cubicBezTo>
                  <a:pt x="72535" y="84"/>
                  <a:pt x="73912" y="642"/>
                  <a:pt x="75251" y="1683"/>
                </a:cubicBezTo>
                <a:lnTo>
                  <a:pt x="114095" y="33384"/>
                </a:lnTo>
                <a:lnTo>
                  <a:pt x="152939" y="1683"/>
                </a:lnTo>
                <a:cubicBezTo>
                  <a:pt x="155618" y="-400"/>
                  <a:pt x="158446" y="-549"/>
                  <a:pt x="161423" y="1237"/>
                </a:cubicBezTo>
                <a:lnTo>
                  <a:pt x="224823" y="40974"/>
                </a:lnTo>
                <a:cubicBezTo>
                  <a:pt x="226907" y="42165"/>
                  <a:pt x="228023" y="43951"/>
                  <a:pt x="228172" y="46332"/>
                </a:cubicBezTo>
                <a:cubicBezTo>
                  <a:pt x="228321" y="48713"/>
                  <a:pt x="227502" y="50797"/>
                  <a:pt x="225716" y="52583"/>
                </a:cubicBezTo>
                <a:lnTo>
                  <a:pt x="188658" y="83390"/>
                </a:lnTo>
                <a:lnTo>
                  <a:pt x="220359" y="108393"/>
                </a:lnTo>
                <a:cubicBezTo>
                  <a:pt x="222144" y="109881"/>
                  <a:pt x="223037" y="111816"/>
                  <a:pt x="223037" y="114198"/>
                </a:cubicBezTo>
                <a:cubicBezTo>
                  <a:pt x="223037" y="116579"/>
                  <a:pt x="221996" y="118514"/>
                  <a:pt x="219912" y="120002"/>
                </a:cubicBezTo>
                <a:lnTo>
                  <a:pt x="192230" y="138308"/>
                </a:lnTo>
                <a:cubicBezTo>
                  <a:pt x="192230" y="138903"/>
                  <a:pt x="192230" y="139349"/>
                  <a:pt x="192230" y="139647"/>
                </a:cubicBezTo>
                <a:lnTo>
                  <a:pt x="192230" y="173133"/>
                </a:lnTo>
                <a:cubicBezTo>
                  <a:pt x="192230" y="175812"/>
                  <a:pt x="191039" y="177896"/>
                  <a:pt x="188658" y="179384"/>
                </a:cubicBezTo>
                <a:lnTo>
                  <a:pt x="117667" y="220014"/>
                </a:lnTo>
                <a:cubicBezTo>
                  <a:pt x="116476" y="220610"/>
                  <a:pt x="115211" y="220907"/>
                  <a:pt x="113872" y="220907"/>
                </a:cubicBezTo>
                <a:cubicBezTo>
                  <a:pt x="112533" y="220907"/>
                  <a:pt x="111416" y="220610"/>
                  <a:pt x="110523" y="220014"/>
                </a:cubicBezTo>
                <a:lnTo>
                  <a:pt x="38639" y="179384"/>
                </a:lnTo>
                <a:cubicBezTo>
                  <a:pt x="36258" y="177896"/>
                  <a:pt x="35068" y="175812"/>
                  <a:pt x="35068" y="173133"/>
                </a:cubicBezTo>
                <a:lnTo>
                  <a:pt x="35068" y="144558"/>
                </a:lnTo>
                <a:cubicBezTo>
                  <a:pt x="35068" y="142475"/>
                  <a:pt x="35812" y="140689"/>
                  <a:pt x="37300" y="139201"/>
                </a:cubicBezTo>
                <a:lnTo>
                  <a:pt x="8278" y="120002"/>
                </a:lnTo>
                <a:cubicBezTo>
                  <a:pt x="6195" y="118514"/>
                  <a:pt x="5079" y="116579"/>
                  <a:pt x="4930" y="114198"/>
                </a:cubicBezTo>
                <a:cubicBezTo>
                  <a:pt x="4781" y="111816"/>
                  <a:pt x="5748" y="109881"/>
                  <a:pt x="7832" y="108393"/>
                </a:cubicBezTo>
                <a:lnTo>
                  <a:pt x="39532" y="83390"/>
                </a:lnTo>
                <a:lnTo>
                  <a:pt x="2474" y="52583"/>
                </a:lnTo>
                <a:cubicBezTo>
                  <a:pt x="688" y="50797"/>
                  <a:pt x="-130" y="48713"/>
                  <a:pt x="18" y="46332"/>
                </a:cubicBezTo>
                <a:cubicBezTo>
                  <a:pt x="167" y="43951"/>
                  <a:pt x="1284" y="42165"/>
                  <a:pt x="3367" y="40974"/>
                </a:cubicBezTo>
                <a:lnTo>
                  <a:pt x="66768" y="1237"/>
                </a:lnTo>
                <a:cubicBezTo>
                  <a:pt x="68256" y="344"/>
                  <a:pt x="69707" y="-65"/>
                  <a:pt x="71121" y="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21" name="Freeform 20"/>
          <p:cNvSpPr/>
          <p:nvPr/>
        </p:nvSpPr>
        <p:spPr>
          <a:xfrm>
            <a:off x="5011681" y="163272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32606" y="133052"/>
                </a:moveTo>
                <a:cubicBezTo>
                  <a:pt x="126355" y="134838"/>
                  <a:pt x="120253" y="137070"/>
                  <a:pt x="114300" y="139749"/>
                </a:cubicBezTo>
                <a:cubicBezTo>
                  <a:pt x="104775" y="144214"/>
                  <a:pt x="96069" y="149200"/>
                  <a:pt x="88181" y="154706"/>
                </a:cubicBezTo>
                <a:cubicBezTo>
                  <a:pt x="80293" y="160213"/>
                  <a:pt x="73968" y="165645"/>
                  <a:pt x="69205" y="171003"/>
                </a:cubicBezTo>
                <a:cubicBezTo>
                  <a:pt x="64443" y="176361"/>
                  <a:pt x="60871" y="180677"/>
                  <a:pt x="58490" y="183951"/>
                </a:cubicBezTo>
                <a:cubicBezTo>
                  <a:pt x="56108" y="187225"/>
                  <a:pt x="54174" y="190202"/>
                  <a:pt x="52685" y="192881"/>
                </a:cubicBezTo>
                <a:cubicBezTo>
                  <a:pt x="70842" y="207168"/>
                  <a:pt x="91381" y="214312"/>
                  <a:pt x="114300" y="214312"/>
                </a:cubicBezTo>
                <a:cubicBezTo>
                  <a:pt x="127695" y="214312"/>
                  <a:pt x="140494" y="211782"/>
                  <a:pt x="152698" y="206722"/>
                </a:cubicBezTo>
                <a:cubicBezTo>
                  <a:pt x="149424" y="182909"/>
                  <a:pt x="142726" y="158353"/>
                  <a:pt x="132606" y="133052"/>
                </a:cubicBezTo>
                <a:close/>
                <a:moveTo>
                  <a:pt x="181050" y="126355"/>
                </a:moveTo>
                <a:cubicBezTo>
                  <a:pt x="170036" y="126057"/>
                  <a:pt x="158651" y="127099"/>
                  <a:pt x="146894" y="129480"/>
                </a:cubicBezTo>
                <a:cubicBezTo>
                  <a:pt x="156121" y="153293"/>
                  <a:pt x="162521" y="176807"/>
                  <a:pt x="166092" y="200025"/>
                </a:cubicBezTo>
                <a:cubicBezTo>
                  <a:pt x="178296" y="192286"/>
                  <a:pt x="188491" y="182463"/>
                  <a:pt x="196677" y="170557"/>
                </a:cubicBezTo>
                <a:cubicBezTo>
                  <a:pt x="204862" y="158650"/>
                  <a:pt x="210294" y="145554"/>
                  <a:pt x="212973" y="131266"/>
                </a:cubicBezTo>
                <a:cubicBezTo>
                  <a:pt x="202704" y="128289"/>
                  <a:pt x="192063" y="126652"/>
                  <a:pt x="181050" y="126355"/>
                </a:cubicBezTo>
                <a:close/>
                <a:moveTo>
                  <a:pt x="116533" y="97780"/>
                </a:moveTo>
                <a:cubicBezTo>
                  <a:pt x="88851" y="106412"/>
                  <a:pt x="61466" y="110728"/>
                  <a:pt x="34380" y="110728"/>
                </a:cubicBezTo>
                <a:cubicBezTo>
                  <a:pt x="27236" y="110728"/>
                  <a:pt x="20539" y="110430"/>
                  <a:pt x="14288" y="109835"/>
                </a:cubicBezTo>
                <a:cubicBezTo>
                  <a:pt x="14288" y="111323"/>
                  <a:pt x="14288" y="112811"/>
                  <a:pt x="14288" y="114300"/>
                </a:cubicBezTo>
                <a:cubicBezTo>
                  <a:pt x="14288" y="140791"/>
                  <a:pt x="23515" y="163711"/>
                  <a:pt x="41970" y="183058"/>
                </a:cubicBezTo>
                <a:cubicBezTo>
                  <a:pt x="55960" y="159246"/>
                  <a:pt x="78135" y="140493"/>
                  <a:pt x="108496" y="126801"/>
                </a:cubicBezTo>
                <a:cubicBezTo>
                  <a:pt x="114449" y="124122"/>
                  <a:pt x="120700" y="121741"/>
                  <a:pt x="127248" y="119657"/>
                </a:cubicBezTo>
                <a:cubicBezTo>
                  <a:pt x="124569" y="113407"/>
                  <a:pt x="121593" y="107305"/>
                  <a:pt x="118319" y="101352"/>
                </a:cubicBezTo>
                <a:cubicBezTo>
                  <a:pt x="117723" y="100161"/>
                  <a:pt x="117128" y="98970"/>
                  <a:pt x="116533" y="97780"/>
                </a:cubicBezTo>
                <a:close/>
                <a:moveTo>
                  <a:pt x="188863" y="47773"/>
                </a:moveTo>
                <a:cubicBezTo>
                  <a:pt x="178743" y="66823"/>
                  <a:pt x="159246" y="81855"/>
                  <a:pt x="130374" y="92868"/>
                </a:cubicBezTo>
                <a:cubicBezTo>
                  <a:pt x="130374" y="93166"/>
                  <a:pt x="130448" y="93464"/>
                  <a:pt x="130597" y="93761"/>
                </a:cubicBezTo>
                <a:cubicBezTo>
                  <a:pt x="130746" y="94059"/>
                  <a:pt x="130969" y="94357"/>
                  <a:pt x="131267" y="94654"/>
                </a:cubicBezTo>
                <a:cubicBezTo>
                  <a:pt x="134839" y="101500"/>
                  <a:pt x="138113" y="108495"/>
                  <a:pt x="141089" y="115639"/>
                </a:cubicBezTo>
                <a:cubicBezTo>
                  <a:pt x="166688" y="110281"/>
                  <a:pt x="191096" y="110579"/>
                  <a:pt x="214313" y="116532"/>
                </a:cubicBezTo>
                <a:cubicBezTo>
                  <a:pt x="214313" y="116532"/>
                  <a:pt x="214313" y="116234"/>
                  <a:pt x="214313" y="115639"/>
                </a:cubicBezTo>
                <a:cubicBezTo>
                  <a:pt x="214313" y="115044"/>
                  <a:pt x="214313" y="114597"/>
                  <a:pt x="214313" y="114300"/>
                </a:cubicBezTo>
                <a:cubicBezTo>
                  <a:pt x="214313" y="88999"/>
                  <a:pt x="205830" y="66823"/>
                  <a:pt x="188863" y="47773"/>
                </a:cubicBezTo>
                <a:close/>
                <a:moveTo>
                  <a:pt x="70545" y="24556"/>
                </a:moveTo>
                <a:cubicBezTo>
                  <a:pt x="56555" y="31402"/>
                  <a:pt x="44723" y="41076"/>
                  <a:pt x="35049" y="53578"/>
                </a:cubicBezTo>
                <a:cubicBezTo>
                  <a:pt x="25375" y="66079"/>
                  <a:pt x="19050" y="80069"/>
                  <a:pt x="16074" y="95547"/>
                </a:cubicBezTo>
                <a:cubicBezTo>
                  <a:pt x="45839" y="98226"/>
                  <a:pt x="77093" y="94654"/>
                  <a:pt x="109835" y="84832"/>
                </a:cubicBezTo>
                <a:cubicBezTo>
                  <a:pt x="95548" y="58936"/>
                  <a:pt x="82451" y="38844"/>
                  <a:pt x="70545" y="24556"/>
                </a:cubicBezTo>
                <a:close/>
                <a:moveTo>
                  <a:pt x="114300" y="14287"/>
                </a:moveTo>
                <a:cubicBezTo>
                  <a:pt x="104180" y="14287"/>
                  <a:pt x="94208" y="15775"/>
                  <a:pt x="84386" y="18752"/>
                </a:cubicBezTo>
                <a:cubicBezTo>
                  <a:pt x="96590" y="34230"/>
                  <a:pt x="109538" y="54768"/>
                  <a:pt x="123230" y="80367"/>
                </a:cubicBezTo>
                <a:cubicBezTo>
                  <a:pt x="135136" y="75902"/>
                  <a:pt x="145405" y="70544"/>
                  <a:pt x="154037" y="64293"/>
                </a:cubicBezTo>
                <a:cubicBezTo>
                  <a:pt x="162669" y="58043"/>
                  <a:pt x="168399" y="52908"/>
                  <a:pt x="171227" y="48890"/>
                </a:cubicBezTo>
                <a:cubicBezTo>
                  <a:pt x="174055" y="44871"/>
                  <a:pt x="176362" y="41076"/>
                  <a:pt x="178148" y="37504"/>
                </a:cubicBezTo>
                <a:cubicBezTo>
                  <a:pt x="159693" y="22026"/>
                  <a:pt x="138410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91082"/>
                  <a:pt x="6325" y="70023"/>
                  <a:pt x="18976" y="51122"/>
                </a:cubicBezTo>
                <a:cubicBezTo>
                  <a:pt x="31626" y="32221"/>
                  <a:pt x="48221" y="18305"/>
                  <a:pt x="68759" y="9376"/>
                </a:cubicBezTo>
                <a:cubicBezTo>
                  <a:pt x="69354" y="9078"/>
                  <a:pt x="69801" y="8929"/>
                  <a:pt x="70098" y="8929"/>
                </a:cubicBezTo>
                <a:cubicBezTo>
                  <a:pt x="84386" y="2976"/>
                  <a:pt x="99120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22" name="Freeform 21"/>
          <p:cNvSpPr/>
          <p:nvPr/>
        </p:nvSpPr>
        <p:spPr>
          <a:xfrm>
            <a:off x="5361165" y="1632722"/>
            <a:ext cx="159613" cy="196446"/>
          </a:xfrm>
          <a:custGeom>
            <a:avLst/>
            <a:gdLst/>
            <a:ahLst/>
            <a:cxnLst/>
            <a:rect l="l" t="t" r="r" b="b"/>
            <a:pathLst>
              <a:path w="185738" h="228600">
                <a:moveTo>
                  <a:pt x="67531" y="74786"/>
                </a:moveTo>
                <a:cubicBezTo>
                  <a:pt x="69243" y="74786"/>
                  <a:pt x="70992" y="75604"/>
                  <a:pt x="72777" y="77241"/>
                </a:cubicBezTo>
                <a:lnTo>
                  <a:pt x="92869" y="97333"/>
                </a:lnTo>
                <a:lnTo>
                  <a:pt x="112961" y="77241"/>
                </a:lnTo>
                <a:cubicBezTo>
                  <a:pt x="116235" y="73967"/>
                  <a:pt x="119584" y="73967"/>
                  <a:pt x="123007" y="77241"/>
                </a:cubicBezTo>
                <a:cubicBezTo>
                  <a:pt x="126430" y="80516"/>
                  <a:pt x="126504" y="83939"/>
                  <a:pt x="123230" y="87511"/>
                </a:cubicBezTo>
                <a:lnTo>
                  <a:pt x="103138" y="107602"/>
                </a:lnTo>
                <a:lnTo>
                  <a:pt x="123230" y="127694"/>
                </a:lnTo>
                <a:cubicBezTo>
                  <a:pt x="126504" y="131266"/>
                  <a:pt x="126430" y="134689"/>
                  <a:pt x="123007" y="137963"/>
                </a:cubicBezTo>
                <a:cubicBezTo>
                  <a:pt x="119584" y="141238"/>
                  <a:pt x="116235" y="141238"/>
                  <a:pt x="112961" y="137963"/>
                </a:cubicBezTo>
                <a:lnTo>
                  <a:pt x="92869" y="117872"/>
                </a:lnTo>
                <a:lnTo>
                  <a:pt x="72777" y="137963"/>
                </a:lnTo>
                <a:cubicBezTo>
                  <a:pt x="69206" y="141238"/>
                  <a:pt x="65783" y="141238"/>
                  <a:pt x="62508" y="137963"/>
                </a:cubicBezTo>
                <a:cubicBezTo>
                  <a:pt x="59234" y="134689"/>
                  <a:pt x="59234" y="131266"/>
                  <a:pt x="62508" y="127694"/>
                </a:cubicBezTo>
                <a:lnTo>
                  <a:pt x="82600" y="107602"/>
                </a:lnTo>
                <a:lnTo>
                  <a:pt x="62508" y="87511"/>
                </a:lnTo>
                <a:cubicBezTo>
                  <a:pt x="59234" y="83939"/>
                  <a:pt x="59234" y="80516"/>
                  <a:pt x="62508" y="77241"/>
                </a:cubicBezTo>
                <a:cubicBezTo>
                  <a:pt x="64145" y="75604"/>
                  <a:pt x="65820" y="74786"/>
                  <a:pt x="67531" y="74786"/>
                </a:cubicBezTo>
                <a:close/>
                <a:moveTo>
                  <a:pt x="92423" y="14287"/>
                </a:moveTo>
                <a:lnTo>
                  <a:pt x="87065" y="19645"/>
                </a:lnTo>
                <a:cubicBezTo>
                  <a:pt x="83493" y="22919"/>
                  <a:pt x="78433" y="26640"/>
                  <a:pt x="71884" y="30807"/>
                </a:cubicBezTo>
                <a:cubicBezTo>
                  <a:pt x="65336" y="34974"/>
                  <a:pt x="59234" y="37802"/>
                  <a:pt x="53579" y="39290"/>
                </a:cubicBezTo>
                <a:cubicBezTo>
                  <a:pt x="44054" y="41672"/>
                  <a:pt x="33338" y="42862"/>
                  <a:pt x="21432" y="42862"/>
                </a:cubicBezTo>
                <a:cubicBezTo>
                  <a:pt x="18455" y="42862"/>
                  <a:pt x="16074" y="42862"/>
                  <a:pt x="14288" y="42862"/>
                </a:cubicBezTo>
                <a:lnTo>
                  <a:pt x="14288" y="78581"/>
                </a:lnTo>
                <a:cubicBezTo>
                  <a:pt x="14288" y="94952"/>
                  <a:pt x="15776" y="110132"/>
                  <a:pt x="18753" y="124122"/>
                </a:cubicBezTo>
                <a:cubicBezTo>
                  <a:pt x="21729" y="138112"/>
                  <a:pt x="25376" y="149572"/>
                  <a:pt x="29692" y="158502"/>
                </a:cubicBezTo>
                <a:cubicBezTo>
                  <a:pt x="34008" y="167431"/>
                  <a:pt x="39142" y="175542"/>
                  <a:pt x="45095" y="182835"/>
                </a:cubicBezTo>
                <a:cubicBezTo>
                  <a:pt x="51049" y="190128"/>
                  <a:pt x="56555" y="195560"/>
                  <a:pt x="61615" y="199132"/>
                </a:cubicBezTo>
                <a:cubicBezTo>
                  <a:pt x="66675" y="202704"/>
                  <a:pt x="71884" y="205755"/>
                  <a:pt x="77242" y="208285"/>
                </a:cubicBezTo>
                <a:cubicBezTo>
                  <a:pt x="82600" y="210815"/>
                  <a:pt x="86246" y="212377"/>
                  <a:pt x="88181" y="212973"/>
                </a:cubicBezTo>
                <a:cubicBezTo>
                  <a:pt x="90116" y="213568"/>
                  <a:pt x="91530" y="214014"/>
                  <a:pt x="92423" y="214312"/>
                </a:cubicBezTo>
                <a:cubicBezTo>
                  <a:pt x="100459" y="212824"/>
                  <a:pt x="109389" y="208805"/>
                  <a:pt x="119212" y="202257"/>
                </a:cubicBezTo>
                <a:cubicBezTo>
                  <a:pt x="154038" y="179040"/>
                  <a:pt x="171450" y="137814"/>
                  <a:pt x="171450" y="78581"/>
                </a:cubicBezTo>
                <a:cubicBezTo>
                  <a:pt x="171450" y="57745"/>
                  <a:pt x="171450" y="45839"/>
                  <a:pt x="171450" y="42862"/>
                </a:cubicBezTo>
                <a:lnTo>
                  <a:pt x="164307" y="42862"/>
                </a:lnTo>
                <a:cubicBezTo>
                  <a:pt x="152698" y="42862"/>
                  <a:pt x="142131" y="41672"/>
                  <a:pt x="132606" y="39290"/>
                </a:cubicBezTo>
                <a:cubicBezTo>
                  <a:pt x="119509" y="36016"/>
                  <a:pt x="106115" y="27682"/>
                  <a:pt x="92423" y="14287"/>
                </a:cubicBezTo>
                <a:close/>
                <a:moveTo>
                  <a:pt x="92646" y="0"/>
                </a:moveTo>
                <a:cubicBezTo>
                  <a:pt x="95474" y="0"/>
                  <a:pt x="98078" y="893"/>
                  <a:pt x="100459" y="2679"/>
                </a:cubicBezTo>
                <a:cubicBezTo>
                  <a:pt x="100757" y="2976"/>
                  <a:pt x="103213" y="4985"/>
                  <a:pt x="107826" y="8706"/>
                </a:cubicBezTo>
                <a:cubicBezTo>
                  <a:pt x="112440" y="12427"/>
                  <a:pt x="117203" y="15924"/>
                  <a:pt x="122114" y="19198"/>
                </a:cubicBezTo>
                <a:cubicBezTo>
                  <a:pt x="127025" y="22473"/>
                  <a:pt x="131565" y="24556"/>
                  <a:pt x="135732" y="25449"/>
                </a:cubicBezTo>
                <a:cubicBezTo>
                  <a:pt x="144364" y="27533"/>
                  <a:pt x="153889" y="28575"/>
                  <a:pt x="164307" y="28575"/>
                </a:cubicBezTo>
                <a:cubicBezTo>
                  <a:pt x="166986" y="28575"/>
                  <a:pt x="169069" y="28575"/>
                  <a:pt x="170558" y="28575"/>
                </a:cubicBezTo>
                <a:cubicBezTo>
                  <a:pt x="170855" y="28575"/>
                  <a:pt x="171153" y="28575"/>
                  <a:pt x="171450" y="28575"/>
                </a:cubicBezTo>
                <a:cubicBezTo>
                  <a:pt x="175320" y="28575"/>
                  <a:pt x="178594" y="29765"/>
                  <a:pt x="181273" y="32147"/>
                </a:cubicBezTo>
                <a:cubicBezTo>
                  <a:pt x="184250" y="35123"/>
                  <a:pt x="185738" y="38695"/>
                  <a:pt x="185738" y="42862"/>
                </a:cubicBezTo>
                <a:lnTo>
                  <a:pt x="185738" y="78581"/>
                </a:lnTo>
                <a:cubicBezTo>
                  <a:pt x="185738" y="96440"/>
                  <a:pt x="184101" y="112960"/>
                  <a:pt x="180827" y="128141"/>
                </a:cubicBezTo>
                <a:cubicBezTo>
                  <a:pt x="177552" y="143321"/>
                  <a:pt x="173460" y="155897"/>
                  <a:pt x="168548" y="165869"/>
                </a:cubicBezTo>
                <a:cubicBezTo>
                  <a:pt x="163637" y="175840"/>
                  <a:pt x="157833" y="184770"/>
                  <a:pt x="151135" y="192658"/>
                </a:cubicBezTo>
                <a:cubicBezTo>
                  <a:pt x="144438" y="200546"/>
                  <a:pt x="138262" y="206573"/>
                  <a:pt x="132606" y="210740"/>
                </a:cubicBezTo>
                <a:cubicBezTo>
                  <a:pt x="126951" y="214907"/>
                  <a:pt x="120923" y="218405"/>
                  <a:pt x="114524" y="221233"/>
                </a:cubicBezTo>
                <a:cubicBezTo>
                  <a:pt x="108124" y="224060"/>
                  <a:pt x="103734" y="225846"/>
                  <a:pt x="101352" y="226590"/>
                </a:cubicBezTo>
                <a:cubicBezTo>
                  <a:pt x="98971" y="227335"/>
                  <a:pt x="96888" y="227855"/>
                  <a:pt x="95102" y="228153"/>
                </a:cubicBezTo>
                <a:cubicBezTo>
                  <a:pt x="94209" y="228451"/>
                  <a:pt x="93390" y="228600"/>
                  <a:pt x="92646" y="228600"/>
                </a:cubicBezTo>
                <a:cubicBezTo>
                  <a:pt x="91902" y="228600"/>
                  <a:pt x="91083" y="228451"/>
                  <a:pt x="90190" y="228153"/>
                </a:cubicBezTo>
                <a:cubicBezTo>
                  <a:pt x="88404" y="227855"/>
                  <a:pt x="86246" y="227335"/>
                  <a:pt x="83716" y="226590"/>
                </a:cubicBezTo>
                <a:cubicBezTo>
                  <a:pt x="81186" y="225846"/>
                  <a:pt x="76796" y="224060"/>
                  <a:pt x="70545" y="221233"/>
                </a:cubicBezTo>
                <a:cubicBezTo>
                  <a:pt x="64294" y="218405"/>
                  <a:pt x="58416" y="214907"/>
                  <a:pt x="52909" y="210740"/>
                </a:cubicBezTo>
                <a:cubicBezTo>
                  <a:pt x="47402" y="206573"/>
                  <a:pt x="41226" y="200546"/>
                  <a:pt x="34380" y="192658"/>
                </a:cubicBezTo>
                <a:cubicBezTo>
                  <a:pt x="27534" y="184770"/>
                  <a:pt x="21729" y="175840"/>
                  <a:pt x="16967" y="165869"/>
                </a:cubicBezTo>
                <a:cubicBezTo>
                  <a:pt x="12204" y="155897"/>
                  <a:pt x="8186" y="143321"/>
                  <a:pt x="4912" y="128141"/>
                </a:cubicBezTo>
                <a:cubicBezTo>
                  <a:pt x="1638" y="112960"/>
                  <a:pt x="0" y="96440"/>
                  <a:pt x="0" y="78581"/>
                </a:cubicBezTo>
                <a:lnTo>
                  <a:pt x="0" y="42862"/>
                </a:lnTo>
                <a:cubicBezTo>
                  <a:pt x="0" y="38695"/>
                  <a:pt x="1489" y="35123"/>
                  <a:pt x="4465" y="32147"/>
                </a:cubicBezTo>
                <a:cubicBezTo>
                  <a:pt x="7144" y="29765"/>
                  <a:pt x="10418" y="28575"/>
                  <a:pt x="14288" y="28575"/>
                </a:cubicBezTo>
                <a:cubicBezTo>
                  <a:pt x="14586" y="28575"/>
                  <a:pt x="14883" y="28575"/>
                  <a:pt x="15181" y="28575"/>
                </a:cubicBezTo>
                <a:cubicBezTo>
                  <a:pt x="16669" y="28575"/>
                  <a:pt x="18753" y="28575"/>
                  <a:pt x="21432" y="28575"/>
                </a:cubicBezTo>
                <a:cubicBezTo>
                  <a:pt x="32147" y="28575"/>
                  <a:pt x="41672" y="27533"/>
                  <a:pt x="50007" y="25449"/>
                </a:cubicBezTo>
                <a:cubicBezTo>
                  <a:pt x="52388" y="24854"/>
                  <a:pt x="54769" y="24035"/>
                  <a:pt x="57150" y="22994"/>
                </a:cubicBezTo>
                <a:cubicBezTo>
                  <a:pt x="59532" y="21952"/>
                  <a:pt x="61839" y="20687"/>
                  <a:pt x="64071" y="19198"/>
                </a:cubicBezTo>
                <a:cubicBezTo>
                  <a:pt x="66303" y="17710"/>
                  <a:pt x="68461" y="16222"/>
                  <a:pt x="70545" y="14734"/>
                </a:cubicBezTo>
                <a:cubicBezTo>
                  <a:pt x="72629" y="13245"/>
                  <a:pt x="74489" y="11831"/>
                  <a:pt x="76126" y="10492"/>
                </a:cubicBezTo>
                <a:cubicBezTo>
                  <a:pt x="77763" y="9153"/>
                  <a:pt x="79177" y="7888"/>
                  <a:pt x="80368" y="6697"/>
                </a:cubicBezTo>
                <a:cubicBezTo>
                  <a:pt x="81558" y="5506"/>
                  <a:pt x="82526" y="4539"/>
                  <a:pt x="83270" y="3795"/>
                </a:cubicBezTo>
                <a:cubicBezTo>
                  <a:pt x="84014" y="3051"/>
                  <a:pt x="84535" y="2679"/>
                  <a:pt x="84833" y="2679"/>
                </a:cubicBezTo>
                <a:cubicBezTo>
                  <a:pt x="87214" y="893"/>
                  <a:pt x="89818" y="0"/>
                  <a:pt x="926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23" name="Freeform 22"/>
          <p:cNvSpPr/>
          <p:nvPr/>
        </p:nvSpPr>
        <p:spPr>
          <a:xfrm>
            <a:off x="5673815" y="1632722"/>
            <a:ext cx="159613" cy="196446"/>
          </a:xfrm>
          <a:custGeom>
            <a:avLst/>
            <a:gdLst/>
            <a:ahLst/>
            <a:cxnLst/>
            <a:rect l="l" t="t" r="r" b="b"/>
            <a:pathLst>
              <a:path w="185738" h="228600">
                <a:moveTo>
                  <a:pt x="92869" y="178593"/>
                </a:moveTo>
                <a:cubicBezTo>
                  <a:pt x="96739" y="178593"/>
                  <a:pt x="100087" y="180007"/>
                  <a:pt x="102915" y="182835"/>
                </a:cubicBezTo>
                <a:cubicBezTo>
                  <a:pt x="105743" y="185663"/>
                  <a:pt x="107157" y="189011"/>
                  <a:pt x="107157" y="192881"/>
                </a:cubicBezTo>
                <a:cubicBezTo>
                  <a:pt x="107157" y="196750"/>
                  <a:pt x="105743" y="200099"/>
                  <a:pt x="102915" y="202927"/>
                </a:cubicBezTo>
                <a:cubicBezTo>
                  <a:pt x="100087" y="205755"/>
                  <a:pt x="96739" y="207168"/>
                  <a:pt x="92869" y="207168"/>
                </a:cubicBezTo>
                <a:cubicBezTo>
                  <a:pt x="89000" y="207168"/>
                  <a:pt x="85651" y="205755"/>
                  <a:pt x="82823" y="202927"/>
                </a:cubicBezTo>
                <a:cubicBezTo>
                  <a:pt x="79996" y="200099"/>
                  <a:pt x="78582" y="196750"/>
                  <a:pt x="78582" y="192881"/>
                </a:cubicBezTo>
                <a:cubicBezTo>
                  <a:pt x="78582" y="189011"/>
                  <a:pt x="79996" y="185663"/>
                  <a:pt x="82823" y="182835"/>
                </a:cubicBezTo>
                <a:cubicBezTo>
                  <a:pt x="85651" y="180007"/>
                  <a:pt x="89000" y="178593"/>
                  <a:pt x="92869" y="178593"/>
                </a:cubicBezTo>
                <a:close/>
                <a:moveTo>
                  <a:pt x="78582" y="21431"/>
                </a:moveTo>
                <a:lnTo>
                  <a:pt x="107157" y="21431"/>
                </a:lnTo>
                <a:cubicBezTo>
                  <a:pt x="109240" y="21431"/>
                  <a:pt x="110952" y="22101"/>
                  <a:pt x="112291" y="23440"/>
                </a:cubicBezTo>
                <a:cubicBezTo>
                  <a:pt x="113631" y="24780"/>
                  <a:pt x="114300" y="26491"/>
                  <a:pt x="114300" y="28575"/>
                </a:cubicBezTo>
                <a:cubicBezTo>
                  <a:pt x="114300" y="30658"/>
                  <a:pt x="113631" y="32370"/>
                  <a:pt x="112291" y="33709"/>
                </a:cubicBezTo>
                <a:cubicBezTo>
                  <a:pt x="110952" y="35049"/>
                  <a:pt x="109240" y="35718"/>
                  <a:pt x="107157" y="35718"/>
                </a:cubicBezTo>
                <a:lnTo>
                  <a:pt x="78582" y="35718"/>
                </a:lnTo>
                <a:cubicBezTo>
                  <a:pt x="76498" y="35718"/>
                  <a:pt x="74787" y="35049"/>
                  <a:pt x="73447" y="33709"/>
                </a:cubicBezTo>
                <a:cubicBezTo>
                  <a:pt x="72108" y="32370"/>
                  <a:pt x="71438" y="30658"/>
                  <a:pt x="71438" y="28575"/>
                </a:cubicBezTo>
                <a:cubicBezTo>
                  <a:pt x="71438" y="26491"/>
                  <a:pt x="72108" y="24780"/>
                  <a:pt x="73447" y="23440"/>
                </a:cubicBezTo>
                <a:cubicBezTo>
                  <a:pt x="74787" y="22101"/>
                  <a:pt x="76498" y="21431"/>
                  <a:pt x="78582" y="21431"/>
                </a:cubicBezTo>
                <a:close/>
                <a:moveTo>
                  <a:pt x="21432" y="14287"/>
                </a:moveTo>
                <a:cubicBezTo>
                  <a:pt x="19348" y="14287"/>
                  <a:pt x="17637" y="14957"/>
                  <a:pt x="16297" y="16296"/>
                </a:cubicBezTo>
                <a:cubicBezTo>
                  <a:pt x="14958" y="17636"/>
                  <a:pt x="14288" y="19347"/>
                  <a:pt x="14288" y="21431"/>
                </a:cubicBezTo>
                <a:lnTo>
                  <a:pt x="14288" y="207168"/>
                </a:lnTo>
                <a:cubicBezTo>
                  <a:pt x="14288" y="209252"/>
                  <a:pt x="14958" y="210963"/>
                  <a:pt x="16297" y="212303"/>
                </a:cubicBezTo>
                <a:cubicBezTo>
                  <a:pt x="17637" y="213642"/>
                  <a:pt x="19348" y="214312"/>
                  <a:pt x="21432" y="214312"/>
                </a:cubicBezTo>
                <a:lnTo>
                  <a:pt x="164307" y="214312"/>
                </a:lnTo>
                <a:cubicBezTo>
                  <a:pt x="166390" y="214312"/>
                  <a:pt x="168102" y="213642"/>
                  <a:pt x="169441" y="212303"/>
                </a:cubicBezTo>
                <a:cubicBezTo>
                  <a:pt x="170781" y="210963"/>
                  <a:pt x="171450" y="209252"/>
                  <a:pt x="171450" y="207168"/>
                </a:cubicBezTo>
                <a:lnTo>
                  <a:pt x="171450" y="21431"/>
                </a:lnTo>
                <a:cubicBezTo>
                  <a:pt x="171450" y="19347"/>
                  <a:pt x="170781" y="17636"/>
                  <a:pt x="169441" y="16296"/>
                </a:cubicBezTo>
                <a:cubicBezTo>
                  <a:pt x="168102" y="14957"/>
                  <a:pt x="166390" y="14287"/>
                  <a:pt x="164307" y="14287"/>
                </a:cubicBezTo>
                <a:close/>
                <a:moveTo>
                  <a:pt x="21432" y="0"/>
                </a:moveTo>
                <a:lnTo>
                  <a:pt x="164307" y="0"/>
                </a:lnTo>
                <a:cubicBezTo>
                  <a:pt x="170260" y="0"/>
                  <a:pt x="175320" y="2083"/>
                  <a:pt x="179487" y="6250"/>
                </a:cubicBezTo>
                <a:cubicBezTo>
                  <a:pt x="183654" y="10418"/>
                  <a:pt x="185738" y="15478"/>
                  <a:pt x="185738" y="21431"/>
                </a:cubicBezTo>
                <a:lnTo>
                  <a:pt x="185738" y="207168"/>
                </a:lnTo>
                <a:cubicBezTo>
                  <a:pt x="185738" y="213122"/>
                  <a:pt x="183654" y="218182"/>
                  <a:pt x="179487" y="222349"/>
                </a:cubicBezTo>
                <a:cubicBezTo>
                  <a:pt x="175320" y="226516"/>
                  <a:pt x="170260" y="228600"/>
                  <a:pt x="164307" y="228600"/>
                </a:cubicBezTo>
                <a:lnTo>
                  <a:pt x="21432" y="228600"/>
                </a:lnTo>
                <a:cubicBezTo>
                  <a:pt x="15479" y="228600"/>
                  <a:pt x="10418" y="226516"/>
                  <a:pt x="6251" y="222349"/>
                </a:cubicBezTo>
                <a:cubicBezTo>
                  <a:pt x="2084" y="218182"/>
                  <a:pt x="0" y="213122"/>
                  <a:pt x="0" y="207168"/>
                </a:cubicBezTo>
                <a:lnTo>
                  <a:pt x="0" y="21431"/>
                </a:lnTo>
                <a:cubicBezTo>
                  <a:pt x="0" y="15478"/>
                  <a:pt x="2084" y="10418"/>
                  <a:pt x="6251" y="6250"/>
                </a:cubicBezTo>
                <a:cubicBezTo>
                  <a:pt x="10418" y="2083"/>
                  <a:pt x="15479" y="0"/>
                  <a:pt x="2143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24" name="Freeform 23"/>
          <p:cNvSpPr/>
          <p:nvPr/>
        </p:nvSpPr>
        <p:spPr>
          <a:xfrm>
            <a:off x="5986465" y="1632722"/>
            <a:ext cx="110501" cy="196447"/>
          </a:xfrm>
          <a:custGeom>
            <a:avLst/>
            <a:gdLst/>
            <a:ahLst/>
            <a:cxnLst/>
            <a:rect l="l" t="t" r="r" b="b"/>
            <a:pathLst>
              <a:path w="128588" h="228600">
                <a:moveTo>
                  <a:pt x="64294" y="178593"/>
                </a:moveTo>
                <a:cubicBezTo>
                  <a:pt x="68164" y="178593"/>
                  <a:pt x="71512" y="180007"/>
                  <a:pt x="74340" y="182835"/>
                </a:cubicBezTo>
                <a:cubicBezTo>
                  <a:pt x="77168" y="185663"/>
                  <a:pt x="78582" y="189011"/>
                  <a:pt x="78582" y="192881"/>
                </a:cubicBezTo>
                <a:cubicBezTo>
                  <a:pt x="78582" y="196750"/>
                  <a:pt x="77168" y="200099"/>
                  <a:pt x="74340" y="202927"/>
                </a:cubicBezTo>
                <a:cubicBezTo>
                  <a:pt x="71512" y="205755"/>
                  <a:pt x="68164" y="207168"/>
                  <a:pt x="64294" y="207168"/>
                </a:cubicBezTo>
                <a:cubicBezTo>
                  <a:pt x="60425" y="207168"/>
                  <a:pt x="57076" y="205755"/>
                  <a:pt x="54248" y="202927"/>
                </a:cubicBezTo>
                <a:cubicBezTo>
                  <a:pt x="51421" y="200099"/>
                  <a:pt x="50007" y="196750"/>
                  <a:pt x="50007" y="192881"/>
                </a:cubicBezTo>
                <a:cubicBezTo>
                  <a:pt x="50007" y="189011"/>
                  <a:pt x="51421" y="185663"/>
                  <a:pt x="54248" y="182835"/>
                </a:cubicBezTo>
                <a:cubicBezTo>
                  <a:pt x="57076" y="180007"/>
                  <a:pt x="60425" y="178593"/>
                  <a:pt x="64294" y="178593"/>
                </a:cubicBezTo>
                <a:close/>
                <a:moveTo>
                  <a:pt x="50007" y="21431"/>
                </a:moveTo>
                <a:lnTo>
                  <a:pt x="78582" y="21431"/>
                </a:lnTo>
                <a:cubicBezTo>
                  <a:pt x="80665" y="21431"/>
                  <a:pt x="82377" y="22101"/>
                  <a:pt x="83716" y="23440"/>
                </a:cubicBezTo>
                <a:cubicBezTo>
                  <a:pt x="85056" y="24780"/>
                  <a:pt x="85725" y="26491"/>
                  <a:pt x="85725" y="28575"/>
                </a:cubicBezTo>
                <a:cubicBezTo>
                  <a:pt x="85725" y="30658"/>
                  <a:pt x="85056" y="32370"/>
                  <a:pt x="83716" y="33709"/>
                </a:cubicBezTo>
                <a:cubicBezTo>
                  <a:pt x="82377" y="35049"/>
                  <a:pt x="80665" y="35718"/>
                  <a:pt x="78582" y="35718"/>
                </a:cubicBezTo>
                <a:lnTo>
                  <a:pt x="50007" y="35718"/>
                </a:lnTo>
                <a:cubicBezTo>
                  <a:pt x="47923" y="35718"/>
                  <a:pt x="46212" y="35049"/>
                  <a:pt x="44872" y="33709"/>
                </a:cubicBezTo>
                <a:cubicBezTo>
                  <a:pt x="43533" y="32370"/>
                  <a:pt x="42863" y="30658"/>
                  <a:pt x="42863" y="28575"/>
                </a:cubicBezTo>
                <a:cubicBezTo>
                  <a:pt x="42863" y="26491"/>
                  <a:pt x="43533" y="24780"/>
                  <a:pt x="44872" y="23440"/>
                </a:cubicBezTo>
                <a:cubicBezTo>
                  <a:pt x="46212" y="22101"/>
                  <a:pt x="47923" y="21431"/>
                  <a:pt x="50007" y="21431"/>
                </a:cubicBezTo>
                <a:close/>
                <a:moveTo>
                  <a:pt x="21432" y="14287"/>
                </a:moveTo>
                <a:cubicBezTo>
                  <a:pt x="19348" y="14287"/>
                  <a:pt x="17637" y="14957"/>
                  <a:pt x="16297" y="16296"/>
                </a:cubicBezTo>
                <a:cubicBezTo>
                  <a:pt x="14958" y="17636"/>
                  <a:pt x="14288" y="19347"/>
                  <a:pt x="14288" y="21431"/>
                </a:cubicBezTo>
                <a:lnTo>
                  <a:pt x="14288" y="207168"/>
                </a:lnTo>
                <a:cubicBezTo>
                  <a:pt x="14288" y="209252"/>
                  <a:pt x="14958" y="210963"/>
                  <a:pt x="16297" y="212303"/>
                </a:cubicBezTo>
                <a:cubicBezTo>
                  <a:pt x="17637" y="213642"/>
                  <a:pt x="19348" y="214312"/>
                  <a:pt x="21432" y="214312"/>
                </a:cubicBezTo>
                <a:lnTo>
                  <a:pt x="107157" y="214312"/>
                </a:lnTo>
                <a:cubicBezTo>
                  <a:pt x="109240" y="214312"/>
                  <a:pt x="110952" y="213642"/>
                  <a:pt x="112291" y="212303"/>
                </a:cubicBezTo>
                <a:cubicBezTo>
                  <a:pt x="113631" y="210963"/>
                  <a:pt x="114300" y="209252"/>
                  <a:pt x="114300" y="207168"/>
                </a:cubicBezTo>
                <a:lnTo>
                  <a:pt x="114300" y="21431"/>
                </a:lnTo>
                <a:cubicBezTo>
                  <a:pt x="114300" y="19347"/>
                  <a:pt x="113631" y="17636"/>
                  <a:pt x="112291" y="16296"/>
                </a:cubicBezTo>
                <a:cubicBezTo>
                  <a:pt x="110952" y="14957"/>
                  <a:pt x="109240" y="14287"/>
                  <a:pt x="107157" y="14287"/>
                </a:cubicBezTo>
                <a:close/>
                <a:moveTo>
                  <a:pt x="21432" y="0"/>
                </a:moveTo>
                <a:lnTo>
                  <a:pt x="107157" y="0"/>
                </a:lnTo>
                <a:cubicBezTo>
                  <a:pt x="113110" y="0"/>
                  <a:pt x="118170" y="2083"/>
                  <a:pt x="122337" y="6250"/>
                </a:cubicBezTo>
                <a:cubicBezTo>
                  <a:pt x="126504" y="10418"/>
                  <a:pt x="128588" y="15478"/>
                  <a:pt x="128588" y="21431"/>
                </a:cubicBezTo>
                <a:lnTo>
                  <a:pt x="128588" y="207168"/>
                </a:lnTo>
                <a:cubicBezTo>
                  <a:pt x="128588" y="213122"/>
                  <a:pt x="126504" y="218182"/>
                  <a:pt x="122337" y="222349"/>
                </a:cubicBezTo>
                <a:cubicBezTo>
                  <a:pt x="118170" y="226516"/>
                  <a:pt x="113110" y="228600"/>
                  <a:pt x="107157" y="228600"/>
                </a:cubicBezTo>
                <a:lnTo>
                  <a:pt x="21432" y="228600"/>
                </a:lnTo>
                <a:cubicBezTo>
                  <a:pt x="15479" y="228600"/>
                  <a:pt x="10418" y="226516"/>
                  <a:pt x="6251" y="222349"/>
                </a:cubicBezTo>
                <a:cubicBezTo>
                  <a:pt x="2084" y="218182"/>
                  <a:pt x="0" y="213122"/>
                  <a:pt x="0" y="207168"/>
                </a:cubicBezTo>
                <a:lnTo>
                  <a:pt x="0" y="21431"/>
                </a:lnTo>
                <a:cubicBezTo>
                  <a:pt x="0" y="15478"/>
                  <a:pt x="2084" y="10418"/>
                  <a:pt x="6251" y="6250"/>
                </a:cubicBezTo>
                <a:cubicBezTo>
                  <a:pt x="10418" y="2083"/>
                  <a:pt x="15479" y="0"/>
                  <a:pt x="2143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25" name="Freeform 24"/>
          <p:cNvSpPr/>
          <p:nvPr/>
        </p:nvSpPr>
        <p:spPr>
          <a:xfrm>
            <a:off x="6250003" y="1651139"/>
            <a:ext cx="196447" cy="159613"/>
          </a:xfrm>
          <a:custGeom>
            <a:avLst/>
            <a:gdLst/>
            <a:ahLst/>
            <a:cxnLst/>
            <a:rect l="l" t="t" r="r" b="b"/>
            <a:pathLst>
              <a:path w="228600" h="185737">
                <a:moveTo>
                  <a:pt x="14288" y="14287"/>
                </a:moveTo>
                <a:lnTo>
                  <a:pt x="14288" y="135731"/>
                </a:lnTo>
                <a:lnTo>
                  <a:pt x="214313" y="135731"/>
                </a:lnTo>
                <a:lnTo>
                  <a:pt x="214313" y="14287"/>
                </a:lnTo>
                <a:close/>
                <a:moveTo>
                  <a:pt x="14288" y="0"/>
                </a:moveTo>
                <a:lnTo>
                  <a:pt x="214313" y="0"/>
                </a:lnTo>
                <a:cubicBezTo>
                  <a:pt x="218182" y="0"/>
                  <a:pt x="221531" y="1414"/>
                  <a:pt x="224359" y="4241"/>
                </a:cubicBezTo>
                <a:cubicBezTo>
                  <a:pt x="227186" y="7069"/>
                  <a:pt x="228600" y="10418"/>
                  <a:pt x="228600" y="14287"/>
                </a:cubicBezTo>
                <a:lnTo>
                  <a:pt x="228600" y="135731"/>
                </a:lnTo>
                <a:cubicBezTo>
                  <a:pt x="228600" y="139601"/>
                  <a:pt x="227186" y="142949"/>
                  <a:pt x="224359" y="145777"/>
                </a:cubicBezTo>
                <a:cubicBezTo>
                  <a:pt x="221531" y="148605"/>
                  <a:pt x="218182" y="150019"/>
                  <a:pt x="214313" y="150019"/>
                </a:cubicBezTo>
                <a:lnTo>
                  <a:pt x="121444" y="150019"/>
                </a:lnTo>
                <a:lnTo>
                  <a:pt x="121444" y="171450"/>
                </a:lnTo>
                <a:lnTo>
                  <a:pt x="157163" y="171450"/>
                </a:lnTo>
                <a:cubicBezTo>
                  <a:pt x="159246" y="171450"/>
                  <a:pt x="160958" y="172120"/>
                  <a:pt x="162297" y="173459"/>
                </a:cubicBezTo>
                <a:cubicBezTo>
                  <a:pt x="163637" y="174799"/>
                  <a:pt x="164306" y="176510"/>
                  <a:pt x="164306" y="178594"/>
                </a:cubicBezTo>
                <a:cubicBezTo>
                  <a:pt x="164306" y="180677"/>
                  <a:pt x="163637" y="182389"/>
                  <a:pt x="162297" y="183728"/>
                </a:cubicBezTo>
                <a:cubicBezTo>
                  <a:pt x="160958" y="185068"/>
                  <a:pt x="159246" y="185737"/>
                  <a:pt x="157163" y="185737"/>
                </a:cubicBezTo>
                <a:lnTo>
                  <a:pt x="71438" y="185737"/>
                </a:lnTo>
                <a:cubicBezTo>
                  <a:pt x="69354" y="185737"/>
                  <a:pt x="67643" y="185068"/>
                  <a:pt x="66303" y="183728"/>
                </a:cubicBezTo>
                <a:cubicBezTo>
                  <a:pt x="64964" y="182389"/>
                  <a:pt x="64294" y="180677"/>
                  <a:pt x="64294" y="178594"/>
                </a:cubicBezTo>
                <a:cubicBezTo>
                  <a:pt x="64294" y="176510"/>
                  <a:pt x="64964" y="174799"/>
                  <a:pt x="66303" y="173459"/>
                </a:cubicBezTo>
                <a:cubicBezTo>
                  <a:pt x="67643" y="172120"/>
                  <a:pt x="69354" y="171450"/>
                  <a:pt x="71438" y="171450"/>
                </a:cubicBezTo>
                <a:lnTo>
                  <a:pt x="107156" y="171450"/>
                </a:lnTo>
                <a:lnTo>
                  <a:pt x="107156" y="150019"/>
                </a:lnTo>
                <a:lnTo>
                  <a:pt x="14288" y="150019"/>
                </a:lnTo>
                <a:cubicBezTo>
                  <a:pt x="10418" y="150019"/>
                  <a:pt x="7070" y="148605"/>
                  <a:pt x="4242" y="145777"/>
                </a:cubicBezTo>
                <a:cubicBezTo>
                  <a:pt x="1414" y="142949"/>
                  <a:pt x="0" y="139601"/>
                  <a:pt x="0" y="135731"/>
                </a:cubicBezTo>
                <a:lnTo>
                  <a:pt x="0" y="14287"/>
                </a:lnTo>
                <a:cubicBezTo>
                  <a:pt x="0" y="10418"/>
                  <a:pt x="1414" y="7069"/>
                  <a:pt x="4242" y="4241"/>
                </a:cubicBezTo>
                <a:cubicBezTo>
                  <a:pt x="7070" y="1414"/>
                  <a:pt x="10418" y="0"/>
                  <a:pt x="142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26" name="Freeform 25"/>
          <p:cNvSpPr/>
          <p:nvPr/>
        </p:nvSpPr>
        <p:spPr>
          <a:xfrm>
            <a:off x="6599487" y="1633105"/>
            <a:ext cx="196426" cy="195679"/>
          </a:xfrm>
          <a:custGeom>
            <a:avLst/>
            <a:gdLst/>
            <a:ahLst/>
            <a:cxnLst/>
            <a:rect l="l" t="t" r="r" b="b"/>
            <a:pathLst>
              <a:path w="228576" h="227707">
                <a:moveTo>
                  <a:pt x="208508" y="14288"/>
                </a:moveTo>
                <a:cubicBezTo>
                  <a:pt x="202258" y="14288"/>
                  <a:pt x="196305" y="17115"/>
                  <a:pt x="190649" y="22771"/>
                </a:cubicBezTo>
                <a:lnTo>
                  <a:pt x="143768" y="69652"/>
                </a:lnTo>
                <a:lnTo>
                  <a:pt x="138857" y="74117"/>
                </a:lnTo>
                <a:lnTo>
                  <a:pt x="132606" y="73670"/>
                </a:lnTo>
                <a:cubicBezTo>
                  <a:pt x="123676" y="73075"/>
                  <a:pt x="105073" y="71884"/>
                  <a:pt x="76796" y="70098"/>
                </a:cubicBezTo>
                <a:cubicBezTo>
                  <a:pt x="51197" y="68312"/>
                  <a:pt x="37951" y="67419"/>
                  <a:pt x="37058" y="67419"/>
                </a:cubicBezTo>
                <a:lnTo>
                  <a:pt x="36612" y="67419"/>
                </a:lnTo>
                <a:cubicBezTo>
                  <a:pt x="36017" y="67419"/>
                  <a:pt x="35421" y="67717"/>
                  <a:pt x="34826" y="68312"/>
                </a:cubicBezTo>
                <a:cubicBezTo>
                  <a:pt x="32742" y="70098"/>
                  <a:pt x="29171" y="73224"/>
                  <a:pt x="24110" y="77688"/>
                </a:cubicBezTo>
                <a:cubicBezTo>
                  <a:pt x="47923" y="86618"/>
                  <a:pt x="68015" y="94059"/>
                  <a:pt x="84386" y="100013"/>
                </a:cubicBezTo>
                <a:lnTo>
                  <a:pt x="105371" y="108049"/>
                </a:lnTo>
                <a:lnTo>
                  <a:pt x="89297" y="123676"/>
                </a:lnTo>
                <a:lnTo>
                  <a:pt x="61615" y="152698"/>
                </a:lnTo>
                <a:lnTo>
                  <a:pt x="57150" y="156716"/>
                </a:lnTo>
                <a:lnTo>
                  <a:pt x="51792" y="156716"/>
                </a:lnTo>
                <a:cubicBezTo>
                  <a:pt x="50304" y="156716"/>
                  <a:pt x="48667" y="156716"/>
                  <a:pt x="46881" y="156716"/>
                </a:cubicBezTo>
                <a:cubicBezTo>
                  <a:pt x="43905" y="156716"/>
                  <a:pt x="38249" y="156716"/>
                  <a:pt x="29915" y="156716"/>
                </a:cubicBezTo>
                <a:cubicBezTo>
                  <a:pt x="24855" y="156716"/>
                  <a:pt x="21431" y="156716"/>
                  <a:pt x="19646" y="156716"/>
                </a:cubicBezTo>
                <a:lnTo>
                  <a:pt x="19465" y="156716"/>
                </a:lnTo>
                <a:lnTo>
                  <a:pt x="48667" y="175022"/>
                </a:lnTo>
                <a:lnTo>
                  <a:pt x="51792" y="176808"/>
                </a:lnTo>
                <a:lnTo>
                  <a:pt x="53578" y="179487"/>
                </a:lnTo>
                <a:cubicBezTo>
                  <a:pt x="55067" y="182166"/>
                  <a:pt x="60573" y="191095"/>
                  <a:pt x="70098" y="206276"/>
                </a:cubicBezTo>
                <a:lnTo>
                  <a:pt x="70991" y="207839"/>
                </a:lnTo>
                <a:lnTo>
                  <a:pt x="70991" y="204490"/>
                </a:lnTo>
                <a:cubicBezTo>
                  <a:pt x="70991" y="202406"/>
                  <a:pt x="70991" y="199727"/>
                  <a:pt x="70991" y="196453"/>
                </a:cubicBezTo>
                <a:cubicBezTo>
                  <a:pt x="70991" y="186035"/>
                  <a:pt x="70991" y="179487"/>
                  <a:pt x="70991" y="176808"/>
                </a:cubicBezTo>
                <a:lnTo>
                  <a:pt x="71438" y="171004"/>
                </a:lnTo>
                <a:lnTo>
                  <a:pt x="75456" y="166985"/>
                </a:lnTo>
                <a:lnTo>
                  <a:pt x="104478" y="138857"/>
                </a:lnTo>
                <a:lnTo>
                  <a:pt x="120551" y="122783"/>
                </a:lnTo>
                <a:lnTo>
                  <a:pt x="128141" y="144215"/>
                </a:lnTo>
                <a:cubicBezTo>
                  <a:pt x="134094" y="160288"/>
                  <a:pt x="141387" y="180082"/>
                  <a:pt x="150019" y="203597"/>
                </a:cubicBezTo>
                <a:cubicBezTo>
                  <a:pt x="154484" y="198834"/>
                  <a:pt x="157609" y="195263"/>
                  <a:pt x="159395" y="192881"/>
                </a:cubicBezTo>
                <a:cubicBezTo>
                  <a:pt x="159990" y="192286"/>
                  <a:pt x="160288" y="191542"/>
                  <a:pt x="160288" y="190649"/>
                </a:cubicBezTo>
                <a:cubicBezTo>
                  <a:pt x="160288" y="189756"/>
                  <a:pt x="159544" y="177403"/>
                  <a:pt x="158056" y="153591"/>
                </a:cubicBezTo>
                <a:cubicBezTo>
                  <a:pt x="156270" y="126206"/>
                  <a:pt x="155079" y="106859"/>
                  <a:pt x="154484" y="95548"/>
                </a:cubicBezTo>
                <a:lnTo>
                  <a:pt x="154037" y="89297"/>
                </a:lnTo>
                <a:lnTo>
                  <a:pt x="158502" y="84832"/>
                </a:lnTo>
                <a:lnTo>
                  <a:pt x="205830" y="37505"/>
                </a:lnTo>
                <a:cubicBezTo>
                  <a:pt x="209997" y="33338"/>
                  <a:pt x="212601" y="28724"/>
                  <a:pt x="213643" y="23664"/>
                </a:cubicBezTo>
                <a:cubicBezTo>
                  <a:pt x="214685" y="18604"/>
                  <a:pt x="214610" y="15776"/>
                  <a:pt x="213420" y="15181"/>
                </a:cubicBezTo>
                <a:cubicBezTo>
                  <a:pt x="212229" y="14585"/>
                  <a:pt x="210592" y="14288"/>
                  <a:pt x="208508" y="14288"/>
                </a:cubicBezTo>
                <a:close/>
                <a:moveTo>
                  <a:pt x="208508" y="0"/>
                </a:moveTo>
                <a:cubicBezTo>
                  <a:pt x="215355" y="0"/>
                  <a:pt x="220415" y="1637"/>
                  <a:pt x="223689" y="4911"/>
                </a:cubicBezTo>
                <a:cubicBezTo>
                  <a:pt x="225772" y="6995"/>
                  <a:pt x="227261" y="10269"/>
                  <a:pt x="228154" y="14734"/>
                </a:cubicBezTo>
                <a:cubicBezTo>
                  <a:pt x="229047" y="19199"/>
                  <a:pt x="228526" y="24557"/>
                  <a:pt x="226591" y="30808"/>
                </a:cubicBezTo>
                <a:cubicBezTo>
                  <a:pt x="224656" y="37058"/>
                  <a:pt x="221010" y="42714"/>
                  <a:pt x="215652" y="47774"/>
                </a:cubicBezTo>
                <a:lnTo>
                  <a:pt x="168771" y="94655"/>
                </a:lnTo>
                <a:cubicBezTo>
                  <a:pt x="169069" y="102096"/>
                  <a:pt x="169739" y="113779"/>
                  <a:pt x="170781" y="129704"/>
                </a:cubicBezTo>
                <a:cubicBezTo>
                  <a:pt x="171822" y="145628"/>
                  <a:pt x="172715" y="159544"/>
                  <a:pt x="173459" y="171450"/>
                </a:cubicBezTo>
                <a:cubicBezTo>
                  <a:pt x="174204" y="183356"/>
                  <a:pt x="174576" y="189607"/>
                  <a:pt x="174576" y="190202"/>
                </a:cubicBezTo>
                <a:cubicBezTo>
                  <a:pt x="174576" y="194667"/>
                  <a:pt x="173162" y="198686"/>
                  <a:pt x="170334" y="202258"/>
                </a:cubicBezTo>
                <a:cubicBezTo>
                  <a:pt x="167506" y="205829"/>
                  <a:pt x="162669" y="211187"/>
                  <a:pt x="155823" y="218331"/>
                </a:cubicBezTo>
                <a:cubicBezTo>
                  <a:pt x="153144" y="220712"/>
                  <a:pt x="150317" y="221903"/>
                  <a:pt x="147340" y="221903"/>
                </a:cubicBezTo>
                <a:cubicBezTo>
                  <a:pt x="147042" y="221903"/>
                  <a:pt x="146745" y="221903"/>
                  <a:pt x="146447" y="221903"/>
                </a:cubicBezTo>
                <a:cubicBezTo>
                  <a:pt x="143173" y="221605"/>
                  <a:pt x="140792" y="219670"/>
                  <a:pt x="139303" y="216099"/>
                </a:cubicBezTo>
                <a:cubicBezTo>
                  <a:pt x="136029" y="207467"/>
                  <a:pt x="127844" y="185142"/>
                  <a:pt x="114747" y="149126"/>
                </a:cubicBezTo>
                <a:lnTo>
                  <a:pt x="85279" y="176808"/>
                </a:lnTo>
                <a:cubicBezTo>
                  <a:pt x="85279" y="179784"/>
                  <a:pt x="85279" y="185738"/>
                  <a:pt x="85279" y="194667"/>
                </a:cubicBezTo>
                <a:cubicBezTo>
                  <a:pt x="85279" y="203597"/>
                  <a:pt x="85279" y="208657"/>
                  <a:pt x="85279" y="209848"/>
                </a:cubicBezTo>
                <a:cubicBezTo>
                  <a:pt x="85279" y="214313"/>
                  <a:pt x="83195" y="218926"/>
                  <a:pt x="79028" y="223689"/>
                </a:cubicBezTo>
                <a:cubicBezTo>
                  <a:pt x="76349" y="226368"/>
                  <a:pt x="73670" y="227707"/>
                  <a:pt x="70991" y="227707"/>
                </a:cubicBezTo>
                <a:lnTo>
                  <a:pt x="70545" y="227707"/>
                </a:lnTo>
                <a:cubicBezTo>
                  <a:pt x="67866" y="227707"/>
                  <a:pt x="65782" y="226517"/>
                  <a:pt x="64294" y="224135"/>
                </a:cubicBezTo>
                <a:cubicBezTo>
                  <a:pt x="63996" y="223838"/>
                  <a:pt x="60499" y="218182"/>
                  <a:pt x="53802" y="207169"/>
                </a:cubicBezTo>
                <a:cubicBezTo>
                  <a:pt x="47104" y="196156"/>
                  <a:pt x="43012" y="189458"/>
                  <a:pt x="41523" y="187077"/>
                </a:cubicBezTo>
                <a:cubicBezTo>
                  <a:pt x="19497" y="173980"/>
                  <a:pt x="6698" y="165943"/>
                  <a:pt x="3126" y="162967"/>
                </a:cubicBezTo>
                <a:cubicBezTo>
                  <a:pt x="1042" y="161479"/>
                  <a:pt x="0" y="159395"/>
                  <a:pt x="0" y="156716"/>
                </a:cubicBezTo>
                <a:cubicBezTo>
                  <a:pt x="298" y="154037"/>
                  <a:pt x="1489" y="151656"/>
                  <a:pt x="3572" y="149572"/>
                </a:cubicBezTo>
                <a:lnTo>
                  <a:pt x="4019" y="149126"/>
                </a:lnTo>
                <a:cubicBezTo>
                  <a:pt x="9376" y="144661"/>
                  <a:pt x="13990" y="142429"/>
                  <a:pt x="17860" y="142429"/>
                </a:cubicBezTo>
                <a:cubicBezTo>
                  <a:pt x="18157" y="142429"/>
                  <a:pt x="18753" y="142429"/>
                  <a:pt x="19646" y="142429"/>
                </a:cubicBezTo>
                <a:cubicBezTo>
                  <a:pt x="21134" y="142429"/>
                  <a:pt x="25227" y="142429"/>
                  <a:pt x="31924" y="142429"/>
                </a:cubicBezTo>
                <a:cubicBezTo>
                  <a:pt x="38621" y="142429"/>
                  <a:pt x="43607" y="142429"/>
                  <a:pt x="46881" y="142429"/>
                </a:cubicBezTo>
                <a:cubicBezTo>
                  <a:pt x="48667" y="142429"/>
                  <a:pt x="50155" y="142429"/>
                  <a:pt x="51346" y="142429"/>
                </a:cubicBezTo>
                <a:lnTo>
                  <a:pt x="79474" y="113407"/>
                </a:lnTo>
                <a:cubicBezTo>
                  <a:pt x="43756" y="100310"/>
                  <a:pt x="21134" y="91976"/>
                  <a:pt x="11609" y="88404"/>
                </a:cubicBezTo>
                <a:cubicBezTo>
                  <a:pt x="8037" y="86916"/>
                  <a:pt x="6102" y="84534"/>
                  <a:pt x="5805" y="81260"/>
                </a:cubicBezTo>
                <a:cubicBezTo>
                  <a:pt x="5507" y="77986"/>
                  <a:pt x="6698" y="75009"/>
                  <a:pt x="9376" y="72331"/>
                </a:cubicBezTo>
                <a:lnTo>
                  <a:pt x="25896" y="57597"/>
                </a:lnTo>
                <a:cubicBezTo>
                  <a:pt x="29171" y="54620"/>
                  <a:pt x="32742" y="53132"/>
                  <a:pt x="36612" y="53132"/>
                </a:cubicBezTo>
                <a:cubicBezTo>
                  <a:pt x="36910" y="53132"/>
                  <a:pt x="37207" y="53132"/>
                  <a:pt x="37505" y="53132"/>
                </a:cubicBezTo>
                <a:cubicBezTo>
                  <a:pt x="38100" y="53132"/>
                  <a:pt x="44351" y="53578"/>
                  <a:pt x="56257" y="54471"/>
                </a:cubicBezTo>
                <a:cubicBezTo>
                  <a:pt x="68164" y="55364"/>
                  <a:pt x="82228" y="56332"/>
                  <a:pt x="98450" y="57373"/>
                </a:cubicBezTo>
                <a:cubicBezTo>
                  <a:pt x="114672" y="58415"/>
                  <a:pt x="126355" y="59085"/>
                  <a:pt x="133499" y="59383"/>
                </a:cubicBezTo>
                <a:lnTo>
                  <a:pt x="180380" y="12502"/>
                </a:lnTo>
                <a:cubicBezTo>
                  <a:pt x="188714" y="4167"/>
                  <a:pt x="198090" y="0"/>
                  <a:pt x="20850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27" name="Freeform 26"/>
          <p:cNvSpPr/>
          <p:nvPr/>
        </p:nvSpPr>
        <p:spPr>
          <a:xfrm>
            <a:off x="6948954" y="1632722"/>
            <a:ext cx="166519" cy="196447"/>
          </a:xfrm>
          <a:custGeom>
            <a:avLst/>
            <a:gdLst/>
            <a:ahLst/>
            <a:cxnLst/>
            <a:rect l="l" t="t" r="r" b="b"/>
            <a:pathLst>
              <a:path w="193774" h="228600">
                <a:moveTo>
                  <a:pt x="158056" y="14287"/>
                </a:moveTo>
                <a:lnTo>
                  <a:pt x="158056" y="214312"/>
                </a:lnTo>
                <a:lnTo>
                  <a:pt x="172343" y="214312"/>
                </a:lnTo>
                <a:cubicBezTo>
                  <a:pt x="174129" y="214312"/>
                  <a:pt x="175766" y="213642"/>
                  <a:pt x="177254" y="212303"/>
                </a:cubicBezTo>
                <a:cubicBezTo>
                  <a:pt x="178743" y="210963"/>
                  <a:pt x="179487" y="209252"/>
                  <a:pt x="179487" y="207168"/>
                </a:cubicBezTo>
                <a:lnTo>
                  <a:pt x="179487" y="21431"/>
                </a:lnTo>
                <a:cubicBezTo>
                  <a:pt x="179487" y="19347"/>
                  <a:pt x="178743" y="17636"/>
                  <a:pt x="177254" y="16296"/>
                </a:cubicBezTo>
                <a:cubicBezTo>
                  <a:pt x="175766" y="14957"/>
                  <a:pt x="174129" y="14287"/>
                  <a:pt x="172343" y="14287"/>
                </a:cubicBezTo>
                <a:close/>
                <a:moveTo>
                  <a:pt x="29468" y="14287"/>
                </a:moveTo>
                <a:cubicBezTo>
                  <a:pt x="29468" y="14287"/>
                  <a:pt x="29468" y="14436"/>
                  <a:pt x="29468" y="14734"/>
                </a:cubicBezTo>
                <a:lnTo>
                  <a:pt x="29468" y="43309"/>
                </a:lnTo>
                <a:lnTo>
                  <a:pt x="36165" y="43309"/>
                </a:lnTo>
                <a:cubicBezTo>
                  <a:pt x="38249" y="43309"/>
                  <a:pt x="39960" y="43978"/>
                  <a:pt x="41300" y="45318"/>
                </a:cubicBezTo>
                <a:cubicBezTo>
                  <a:pt x="42639" y="46657"/>
                  <a:pt x="43309" y="48294"/>
                  <a:pt x="43309" y="50229"/>
                </a:cubicBezTo>
                <a:cubicBezTo>
                  <a:pt x="43309" y="52164"/>
                  <a:pt x="42639" y="53801"/>
                  <a:pt x="41300" y="55140"/>
                </a:cubicBezTo>
                <a:cubicBezTo>
                  <a:pt x="39960" y="56480"/>
                  <a:pt x="38249" y="57150"/>
                  <a:pt x="36165" y="57150"/>
                </a:cubicBezTo>
                <a:lnTo>
                  <a:pt x="29468" y="57150"/>
                </a:lnTo>
                <a:lnTo>
                  <a:pt x="29468" y="85725"/>
                </a:lnTo>
                <a:lnTo>
                  <a:pt x="37058" y="85725"/>
                </a:lnTo>
                <a:cubicBezTo>
                  <a:pt x="38844" y="85725"/>
                  <a:pt x="40407" y="86469"/>
                  <a:pt x="41746" y="87957"/>
                </a:cubicBezTo>
                <a:cubicBezTo>
                  <a:pt x="43086" y="89445"/>
                  <a:pt x="43756" y="91157"/>
                  <a:pt x="43756" y="93092"/>
                </a:cubicBezTo>
                <a:cubicBezTo>
                  <a:pt x="43756" y="95026"/>
                  <a:pt x="43086" y="96664"/>
                  <a:pt x="41746" y="98003"/>
                </a:cubicBezTo>
                <a:cubicBezTo>
                  <a:pt x="40407" y="99342"/>
                  <a:pt x="38844" y="100012"/>
                  <a:pt x="37058" y="100012"/>
                </a:cubicBezTo>
                <a:lnTo>
                  <a:pt x="29468" y="100012"/>
                </a:lnTo>
                <a:lnTo>
                  <a:pt x="29468" y="128587"/>
                </a:lnTo>
                <a:lnTo>
                  <a:pt x="36612" y="128587"/>
                </a:lnTo>
                <a:cubicBezTo>
                  <a:pt x="38695" y="128587"/>
                  <a:pt x="40407" y="129331"/>
                  <a:pt x="41746" y="130820"/>
                </a:cubicBezTo>
                <a:cubicBezTo>
                  <a:pt x="43086" y="132308"/>
                  <a:pt x="43756" y="134019"/>
                  <a:pt x="43756" y="135954"/>
                </a:cubicBezTo>
                <a:cubicBezTo>
                  <a:pt x="43756" y="137889"/>
                  <a:pt x="43086" y="139526"/>
                  <a:pt x="41746" y="140865"/>
                </a:cubicBezTo>
                <a:cubicBezTo>
                  <a:pt x="40407" y="142205"/>
                  <a:pt x="38695" y="142875"/>
                  <a:pt x="36612" y="142875"/>
                </a:cubicBezTo>
                <a:lnTo>
                  <a:pt x="29468" y="142875"/>
                </a:lnTo>
                <a:lnTo>
                  <a:pt x="29468" y="171450"/>
                </a:lnTo>
                <a:lnTo>
                  <a:pt x="36612" y="171450"/>
                </a:lnTo>
                <a:cubicBezTo>
                  <a:pt x="38695" y="171450"/>
                  <a:pt x="40407" y="172119"/>
                  <a:pt x="41746" y="173459"/>
                </a:cubicBezTo>
                <a:cubicBezTo>
                  <a:pt x="43086" y="174798"/>
                  <a:pt x="43756" y="176435"/>
                  <a:pt x="43756" y="178370"/>
                </a:cubicBezTo>
                <a:cubicBezTo>
                  <a:pt x="43756" y="180305"/>
                  <a:pt x="43086" y="181942"/>
                  <a:pt x="41746" y="183281"/>
                </a:cubicBezTo>
                <a:cubicBezTo>
                  <a:pt x="40407" y="184621"/>
                  <a:pt x="38695" y="185291"/>
                  <a:pt x="36612" y="185291"/>
                </a:cubicBezTo>
                <a:lnTo>
                  <a:pt x="29468" y="185291"/>
                </a:lnTo>
                <a:lnTo>
                  <a:pt x="29468" y="214312"/>
                </a:lnTo>
                <a:lnTo>
                  <a:pt x="143768" y="214312"/>
                </a:lnTo>
                <a:lnTo>
                  <a:pt x="143768" y="14287"/>
                </a:lnTo>
                <a:lnTo>
                  <a:pt x="29915" y="14287"/>
                </a:lnTo>
                <a:cubicBezTo>
                  <a:pt x="29617" y="14287"/>
                  <a:pt x="29468" y="14287"/>
                  <a:pt x="29468" y="14287"/>
                </a:cubicBezTo>
                <a:close/>
                <a:moveTo>
                  <a:pt x="29915" y="0"/>
                </a:moveTo>
                <a:lnTo>
                  <a:pt x="172343" y="0"/>
                </a:lnTo>
                <a:cubicBezTo>
                  <a:pt x="177999" y="0"/>
                  <a:pt x="182984" y="2083"/>
                  <a:pt x="187300" y="6250"/>
                </a:cubicBezTo>
                <a:cubicBezTo>
                  <a:pt x="191616" y="10418"/>
                  <a:pt x="193774" y="15478"/>
                  <a:pt x="193774" y="21431"/>
                </a:cubicBezTo>
                <a:lnTo>
                  <a:pt x="193774" y="207168"/>
                </a:lnTo>
                <a:cubicBezTo>
                  <a:pt x="193774" y="213122"/>
                  <a:pt x="191616" y="218182"/>
                  <a:pt x="187300" y="222349"/>
                </a:cubicBezTo>
                <a:cubicBezTo>
                  <a:pt x="182984" y="226516"/>
                  <a:pt x="177999" y="228600"/>
                  <a:pt x="172343" y="228600"/>
                </a:cubicBezTo>
                <a:lnTo>
                  <a:pt x="29468" y="228600"/>
                </a:lnTo>
                <a:cubicBezTo>
                  <a:pt x="25896" y="228600"/>
                  <a:pt x="22622" y="227558"/>
                  <a:pt x="19645" y="225474"/>
                </a:cubicBezTo>
                <a:cubicBezTo>
                  <a:pt x="16669" y="223391"/>
                  <a:pt x="15181" y="219670"/>
                  <a:pt x="15181" y="214312"/>
                </a:cubicBezTo>
                <a:lnTo>
                  <a:pt x="15181" y="185291"/>
                </a:lnTo>
                <a:lnTo>
                  <a:pt x="7590" y="185291"/>
                </a:lnTo>
                <a:cubicBezTo>
                  <a:pt x="5804" y="185291"/>
                  <a:pt x="4242" y="184621"/>
                  <a:pt x="2902" y="183281"/>
                </a:cubicBezTo>
                <a:cubicBezTo>
                  <a:pt x="1563" y="181942"/>
                  <a:pt x="893" y="180305"/>
                  <a:pt x="893" y="178370"/>
                </a:cubicBezTo>
                <a:cubicBezTo>
                  <a:pt x="893" y="176435"/>
                  <a:pt x="1563" y="174798"/>
                  <a:pt x="2902" y="173459"/>
                </a:cubicBezTo>
                <a:cubicBezTo>
                  <a:pt x="4242" y="172119"/>
                  <a:pt x="5804" y="171450"/>
                  <a:pt x="7590" y="171450"/>
                </a:cubicBezTo>
                <a:lnTo>
                  <a:pt x="15181" y="171450"/>
                </a:lnTo>
                <a:lnTo>
                  <a:pt x="15181" y="142875"/>
                </a:lnTo>
                <a:lnTo>
                  <a:pt x="7590" y="142875"/>
                </a:lnTo>
                <a:cubicBezTo>
                  <a:pt x="5804" y="142875"/>
                  <a:pt x="4242" y="142205"/>
                  <a:pt x="2902" y="140865"/>
                </a:cubicBezTo>
                <a:cubicBezTo>
                  <a:pt x="1563" y="139526"/>
                  <a:pt x="893" y="137889"/>
                  <a:pt x="893" y="135954"/>
                </a:cubicBezTo>
                <a:cubicBezTo>
                  <a:pt x="893" y="134019"/>
                  <a:pt x="1563" y="132308"/>
                  <a:pt x="2902" y="130820"/>
                </a:cubicBezTo>
                <a:cubicBezTo>
                  <a:pt x="4242" y="129331"/>
                  <a:pt x="5804" y="128587"/>
                  <a:pt x="7590" y="128587"/>
                </a:cubicBezTo>
                <a:lnTo>
                  <a:pt x="15181" y="128587"/>
                </a:lnTo>
                <a:lnTo>
                  <a:pt x="15181" y="100012"/>
                </a:lnTo>
                <a:lnTo>
                  <a:pt x="8037" y="100012"/>
                </a:lnTo>
                <a:cubicBezTo>
                  <a:pt x="5953" y="100012"/>
                  <a:pt x="4242" y="99342"/>
                  <a:pt x="2902" y="98003"/>
                </a:cubicBezTo>
                <a:cubicBezTo>
                  <a:pt x="1563" y="96664"/>
                  <a:pt x="893" y="95026"/>
                  <a:pt x="893" y="93092"/>
                </a:cubicBezTo>
                <a:cubicBezTo>
                  <a:pt x="893" y="91157"/>
                  <a:pt x="1563" y="89445"/>
                  <a:pt x="2902" y="87957"/>
                </a:cubicBezTo>
                <a:cubicBezTo>
                  <a:pt x="4242" y="86469"/>
                  <a:pt x="5953" y="85725"/>
                  <a:pt x="8037" y="85725"/>
                </a:cubicBezTo>
                <a:lnTo>
                  <a:pt x="15181" y="85725"/>
                </a:lnTo>
                <a:lnTo>
                  <a:pt x="15181" y="57150"/>
                </a:lnTo>
                <a:lnTo>
                  <a:pt x="7144" y="57150"/>
                </a:lnTo>
                <a:cubicBezTo>
                  <a:pt x="5358" y="57150"/>
                  <a:pt x="3721" y="56480"/>
                  <a:pt x="2233" y="55140"/>
                </a:cubicBezTo>
                <a:cubicBezTo>
                  <a:pt x="744" y="53801"/>
                  <a:pt x="0" y="52164"/>
                  <a:pt x="0" y="50229"/>
                </a:cubicBezTo>
                <a:cubicBezTo>
                  <a:pt x="0" y="48294"/>
                  <a:pt x="744" y="46657"/>
                  <a:pt x="2233" y="45318"/>
                </a:cubicBezTo>
                <a:cubicBezTo>
                  <a:pt x="3721" y="43978"/>
                  <a:pt x="5358" y="43309"/>
                  <a:pt x="7144" y="43309"/>
                </a:cubicBezTo>
                <a:lnTo>
                  <a:pt x="15181" y="43309"/>
                </a:lnTo>
                <a:lnTo>
                  <a:pt x="15181" y="14734"/>
                </a:lnTo>
                <a:cubicBezTo>
                  <a:pt x="15181" y="10864"/>
                  <a:pt x="16371" y="7441"/>
                  <a:pt x="18752" y="4464"/>
                </a:cubicBezTo>
                <a:cubicBezTo>
                  <a:pt x="21134" y="1488"/>
                  <a:pt x="24854" y="0"/>
                  <a:pt x="299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28" name="Freeform 27"/>
          <p:cNvSpPr/>
          <p:nvPr/>
        </p:nvSpPr>
        <p:spPr>
          <a:xfrm>
            <a:off x="633589" y="1995785"/>
            <a:ext cx="196749" cy="85946"/>
          </a:xfrm>
          <a:custGeom>
            <a:avLst/>
            <a:gdLst/>
            <a:ahLst/>
            <a:cxnLst/>
            <a:rect l="l" t="t" r="r" b="b"/>
            <a:pathLst>
              <a:path w="228952" h="100013">
                <a:moveTo>
                  <a:pt x="87667" y="14288"/>
                </a:moveTo>
                <a:cubicBezTo>
                  <a:pt x="84095" y="14288"/>
                  <a:pt x="80896" y="15330"/>
                  <a:pt x="78068" y="17413"/>
                </a:cubicBezTo>
                <a:cubicBezTo>
                  <a:pt x="75240" y="19497"/>
                  <a:pt x="71594" y="22920"/>
                  <a:pt x="67129" y="27682"/>
                </a:cubicBezTo>
                <a:cubicBezTo>
                  <a:pt x="66831" y="28278"/>
                  <a:pt x="64971" y="30659"/>
                  <a:pt x="61548" y="34826"/>
                </a:cubicBezTo>
                <a:cubicBezTo>
                  <a:pt x="58125" y="38993"/>
                  <a:pt x="55148" y="42193"/>
                  <a:pt x="52618" y="44426"/>
                </a:cubicBezTo>
                <a:cubicBezTo>
                  <a:pt x="50088" y="46658"/>
                  <a:pt x="47335" y="48518"/>
                  <a:pt x="44358" y="50007"/>
                </a:cubicBezTo>
                <a:cubicBezTo>
                  <a:pt x="38107" y="52686"/>
                  <a:pt x="32005" y="54025"/>
                  <a:pt x="26052" y="54025"/>
                </a:cubicBezTo>
                <a:cubicBezTo>
                  <a:pt x="21885" y="54025"/>
                  <a:pt x="17867" y="53430"/>
                  <a:pt x="13997" y="52239"/>
                </a:cubicBezTo>
                <a:cubicBezTo>
                  <a:pt x="13997" y="59978"/>
                  <a:pt x="16379" y="66675"/>
                  <a:pt x="21141" y="72331"/>
                </a:cubicBezTo>
                <a:cubicBezTo>
                  <a:pt x="28285" y="81261"/>
                  <a:pt x="38107" y="85725"/>
                  <a:pt x="50609" y="85725"/>
                </a:cubicBezTo>
                <a:cubicBezTo>
                  <a:pt x="55669" y="85725"/>
                  <a:pt x="60506" y="84981"/>
                  <a:pt x="65120" y="83493"/>
                </a:cubicBezTo>
                <a:cubicBezTo>
                  <a:pt x="69733" y="82005"/>
                  <a:pt x="73231" y="80442"/>
                  <a:pt x="75612" y="78805"/>
                </a:cubicBezTo>
                <a:cubicBezTo>
                  <a:pt x="77993" y="77168"/>
                  <a:pt x="81119" y="74861"/>
                  <a:pt x="84988" y="71884"/>
                </a:cubicBezTo>
                <a:lnTo>
                  <a:pt x="85881" y="71438"/>
                </a:lnTo>
                <a:cubicBezTo>
                  <a:pt x="88262" y="69652"/>
                  <a:pt x="91388" y="66973"/>
                  <a:pt x="95257" y="63401"/>
                </a:cubicBezTo>
                <a:cubicBezTo>
                  <a:pt x="102401" y="57448"/>
                  <a:pt x="107461" y="54174"/>
                  <a:pt x="110438" y="53579"/>
                </a:cubicBezTo>
                <a:cubicBezTo>
                  <a:pt x="111926" y="53281"/>
                  <a:pt x="113117" y="53132"/>
                  <a:pt x="114010" y="53132"/>
                </a:cubicBezTo>
                <a:cubicBezTo>
                  <a:pt x="114605" y="53132"/>
                  <a:pt x="115052" y="53132"/>
                  <a:pt x="115349" y="53132"/>
                </a:cubicBezTo>
                <a:cubicBezTo>
                  <a:pt x="115945" y="53132"/>
                  <a:pt x="116242" y="53132"/>
                  <a:pt x="116242" y="53132"/>
                </a:cubicBezTo>
                <a:cubicBezTo>
                  <a:pt x="116540" y="53132"/>
                  <a:pt x="116837" y="53132"/>
                  <a:pt x="117135" y="53132"/>
                </a:cubicBezTo>
                <a:cubicBezTo>
                  <a:pt x="120409" y="53727"/>
                  <a:pt x="126065" y="57597"/>
                  <a:pt x="134102" y="64741"/>
                </a:cubicBezTo>
                <a:cubicBezTo>
                  <a:pt x="137376" y="67420"/>
                  <a:pt x="140055" y="69652"/>
                  <a:pt x="142138" y="71438"/>
                </a:cubicBezTo>
                <a:cubicBezTo>
                  <a:pt x="145710" y="74414"/>
                  <a:pt x="148687" y="76721"/>
                  <a:pt x="151068" y="78358"/>
                </a:cubicBezTo>
                <a:cubicBezTo>
                  <a:pt x="153449" y="79995"/>
                  <a:pt x="157021" y="81633"/>
                  <a:pt x="161784" y="83270"/>
                </a:cubicBezTo>
                <a:cubicBezTo>
                  <a:pt x="166546" y="84907"/>
                  <a:pt x="171606" y="85725"/>
                  <a:pt x="176964" y="85725"/>
                </a:cubicBezTo>
                <a:cubicBezTo>
                  <a:pt x="190061" y="85725"/>
                  <a:pt x="200330" y="81261"/>
                  <a:pt x="207771" y="72331"/>
                </a:cubicBezTo>
                <a:cubicBezTo>
                  <a:pt x="212236" y="66675"/>
                  <a:pt x="214618" y="59978"/>
                  <a:pt x="214915" y="52239"/>
                </a:cubicBezTo>
                <a:cubicBezTo>
                  <a:pt x="211046" y="53430"/>
                  <a:pt x="206879" y="54025"/>
                  <a:pt x="202414" y="54025"/>
                </a:cubicBezTo>
                <a:cubicBezTo>
                  <a:pt x="196461" y="54025"/>
                  <a:pt x="190359" y="52686"/>
                  <a:pt x="184108" y="50007"/>
                </a:cubicBezTo>
                <a:cubicBezTo>
                  <a:pt x="181131" y="48816"/>
                  <a:pt x="178304" y="47030"/>
                  <a:pt x="175625" y="44649"/>
                </a:cubicBezTo>
                <a:cubicBezTo>
                  <a:pt x="172946" y="42268"/>
                  <a:pt x="169969" y="38993"/>
                  <a:pt x="166695" y="34826"/>
                </a:cubicBezTo>
                <a:cubicBezTo>
                  <a:pt x="163421" y="30659"/>
                  <a:pt x="161486" y="28278"/>
                  <a:pt x="160891" y="27682"/>
                </a:cubicBezTo>
                <a:cubicBezTo>
                  <a:pt x="156426" y="22920"/>
                  <a:pt x="152779" y="19497"/>
                  <a:pt x="149952" y="17413"/>
                </a:cubicBezTo>
                <a:cubicBezTo>
                  <a:pt x="147124" y="15330"/>
                  <a:pt x="143924" y="14288"/>
                  <a:pt x="140352" y="14288"/>
                </a:cubicBezTo>
                <a:cubicBezTo>
                  <a:pt x="132613" y="14288"/>
                  <a:pt x="125618" y="18009"/>
                  <a:pt x="119368" y="25450"/>
                </a:cubicBezTo>
                <a:cubicBezTo>
                  <a:pt x="117879" y="27236"/>
                  <a:pt x="116093" y="28129"/>
                  <a:pt x="114010" y="28129"/>
                </a:cubicBezTo>
                <a:cubicBezTo>
                  <a:pt x="111926" y="28129"/>
                  <a:pt x="110140" y="27236"/>
                  <a:pt x="108652" y="25450"/>
                </a:cubicBezTo>
                <a:cubicBezTo>
                  <a:pt x="102104" y="18009"/>
                  <a:pt x="95109" y="14288"/>
                  <a:pt x="87667" y="14288"/>
                </a:cubicBezTo>
                <a:close/>
                <a:moveTo>
                  <a:pt x="87221" y="0"/>
                </a:moveTo>
                <a:cubicBezTo>
                  <a:pt x="97043" y="0"/>
                  <a:pt x="105973" y="3572"/>
                  <a:pt x="114010" y="10716"/>
                </a:cubicBezTo>
                <a:cubicBezTo>
                  <a:pt x="121749" y="3572"/>
                  <a:pt x="130530" y="0"/>
                  <a:pt x="140352" y="0"/>
                </a:cubicBezTo>
                <a:cubicBezTo>
                  <a:pt x="144817" y="0"/>
                  <a:pt x="149133" y="1042"/>
                  <a:pt x="153300" y="3126"/>
                </a:cubicBezTo>
                <a:cubicBezTo>
                  <a:pt x="157468" y="5209"/>
                  <a:pt x="160667" y="7293"/>
                  <a:pt x="162900" y="9377"/>
                </a:cubicBezTo>
                <a:cubicBezTo>
                  <a:pt x="165132" y="11460"/>
                  <a:pt x="167886" y="14437"/>
                  <a:pt x="171160" y="18306"/>
                </a:cubicBezTo>
                <a:cubicBezTo>
                  <a:pt x="172350" y="19199"/>
                  <a:pt x="174211" y="21283"/>
                  <a:pt x="176741" y="24557"/>
                </a:cubicBezTo>
                <a:cubicBezTo>
                  <a:pt x="179271" y="27831"/>
                  <a:pt x="181503" y="30436"/>
                  <a:pt x="183438" y="32371"/>
                </a:cubicBezTo>
                <a:cubicBezTo>
                  <a:pt x="185373" y="34305"/>
                  <a:pt x="187531" y="35868"/>
                  <a:pt x="189912" y="37059"/>
                </a:cubicBezTo>
                <a:cubicBezTo>
                  <a:pt x="194079" y="38845"/>
                  <a:pt x="198246" y="39737"/>
                  <a:pt x="202414" y="39737"/>
                </a:cubicBezTo>
                <a:cubicBezTo>
                  <a:pt x="208367" y="39737"/>
                  <a:pt x="213129" y="38398"/>
                  <a:pt x="216701" y="35719"/>
                </a:cubicBezTo>
                <a:cubicBezTo>
                  <a:pt x="218785" y="34231"/>
                  <a:pt x="221017" y="33933"/>
                  <a:pt x="223398" y="34826"/>
                </a:cubicBezTo>
                <a:cubicBezTo>
                  <a:pt x="225780" y="35719"/>
                  <a:pt x="227268" y="37505"/>
                  <a:pt x="227863" y="40184"/>
                </a:cubicBezTo>
                <a:cubicBezTo>
                  <a:pt x="230840" y="56257"/>
                  <a:pt x="227714" y="69950"/>
                  <a:pt x="218487" y="81261"/>
                </a:cubicBezTo>
                <a:cubicBezTo>
                  <a:pt x="213725" y="87214"/>
                  <a:pt x="207623" y="91827"/>
                  <a:pt x="200181" y="95102"/>
                </a:cubicBezTo>
                <a:cubicBezTo>
                  <a:pt x="192740" y="98376"/>
                  <a:pt x="185001" y="100013"/>
                  <a:pt x="176964" y="100013"/>
                </a:cubicBezTo>
                <a:cubicBezTo>
                  <a:pt x="170118" y="100013"/>
                  <a:pt x="163570" y="98897"/>
                  <a:pt x="157319" y="96664"/>
                </a:cubicBezTo>
                <a:cubicBezTo>
                  <a:pt x="151068" y="94432"/>
                  <a:pt x="146529" y="92348"/>
                  <a:pt x="143701" y="90413"/>
                </a:cubicBezTo>
                <a:cubicBezTo>
                  <a:pt x="140873" y="88479"/>
                  <a:pt x="137376" y="85874"/>
                  <a:pt x="133209" y="82600"/>
                </a:cubicBezTo>
                <a:cubicBezTo>
                  <a:pt x="131125" y="80814"/>
                  <a:pt x="128446" y="78433"/>
                  <a:pt x="125172" y="75456"/>
                </a:cubicBezTo>
                <a:cubicBezTo>
                  <a:pt x="119516" y="70396"/>
                  <a:pt x="116093" y="67717"/>
                  <a:pt x="114903" y="67420"/>
                </a:cubicBezTo>
                <a:cubicBezTo>
                  <a:pt x="114605" y="67420"/>
                  <a:pt x="114307" y="67420"/>
                  <a:pt x="114010" y="67420"/>
                </a:cubicBezTo>
                <a:cubicBezTo>
                  <a:pt x="113712" y="67420"/>
                  <a:pt x="113414" y="67420"/>
                  <a:pt x="113117" y="67420"/>
                </a:cubicBezTo>
                <a:cubicBezTo>
                  <a:pt x="112224" y="67717"/>
                  <a:pt x="109396" y="69950"/>
                  <a:pt x="104634" y="74117"/>
                </a:cubicBezTo>
                <a:cubicBezTo>
                  <a:pt x="100466" y="77689"/>
                  <a:pt x="97043" y="80516"/>
                  <a:pt x="94364" y="82600"/>
                </a:cubicBezTo>
                <a:lnTo>
                  <a:pt x="93918" y="83046"/>
                </a:lnTo>
                <a:cubicBezTo>
                  <a:pt x="89453" y="86618"/>
                  <a:pt x="85732" y="89372"/>
                  <a:pt x="82756" y="91306"/>
                </a:cubicBezTo>
                <a:cubicBezTo>
                  <a:pt x="79779" y="93241"/>
                  <a:pt x="75314" y="95176"/>
                  <a:pt x="69361" y="97111"/>
                </a:cubicBezTo>
                <a:cubicBezTo>
                  <a:pt x="63408" y="99045"/>
                  <a:pt x="57157" y="100013"/>
                  <a:pt x="50609" y="100013"/>
                </a:cubicBezTo>
                <a:cubicBezTo>
                  <a:pt x="33643" y="100013"/>
                  <a:pt x="20099" y="93762"/>
                  <a:pt x="9979" y="81261"/>
                </a:cubicBezTo>
                <a:cubicBezTo>
                  <a:pt x="752" y="69950"/>
                  <a:pt x="-2076" y="56257"/>
                  <a:pt x="1496" y="40184"/>
                </a:cubicBezTo>
                <a:cubicBezTo>
                  <a:pt x="1793" y="37505"/>
                  <a:pt x="3207" y="35719"/>
                  <a:pt x="5737" y="34826"/>
                </a:cubicBezTo>
                <a:cubicBezTo>
                  <a:pt x="8267" y="33933"/>
                  <a:pt x="10574" y="34231"/>
                  <a:pt x="12658" y="35719"/>
                </a:cubicBezTo>
                <a:cubicBezTo>
                  <a:pt x="16230" y="38398"/>
                  <a:pt x="20695" y="39737"/>
                  <a:pt x="26052" y="39737"/>
                </a:cubicBezTo>
                <a:cubicBezTo>
                  <a:pt x="30220" y="39737"/>
                  <a:pt x="34387" y="38845"/>
                  <a:pt x="38554" y="37059"/>
                </a:cubicBezTo>
                <a:cubicBezTo>
                  <a:pt x="40935" y="35868"/>
                  <a:pt x="43093" y="34305"/>
                  <a:pt x="45028" y="32371"/>
                </a:cubicBezTo>
                <a:cubicBezTo>
                  <a:pt x="46963" y="30436"/>
                  <a:pt x="49195" y="27831"/>
                  <a:pt x="51725" y="24557"/>
                </a:cubicBezTo>
                <a:cubicBezTo>
                  <a:pt x="54255" y="21283"/>
                  <a:pt x="55967" y="19199"/>
                  <a:pt x="56860" y="18306"/>
                </a:cubicBezTo>
                <a:cubicBezTo>
                  <a:pt x="60432" y="14437"/>
                  <a:pt x="63259" y="11460"/>
                  <a:pt x="65343" y="9377"/>
                </a:cubicBezTo>
                <a:cubicBezTo>
                  <a:pt x="67427" y="7293"/>
                  <a:pt x="70478" y="5209"/>
                  <a:pt x="74496" y="3126"/>
                </a:cubicBezTo>
                <a:cubicBezTo>
                  <a:pt x="78514" y="1042"/>
                  <a:pt x="82756" y="0"/>
                  <a:pt x="8722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29" name="Freeform 28"/>
          <p:cNvSpPr/>
          <p:nvPr/>
        </p:nvSpPr>
        <p:spPr>
          <a:xfrm>
            <a:off x="985829" y="1940534"/>
            <a:ext cx="110501" cy="196447"/>
          </a:xfrm>
          <a:custGeom>
            <a:avLst/>
            <a:gdLst/>
            <a:ahLst/>
            <a:cxnLst/>
            <a:rect l="l" t="t" r="r" b="b"/>
            <a:pathLst>
              <a:path w="128588" h="228600">
                <a:moveTo>
                  <a:pt x="64517" y="42862"/>
                </a:moveTo>
                <a:cubicBezTo>
                  <a:pt x="66452" y="42862"/>
                  <a:pt x="68089" y="43532"/>
                  <a:pt x="69429" y="44871"/>
                </a:cubicBezTo>
                <a:cubicBezTo>
                  <a:pt x="70768" y="46211"/>
                  <a:pt x="71438" y="47922"/>
                  <a:pt x="71438" y="50006"/>
                </a:cubicBezTo>
                <a:lnTo>
                  <a:pt x="71438" y="85725"/>
                </a:lnTo>
                <a:cubicBezTo>
                  <a:pt x="71438" y="87808"/>
                  <a:pt x="70768" y="89520"/>
                  <a:pt x="69429" y="90859"/>
                </a:cubicBezTo>
                <a:cubicBezTo>
                  <a:pt x="68089" y="92199"/>
                  <a:pt x="66452" y="92868"/>
                  <a:pt x="64517" y="92868"/>
                </a:cubicBezTo>
                <a:cubicBezTo>
                  <a:pt x="62583" y="92868"/>
                  <a:pt x="60871" y="92199"/>
                  <a:pt x="59383" y="90859"/>
                </a:cubicBezTo>
                <a:cubicBezTo>
                  <a:pt x="57895" y="89520"/>
                  <a:pt x="57150" y="87808"/>
                  <a:pt x="57150" y="85725"/>
                </a:cubicBezTo>
                <a:lnTo>
                  <a:pt x="57150" y="50006"/>
                </a:lnTo>
                <a:cubicBezTo>
                  <a:pt x="57150" y="47922"/>
                  <a:pt x="57895" y="46211"/>
                  <a:pt x="59383" y="44871"/>
                </a:cubicBezTo>
                <a:cubicBezTo>
                  <a:pt x="60871" y="43532"/>
                  <a:pt x="62583" y="42862"/>
                  <a:pt x="64517" y="42862"/>
                </a:cubicBezTo>
                <a:close/>
                <a:moveTo>
                  <a:pt x="64741" y="14287"/>
                </a:moveTo>
                <a:cubicBezTo>
                  <a:pt x="51049" y="14287"/>
                  <a:pt x="39217" y="19124"/>
                  <a:pt x="29245" y="28798"/>
                </a:cubicBezTo>
                <a:cubicBezTo>
                  <a:pt x="19274" y="38472"/>
                  <a:pt x="14288" y="50155"/>
                  <a:pt x="14288" y="63847"/>
                </a:cubicBezTo>
                <a:lnTo>
                  <a:pt x="14288" y="164752"/>
                </a:lnTo>
                <a:cubicBezTo>
                  <a:pt x="14288" y="178445"/>
                  <a:pt x="19274" y="190128"/>
                  <a:pt x="29245" y="199801"/>
                </a:cubicBezTo>
                <a:cubicBezTo>
                  <a:pt x="39217" y="209475"/>
                  <a:pt x="51049" y="214312"/>
                  <a:pt x="64741" y="214312"/>
                </a:cubicBezTo>
                <a:cubicBezTo>
                  <a:pt x="78433" y="214312"/>
                  <a:pt x="90116" y="209475"/>
                  <a:pt x="99790" y="199801"/>
                </a:cubicBezTo>
                <a:cubicBezTo>
                  <a:pt x="109464" y="190128"/>
                  <a:pt x="114300" y="178445"/>
                  <a:pt x="114300" y="164752"/>
                </a:cubicBezTo>
                <a:lnTo>
                  <a:pt x="114300" y="63847"/>
                </a:lnTo>
                <a:cubicBezTo>
                  <a:pt x="114300" y="50155"/>
                  <a:pt x="109464" y="38472"/>
                  <a:pt x="99790" y="28798"/>
                </a:cubicBezTo>
                <a:cubicBezTo>
                  <a:pt x="90116" y="19124"/>
                  <a:pt x="78433" y="14287"/>
                  <a:pt x="64741" y="14287"/>
                </a:cubicBezTo>
                <a:close/>
                <a:moveTo>
                  <a:pt x="64517" y="0"/>
                </a:moveTo>
                <a:cubicBezTo>
                  <a:pt x="82228" y="0"/>
                  <a:pt x="97334" y="6250"/>
                  <a:pt x="109836" y="18752"/>
                </a:cubicBezTo>
                <a:cubicBezTo>
                  <a:pt x="122337" y="31254"/>
                  <a:pt x="128588" y="46285"/>
                  <a:pt x="128588" y="63847"/>
                </a:cubicBezTo>
                <a:lnTo>
                  <a:pt x="128588" y="164752"/>
                </a:lnTo>
                <a:cubicBezTo>
                  <a:pt x="128588" y="182314"/>
                  <a:pt x="122337" y="197346"/>
                  <a:pt x="109836" y="209847"/>
                </a:cubicBezTo>
                <a:cubicBezTo>
                  <a:pt x="97334" y="222349"/>
                  <a:pt x="82228" y="228600"/>
                  <a:pt x="64517" y="228600"/>
                </a:cubicBezTo>
                <a:cubicBezTo>
                  <a:pt x="46807" y="228600"/>
                  <a:pt x="31626" y="222349"/>
                  <a:pt x="18976" y="209847"/>
                </a:cubicBezTo>
                <a:cubicBezTo>
                  <a:pt x="6326" y="197346"/>
                  <a:pt x="0" y="182314"/>
                  <a:pt x="0" y="164752"/>
                </a:cubicBezTo>
                <a:lnTo>
                  <a:pt x="0" y="63847"/>
                </a:lnTo>
                <a:cubicBezTo>
                  <a:pt x="0" y="46285"/>
                  <a:pt x="6326" y="31254"/>
                  <a:pt x="18976" y="18752"/>
                </a:cubicBezTo>
                <a:cubicBezTo>
                  <a:pt x="31626" y="6250"/>
                  <a:pt x="46807" y="0"/>
                  <a:pt x="6451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30" name="Freeform 29"/>
          <p:cNvSpPr/>
          <p:nvPr/>
        </p:nvSpPr>
        <p:spPr>
          <a:xfrm>
            <a:off x="1251820" y="1940534"/>
            <a:ext cx="171891" cy="196447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7" y="57150"/>
                </a:moveTo>
                <a:lnTo>
                  <a:pt x="14287" y="128141"/>
                </a:lnTo>
                <a:cubicBezTo>
                  <a:pt x="14287" y="151953"/>
                  <a:pt x="22622" y="172268"/>
                  <a:pt x="39290" y="189086"/>
                </a:cubicBezTo>
                <a:cubicBezTo>
                  <a:pt x="55959" y="205903"/>
                  <a:pt x="76200" y="214312"/>
                  <a:pt x="100012" y="214312"/>
                </a:cubicBezTo>
                <a:cubicBezTo>
                  <a:pt x="123825" y="214312"/>
                  <a:pt x="144065" y="205903"/>
                  <a:pt x="160734" y="189086"/>
                </a:cubicBezTo>
                <a:cubicBezTo>
                  <a:pt x="177403" y="172268"/>
                  <a:pt x="185737" y="151953"/>
                  <a:pt x="185737" y="128141"/>
                </a:cubicBezTo>
                <a:lnTo>
                  <a:pt x="185737" y="57150"/>
                </a:lnTo>
                <a:lnTo>
                  <a:pt x="150018" y="57150"/>
                </a:lnTo>
                <a:lnTo>
                  <a:pt x="150018" y="125015"/>
                </a:lnTo>
                <a:cubicBezTo>
                  <a:pt x="150018" y="140196"/>
                  <a:pt x="145628" y="152846"/>
                  <a:pt x="136847" y="162966"/>
                </a:cubicBezTo>
                <a:cubicBezTo>
                  <a:pt x="128066" y="173087"/>
                  <a:pt x="116532" y="178147"/>
                  <a:pt x="102245" y="178147"/>
                </a:cubicBezTo>
                <a:cubicBezTo>
                  <a:pt x="87362" y="178147"/>
                  <a:pt x="74935" y="172938"/>
                  <a:pt x="64963" y="162520"/>
                </a:cubicBezTo>
                <a:cubicBezTo>
                  <a:pt x="54992" y="152102"/>
                  <a:pt x="50006" y="139600"/>
                  <a:pt x="50006" y="125015"/>
                </a:cubicBezTo>
                <a:lnTo>
                  <a:pt x="50006" y="57150"/>
                </a:lnTo>
                <a:close/>
                <a:moveTo>
                  <a:pt x="150018" y="14287"/>
                </a:moveTo>
                <a:lnTo>
                  <a:pt x="150018" y="42862"/>
                </a:lnTo>
                <a:lnTo>
                  <a:pt x="185737" y="42862"/>
                </a:lnTo>
                <a:lnTo>
                  <a:pt x="185737" y="14287"/>
                </a:lnTo>
                <a:close/>
                <a:moveTo>
                  <a:pt x="14287" y="14287"/>
                </a:moveTo>
                <a:lnTo>
                  <a:pt x="14287" y="42862"/>
                </a:lnTo>
                <a:lnTo>
                  <a:pt x="50006" y="42862"/>
                </a:lnTo>
                <a:lnTo>
                  <a:pt x="50006" y="14287"/>
                </a:lnTo>
                <a:close/>
                <a:moveTo>
                  <a:pt x="7143" y="0"/>
                </a:moveTo>
                <a:lnTo>
                  <a:pt x="57150" y="0"/>
                </a:lnTo>
                <a:cubicBezTo>
                  <a:pt x="59233" y="0"/>
                  <a:pt x="60945" y="669"/>
                  <a:pt x="62284" y="2009"/>
                </a:cubicBezTo>
                <a:cubicBezTo>
                  <a:pt x="63624" y="3348"/>
                  <a:pt x="64293" y="5060"/>
                  <a:pt x="64293" y="7143"/>
                </a:cubicBezTo>
                <a:lnTo>
                  <a:pt x="64293" y="13394"/>
                </a:lnTo>
                <a:lnTo>
                  <a:pt x="64293" y="125015"/>
                </a:lnTo>
                <a:cubicBezTo>
                  <a:pt x="64293" y="135731"/>
                  <a:pt x="67940" y="144884"/>
                  <a:pt x="75232" y="152474"/>
                </a:cubicBezTo>
                <a:cubicBezTo>
                  <a:pt x="82525" y="160064"/>
                  <a:pt x="91529" y="163859"/>
                  <a:pt x="102245" y="163859"/>
                </a:cubicBezTo>
                <a:cubicBezTo>
                  <a:pt x="112365" y="163859"/>
                  <a:pt x="120476" y="160139"/>
                  <a:pt x="126578" y="152697"/>
                </a:cubicBezTo>
                <a:cubicBezTo>
                  <a:pt x="132680" y="145256"/>
                  <a:pt x="135731" y="136029"/>
                  <a:pt x="135731" y="125015"/>
                </a:cubicBezTo>
                <a:lnTo>
                  <a:pt x="135731" y="36165"/>
                </a:lnTo>
                <a:lnTo>
                  <a:pt x="135731" y="7143"/>
                </a:lnTo>
                <a:cubicBezTo>
                  <a:pt x="135731" y="5060"/>
                  <a:pt x="136401" y="3348"/>
                  <a:pt x="137740" y="2009"/>
                </a:cubicBezTo>
                <a:cubicBezTo>
                  <a:pt x="139080" y="669"/>
                  <a:pt x="140791" y="0"/>
                  <a:pt x="142875" y="0"/>
                </a:cubicBezTo>
                <a:lnTo>
                  <a:pt x="192881" y="0"/>
                </a:lnTo>
                <a:cubicBezTo>
                  <a:pt x="194965" y="0"/>
                  <a:pt x="196676" y="669"/>
                  <a:pt x="198016" y="2009"/>
                </a:cubicBezTo>
                <a:cubicBezTo>
                  <a:pt x="199355" y="3348"/>
                  <a:pt x="200025" y="5060"/>
                  <a:pt x="200025" y="7143"/>
                </a:cubicBezTo>
                <a:lnTo>
                  <a:pt x="200025" y="13394"/>
                </a:lnTo>
                <a:lnTo>
                  <a:pt x="200025" y="128141"/>
                </a:lnTo>
                <a:cubicBezTo>
                  <a:pt x="200025" y="156120"/>
                  <a:pt x="190276" y="179858"/>
                  <a:pt x="170780" y="199355"/>
                </a:cubicBezTo>
                <a:cubicBezTo>
                  <a:pt x="151284" y="218851"/>
                  <a:pt x="127694" y="228600"/>
                  <a:pt x="100012" y="228600"/>
                </a:cubicBezTo>
                <a:cubicBezTo>
                  <a:pt x="72330" y="228600"/>
                  <a:pt x="48741" y="218851"/>
                  <a:pt x="29244" y="199355"/>
                </a:cubicBezTo>
                <a:cubicBezTo>
                  <a:pt x="9748" y="179858"/>
                  <a:pt x="0" y="156120"/>
                  <a:pt x="0" y="128141"/>
                </a:cubicBezTo>
                <a:lnTo>
                  <a:pt x="0" y="36611"/>
                </a:lnTo>
                <a:cubicBezTo>
                  <a:pt x="0" y="36611"/>
                  <a:pt x="0" y="36463"/>
                  <a:pt x="0" y="36165"/>
                </a:cubicBezTo>
                <a:lnTo>
                  <a:pt x="0" y="7143"/>
                </a:lnTo>
                <a:cubicBezTo>
                  <a:pt x="0" y="5060"/>
                  <a:pt x="669" y="3348"/>
                  <a:pt x="2009" y="2009"/>
                </a:cubicBezTo>
                <a:cubicBezTo>
                  <a:pt x="3348" y="669"/>
                  <a:pt x="5060" y="0"/>
                  <a:pt x="71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31" name="Freeform 30"/>
          <p:cNvSpPr/>
          <p:nvPr/>
        </p:nvSpPr>
        <p:spPr>
          <a:xfrm>
            <a:off x="1579201" y="1940452"/>
            <a:ext cx="197378" cy="196612"/>
          </a:xfrm>
          <a:custGeom>
            <a:avLst/>
            <a:gdLst/>
            <a:ahLst/>
            <a:cxnLst/>
            <a:rect l="l" t="t" r="r" b="b"/>
            <a:pathLst>
              <a:path w="229684" h="228792">
                <a:moveTo>
                  <a:pt x="136178" y="20730"/>
                </a:moveTo>
                <a:lnTo>
                  <a:pt x="135285" y="52430"/>
                </a:lnTo>
                <a:cubicBezTo>
                  <a:pt x="135285" y="54812"/>
                  <a:pt x="134392" y="56597"/>
                  <a:pt x="132606" y="57788"/>
                </a:cubicBezTo>
                <a:lnTo>
                  <a:pt x="107603" y="77433"/>
                </a:lnTo>
                <a:lnTo>
                  <a:pt x="137517" y="88149"/>
                </a:lnTo>
                <a:cubicBezTo>
                  <a:pt x="139601" y="89042"/>
                  <a:pt x="141089" y="90530"/>
                  <a:pt x="141982" y="92614"/>
                </a:cubicBezTo>
                <a:lnTo>
                  <a:pt x="152698" y="122528"/>
                </a:lnTo>
                <a:lnTo>
                  <a:pt x="172343" y="97079"/>
                </a:lnTo>
                <a:cubicBezTo>
                  <a:pt x="173831" y="95590"/>
                  <a:pt x="175617" y="94697"/>
                  <a:pt x="177701" y="94400"/>
                </a:cubicBezTo>
                <a:lnTo>
                  <a:pt x="209401" y="93507"/>
                </a:lnTo>
                <a:lnTo>
                  <a:pt x="191542" y="67164"/>
                </a:lnTo>
                <a:cubicBezTo>
                  <a:pt x="190351" y="65081"/>
                  <a:pt x="190054" y="62997"/>
                  <a:pt x="190649" y="60914"/>
                </a:cubicBezTo>
                <a:lnTo>
                  <a:pt x="199579" y="30553"/>
                </a:lnTo>
                <a:lnTo>
                  <a:pt x="168771" y="39482"/>
                </a:lnTo>
                <a:cubicBezTo>
                  <a:pt x="166688" y="40078"/>
                  <a:pt x="164753" y="39631"/>
                  <a:pt x="162967" y="38143"/>
                </a:cubicBezTo>
                <a:close/>
                <a:moveTo>
                  <a:pt x="129927" y="24"/>
                </a:moveTo>
                <a:cubicBezTo>
                  <a:pt x="131118" y="136"/>
                  <a:pt x="132308" y="638"/>
                  <a:pt x="133499" y="1531"/>
                </a:cubicBezTo>
                <a:lnTo>
                  <a:pt x="167878" y="24748"/>
                </a:lnTo>
                <a:lnTo>
                  <a:pt x="208062" y="13140"/>
                </a:lnTo>
                <a:cubicBezTo>
                  <a:pt x="210741" y="12247"/>
                  <a:pt x="213048" y="12768"/>
                  <a:pt x="214982" y="14702"/>
                </a:cubicBezTo>
                <a:cubicBezTo>
                  <a:pt x="216917" y="16637"/>
                  <a:pt x="217438" y="18944"/>
                  <a:pt x="216545" y="21623"/>
                </a:cubicBezTo>
                <a:lnTo>
                  <a:pt x="205383" y="61806"/>
                </a:lnTo>
                <a:lnTo>
                  <a:pt x="228154" y="96186"/>
                </a:lnTo>
                <a:cubicBezTo>
                  <a:pt x="229940" y="98567"/>
                  <a:pt x="230163" y="100948"/>
                  <a:pt x="228823" y="103330"/>
                </a:cubicBezTo>
                <a:cubicBezTo>
                  <a:pt x="227484" y="105711"/>
                  <a:pt x="225475" y="107050"/>
                  <a:pt x="222796" y="107348"/>
                </a:cubicBezTo>
                <a:lnTo>
                  <a:pt x="181719" y="108687"/>
                </a:lnTo>
                <a:lnTo>
                  <a:pt x="156270" y="141727"/>
                </a:lnTo>
                <a:cubicBezTo>
                  <a:pt x="154781" y="143513"/>
                  <a:pt x="152847" y="144406"/>
                  <a:pt x="150465" y="144406"/>
                </a:cubicBezTo>
                <a:cubicBezTo>
                  <a:pt x="150168" y="144406"/>
                  <a:pt x="149870" y="144406"/>
                  <a:pt x="149573" y="144406"/>
                </a:cubicBezTo>
                <a:cubicBezTo>
                  <a:pt x="146596" y="143811"/>
                  <a:pt x="144661" y="142174"/>
                  <a:pt x="143768" y="139495"/>
                </a:cubicBezTo>
                <a:lnTo>
                  <a:pt x="131713" y="106455"/>
                </a:lnTo>
                <a:cubicBezTo>
                  <a:pt x="131415" y="107348"/>
                  <a:pt x="131118" y="107943"/>
                  <a:pt x="130820" y="108241"/>
                </a:cubicBezTo>
                <a:lnTo>
                  <a:pt x="12055" y="226559"/>
                </a:lnTo>
                <a:cubicBezTo>
                  <a:pt x="10865" y="228047"/>
                  <a:pt x="9228" y="228792"/>
                  <a:pt x="7144" y="228792"/>
                </a:cubicBezTo>
                <a:cubicBezTo>
                  <a:pt x="5060" y="228792"/>
                  <a:pt x="3349" y="228122"/>
                  <a:pt x="2009" y="226782"/>
                </a:cubicBezTo>
                <a:cubicBezTo>
                  <a:pt x="670" y="225443"/>
                  <a:pt x="0" y="223731"/>
                  <a:pt x="0" y="221648"/>
                </a:cubicBezTo>
                <a:cubicBezTo>
                  <a:pt x="0" y="219564"/>
                  <a:pt x="744" y="217927"/>
                  <a:pt x="2233" y="216737"/>
                </a:cubicBezTo>
                <a:lnTo>
                  <a:pt x="120551" y="97972"/>
                </a:lnTo>
                <a:cubicBezTo>
                  <a:pt x="120551" y="97972"/>
                  <a:pt x="120700" y="97823"/>
                  <a:pt x="120998" y="97525"/>
                </a:cubicBezTo>
                <a:lnTo>
                  <a:pt x="90637" y="86810"/>
                </a:lnTo>
                <a:cubicBezTo>
                  <a:pt x="87958" y="85619"/>
                  <a:pt x="86395" y="83684"/>
                  <a:pt x="85948" y="81005"/>
                </a:cubicBezTo>
                <a:cubicBezTo>
                  <a:pt x="85502" y="78326"/>
                  <a:pt x="86321" y="76094"/>
                  <a:pt x="88404" y="74308"/>
                </a:cubicBezTo>
                <a:lnTo>
                  <a:pt x="120998" y="48858"/>
                </a:lnTo>
                <a:lnTo>
                  <a:pt x="122337" y="7335"/>
                </a:lnTo>
                <a:cubicBezTo>
                  <a:pt x="122635" y="4359"/>
                  <a:pt x="123974" y="2201"/>
                  <a:pt x="126355" y="861"/>
                </a:cubicBezTo>
                <a:cubicBezTo>
                  <a:pt x="127546" y="192"/>
                  <a:pt x="128737" y="-87"/>
                  <a:pt x="129927" y="2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32" name="Freeform 31"/>
          <p:cNvSpPr/>
          <p:nvPr/>
        </p:nvSpPr>
        <p:spPr>
          <a:xfrm>
            <a:off x="1932069" y="1940534"/>
            <a:ext cx="135825" cy="196447"/>
          </a:xfrm>
          <a:custGeom>
            <a:avLst/>
            <a:gdLst/>
            <a:ahLst/>
            <a:cxnLst/>
            <a:rect l="l" t="t" r="r" b="b"/>
            <a:pathLst>
              <a:path w="158055" h="228600">
                <a:moveTo>
                  <a:pt x="79027" y="125015"/>
                </a:moveTo>
                <a:cubicBezTo>
                  <a:pt x="62358" y="131861"/>
                  <a:pt x="51048" y="139154"/>
                  <a:pt x="45094" y="146893"/>
                </a:cubicBezTo>
                <a:cubicBezTo>
                  <a:pt x="39141" y="154632"/>
                  <a:pt x="36165" y="164008"/>
                  <a:pt x="36165" y="175022"/>
                </a:cubicBezTo>
                <a:cubicBezTo>
                  <a:pt x="36165" y="188416"/>
                  <a:pt x="36165" y="201513"/>
                  <a:pt x="36165" y="214312"/>
                </a:cubicBezTo>
                <a:lnTo>
                  <a:pt x="122336" y="214312"/>
                </a:lnTo>
                <a:cubicBezTo>
                  <a:pt x="122336" y="200620"/>
                  <a:pt x="122336" y="187523"/>
                  <a:pt x="122336" y="175022"/>
                </a:cubicBezTo>
                <a:cubicBezTo>
                  <a:pt x="122336" y="164306"/>
                  <a:pt x="119360" y="155004"/>
                  <a:pt x="113407" y="147116"/>
                </a:cubicBezTo>
                <a:cubicBezTo>
                  <a:pt x="107453" y="139228"/>
                  <a:pt x="95994" y="131861"/>
                  <a:pt x="79027" y="125015"/>
                </a:cubicBezTo>
                <a:close/>
                <a:moveTo>
                  <a:pt x="36611" y="14287"/>
                </a:moveTo>
                <a:lnTo>
                  <a:pt x="36611" y="62507"/>
                </a:lnTo>
                <a:cubicBezTo>
                  <a:pt x="36611" y="71139"/>
                  <a:pt x="39439" y="79399"/>
                  <a:pt x="45094" y="87287"/>
                </a:cubicBezTo>
                <a:cubicBezTo>
                  <a:pt x="50750" y="95175"/>
                  <a:pt x="62061" y="102542"/>
                  <a:pt x="79027" y="109388"/>
                </a:cubicBezTo>
                <a:cubicBezTo>
                  <a:pt x="96291" y="102542"/>
                  <a:pt x="107751" y="95175"/>
                  <a:pt x="113407" y="87287"/>
                </a:cubicBezTo>
                <a:cubicBezTo>
                  <a:pt x="119062" y="79399"/>
                  <a:pt x="121890" y="71139"/>
                  <a:pt x="121890" y="62507"/>
                </a:cubicBezTo>
                <a:lnTo>
                  <a:pt x="121890" y="14287"/>
                </a:lnTo>
                <a:close/>
                <a:moveTo>
                  <a:pt x="7143" y="0"/>
                </a:moveTo>
                <a:lnTo>
                  <a:pt x="150911" y="0"/>
                </a:lnTo>
                <a:cubicBezTo>
                  <a:pt x="152697" y="0"/>
                  <a:pt x="154334" y="744"/>
                  <a:pt x="155823" y="2232"/>
                </a:cubicBezTo>
                <a:cubicBezTo>
                  <a:pt x="157311" y="3720"/>
                  <a:pt x="158055" y="5432"/>
                  <a:pt x="158055" y="7367"/>
                </a:cubicBezTo>
                <a:cubicBezTo>
                  <a:pt x="158055" y="9301"/>
                  <a:pt x="157311" y="10938"/>
                  <a:pt x="155823" y="12278"/>
                </a:cubicBezTo>
                <a:cubicBezTo>
                  <a:pt x="154334" y="13617"/>
                  <a:pt x="152697" y="14287"/>
                  <a:pt x="150911" y="14287"/>
                </a:cubicBezTo>
                <a:lnTo>
                  <a:pt x="136177" y="14287"/>
                </a:lnTo>
                <a:lnTo>
                  <a:pt x="136177" y="62507"/>
                </a:lnTo>
                <a:cubicBezTo>
                  <a:pt x="136177" y="85427"/>
                  <a:pt x="122932" y="103733"/>
                  <a:pt x="96440" y="117425"/>
                </a:cubicBezTo>
                <a:cubicBezTo>
                  <a:pt x="110430" y="124271"/>
                  <a:pt x="120625" y="132308"/>
                  <a:pt x="127024" y="141535"/>
                </a:cubicBezTo>
                <a:cubicBezTo>
                  <a:pt x="133424" y="150763"/>
                  <a:pt x="136624" y="161925"/>
                  <a:pt x="136624" y="175022"/>
                </a:cubicBezTo>
                <a:cubicBezTo>
                  <a:pt x="136624" y="189011"/>
                  <a:pt x="136624" y="202108"/>
                  <a:pt x="136624" y="214312"/>
                </a:cubicBezTo>
                <a:lnTo>
                  <a:pt x="150911" y="214312"/>
                </a:lnTo>
                <a:cubicBezTo>
                  <a:pt x="152697" y="214312"/>
                  <a:pt x="154334" y="214982"/>
                  <a:pt x="155823" y="216321"/>
                </a:cubicBezTo>
                <a:cubicBezTo>
                  <a:pt x="157311" y="217661"/>
                  <a:pt x="158055" y="219298"/>
                  <a:pt x="158055" y="221233"/>
                </a:cubicBezTo>
                <a:cubicBezTo>
                  <a:pt x="158055" y="223167"/>
                  <a:pt x="157311" y="224879"/>
                  <a:pt x="155823" y="226367"/>
                </a:cubicBezTo>
                <a:cubicBezTo>
                  <a:pt x="154334" y="227855"/>
                  <a:pt x="152697" y="228600"/>
                  <a:pt x="150911" y="228600"/>
                </a:cubicBezTo>
                <a:lnTo>
                  <a:pt x="7143" y="228600"/>
                </a:lnTo>
                <a:cubicBezTo>
                  <a:pt x="5357" y="228600"/>
                  <a:pt x="3720" y="227855"/>
                  <a:pt x="2232" y="226367"/>
                </a:cubicBezTo>
                <a:cubicBezTo>
                  <a:pt x="744" y="224879"/>
                  <a:pt x="0" y="223167"/>
                  <a:pt x="0" y="221233"/>
                </a:cubicBezTo>
                <a:cubicBezTo>
                  <a:pt x="0" y="219298"/>
                  <a:pt x="744" y="217661"/>
                  <a:pt x="2232" y="216321"/>
                </a:cubicBezTo>
                <a:cubicBezTo>
                  <a:pt x="3720" y="214982"/>
                  <a:pt x="5357" y="214312"/>
                  <a:pt x="7143" y="214312"/>
                </a:cubicBezTo>
                <a:lnTo>
                  <a:pt x="21877" y="214312"/>
                </a:lnTo>
                <a:cubicBezTo>
                  <a:pt x="21877" y="201215"/>
                  <a:pt x="21877" y="188118"/>
                  <a:pt x="21877" y="175022"/>
                </a:cubicBezTo>
                <a:cubicBezTo>
                  <a:pt x="21877" y="161925"/>
                  <a:pt x="25003" y="150763"/>
                  <a:pt x="31253" y="141535"/>
                </a:cubicBezTo>
                <a:cubicBezTo>
                  <a:pt x="37504" y="132308"/>
                  <a:pt x="47625" y="124271"/>
                  <a:pt x="61614" y="117425"/>
                </a:cubicBezTo>
                <a:cubicBezTo>
                  <a:pt x="35421" y="103733"/>
                  <a:pt x="22324" y="85427"/>
                  <a:pt x="22324" y="62507"/>
                </a:cubicBezTo>
                <a:lnTo>
                  <a:pt x="22324" y="14287"/>
                </a:lnTo>
                <a:lnTo>
                  <a:pt x="7143" y="14287"/>
                </a:lnTo>
                <a:cubicBezTo>
                  <a:pt x="5357" y="14287"/>
                  <a:pt x="3720" y="13617"/>
                  <a:pt x="2232" y="12278"/>
                </a:cubicBezTo>
                <a:cubicBezTo>
                  <a:pt x="744" y="10938"/>
                  <a:pt x="0" y="9301"/>
                  <a:pt x="0" y="7367"/>
                </a:cubicBezTo>
                <a:cubicBezTo>
                  <a:pt x="0" y="5432"/>
                  <a:pt x="744" y="3720"/>
                  <a:pt x="2232" y="2232"/>
                </a:cubicBezTo>
                <a:cubicBezTo>
                  <a:pt x="3720" y="744"/>
                  <a:pt x="5357" y="0"/>
                  <a:pt x="71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33" name="Freeform 32"/>
          <p:cNvSpPr/>
          <p:nvPr/>
        </p:nvSpPr>
        <p:spPr>
          <a:xfrm>
            <a:off x="2223384" y="1962020"/>
            <a:ext cx="196447" cy="153475"/>
          </a:xfrm>
          <a:custGeom>
            <a:avLst/>
            <a:gdLst/>
            <a:ahLst/>
            <a:cxnLst/>
            <a:rect l="l" t="t" r="r" b="b"/>
            <a:pathLst>
              <a:path w="228600" h="178595">
                <a:moveTo>
                  <a:pt x="164306" y="102692"/>
                </a:moveTo>
                <a:lnTo>
                  <a:pt x="116979" y="127695"/>
                </a:lnTo>
                <a:cubicBezTo>
                  <a:pt x="116086" y="128291"/>
                  <a:pt x="115044" y="128588"/>
                  <a:pt x="113853" y="128588"/>
                </a:cubicBezTo>
                <a:cubicBezTo>
                  <a:pt x="112663" y="128588"/>
                  <a:pt x="111472" y="128291"/>
                  <a:pt x="110281" y="127695"/>
                </a:cubicBezTo>
                <a:lnTo>
                  <a:pt x="63847" y="103139"/>
                </a:lnTo>
                <a:lnTo>
                  <a:pt x="63847" y="155824"/>
                </a:lnTo>
                <a:cubicBezTo>
                  <a:pt x="74860" y="161479"/>
                  <a:pt x="91603" y="164307"/>
                  <a:pt x="114076" y="164307"/>
                </a:cubicBezTo>
                <a:cubicBezTo>
                  <a:pt x="136550" y="164307"/>
                  <a:pt x="153293" y="161628"/>
                  <a:pt x="164306" y="156270"/>
                </a:cubicBezTo>
                <a:close/>
                <a:moveTo>
                  <a:pt x="113853" y="15181"/>
                </a:moveTo>
                <a:lnTo>
                  <a:pt x="21877" y="64741"/>
                </a:lnTo>
                <a:lnTo>
                  <a:pt x="113853" y="113408"/>
                </a:lnTo>
                <a:lnTo>
                  <a:pt x="206276" y="64295"/>
                </a:lnTo>
                <a:close/>
                <a:moveTo>
                  <a:pt x="110728" y="894"/>
                </a:moveTo>
                <a:cubicBezTo>
                  <a:pt x="112811" y="-297"/>
                  <a:pt x="115044" y="-297"/>
                  <a:pt x="117425" y="894"/>
                </a:cubicBezTo>
                <a:lnTo>
                  <a:pt x="225028" y="58490"/>
                </a:lnTo>
                <a:cubicBezTo>
                  <a:pt x="227409" y="59681"/>
                  <a:pt x="228600" y="61690"/>
                  <a:pt x="228600" y="64518"/>
                </a:cubicBezTo>
                <a:cubicBezTo>
                  <a:pt x="228600" y="67345"/>
                  <a:pt x="227260" y="69503"/>
                  <a:pt x="224581" y="70992"/>
                </a:cubicBezTo>
                <a:lnTo>
                  <a:pt x="221009" y="72778"/>
                </a:lnTo>
                <a:lnTo>
                  <a:pt x="221009" y="130374"/>
                </a:lnTo>
                <a:cubicBezTo>
                  <a:pt x="226070" y="133053"/>
                  <a:pt x="228600" y="137220"/>
                  <a:pt x="228600" y="142876"/>
                </a:cubicBezTo>
                <a:cubicBezTo>
                  <a:pt x="228600" y="146745"/>
                  <a:pt x="227186" y="150094"/>
                  <a:pt x="224358" y="152922"/>
                </a:cubicBezTo>
                <a:cubicBezTo>
                  <a:pt x="221530" y="155749"/>
                  <a:pt x="218107" y="157163"/>
                  <a:pt x="214089" y="157163"/>
                </a:cubicBezTo>
                <a:cubicBezTo>
                  <a:pt x="210071" y="157163"/>
                  <a:pt x="206722" y="155749"/>
                  <a:pt x="204043" y="152922"/>
                </a:cubicBezTo>
                <a:cubicBezTo>
                  <a:pt x="201364" y="150094"/>
                  <a:pt x="200025" y="146745"/>
                  <a:pt x="200025" y="142876"/>
                </a:cubicBezTo>
                <a:cubicBezTo>
                  <a:pt x="200025" y="137518"/>
                  <a:pt x="202257" y="133351"/>
                  <a:pt x="206722" y="130374"/>
                </a:cubicBezTo>
                <a:lnTo>
                  <a:pt x="206722" y="80368"/>
                </a:lnTo>
                <a:lnTo>
                  <a:pt x="178147" y="95548"/>
                </a:lnTo>
                <a:cubicBezTo>
                  <a:pt x="178445" y="96441"/>
                  <a:pt x="178593" y="97334"/>
                  <a:pt x="178593" y="98227"/>
                </a:cubicBezTo>
                <a:lnTo>
                  <a:pt x="178593" y="160289"/>
                </a:lnTo>
                <a:cubicBezTo>
                  <a:pt x="178593" y="162670"/>
                  <a:pt x="177701" y="164605"/>
                  <a:pt x="175915" y="166093"/>
                </a:cubicBezTo>
                <a:cubicBezTo>
                  <a:pt x="174426" y="167284"/>
                  <a:pt x="172268" y="168623"/>
                  <a:pt x="169441" y="170111"/>
                </a:cubicBezTo>
                <a:cubicBezTo>
                  <a:pt x="166613" y="171600"/>
                  <a:pt x="159990" y="173386"/>
                  <a:pt x="149572" y="175469"/>
                </a:cubicBezTo>
                <a:cubicBezTo>
                  <a:pt x="139154" y="177553"/>
                  <a:pt x="127248" y="178595"/>
                  <a:pt x="113853" y="178595"/>
                </a:cubicBezTo>
                <a:cubicBezTo>
                  <a:pt x="100459" y="178595"/>
                  <a:pt x="88627" y="177478"/>
                  <a:pt x="78358" y="175246"/>
                </a:cubicBezTo>
                <a:cubicBezTo>
                  <a:pt x="68089" y="173013"/>
                  <a:pt x="61540" y="171079"/>
                  <a:pt x="58712" y="169442"/>
                </a:cubicBezTo>
                <a:cubicBezTo>
                  <a:pt x="55885" y="167804"/>
                  <a:pt x="53727" y="166391"/>
                  <a:pt x="52238" y="165200"/>
                </a:cubicBezTo>
                <a:cubicBezTo>
                  <a:pt x="50452" y="163712"/>
                  <a:pt x="49559" y="161926"/>
                  <a:pt x="49559" y="159842"/>
                </a:cubicBezTo>
                <a:lnTo>
                  <a:pt x="49559" y="99567"/>
                </a:lnTo>
                <a:cubicBezTo>
                  <a:pt x="49559" y="98376"/>
                  <a:pt x="50006" y="97186"/>
                  <a:pt x="50899" y="95995"/>
                </a:cubicBezTo>
                <a:lnTo>
                  <a:pt x="3572" y="70992"/>
                </a:lnTo>
                <a:cubicBezTo>
                  <a:pt x="1190" y="69503"/>
                  <a:pt x="0" y="67345"/>
                  <a:pt x="0" y="64518"/>
                </a:cubicBezTo>
                <a:cubicBezTo>
                  <a:pt x="0" y="61690"/>
                  <a:pt x="1190" y="59681"/>
                  <a:pt x="3572" y="5849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34" name="Freeform 33"/>
          <p:cNvSpPr/>
          <p:nvPr/>
        </p:nvSpPr>
        <p:spPr>
          <a:xfrm>
            <a:off x="2575321" y="1940471"/>
            <a:ext cx="159613" cy="196574"/>
          </a:xfrm>
          <a:custGeom>
            <a:avLst/>
            <a:gdLst/>
            <a:ahLst/>
            <a:cxnLst/>
            <a:rect l="l" t="t" r="r" b="b"/>
            <a:pathLst>
              <a:path w="185738" h="228748">
                <a:moveTo>
                  <a:pt x="128588" y="78581"/>
                </a:moveTo>
                <a:cubicBezTo>
                  <a:pt x="132458" y="78581"/>
                  <a:pt x="135806" y="79995"/>
                  <a:pt x="138634" y="82822"/>
                </a:cubicBezTo>
                <a:cubicBezTo>
                  <a:pt x="141462" y="85650"/>
                  <a:pt x="142875" y="88999"/>
                  <a:pt x="142875" y="92868"/>
                </a:cubicBezTo>
                <a:cubicBezTo>
                  <a:pt x="142875" y="96738"/>
                  <a:pt x="141462" y="100087"/>
                  <a:pt x="138634" y="102914"/>
                </a:cubicBezTo>
                <a:cubicBezTo>
                  <a:pt x="135806" y="105742"/>
                  <a:pt x="132458" y="107156"/>
                  <a:pt x="128588" y="107156"/>
                </a:cubicBezTo>
                <a:cubicBezTo>
                  <a:pt x="124718" y="107156"/>
                  <a:pt x="121370" y="105742"/>
                  <a:pt x="118542" y="102914"/>
                </a:cubicBezTo>
                <a:cubicBezTo>
                  <a:pt x="115714" y="100087"/>
                  <a:pt x="114300" y="96738"/>
                  <a:pt x="114300" y="92868"/>
                </a:cubicBezTo>
                <a:cubicBezTo>
                  <a:pt x="114300" y="88999"/>
                  <a:pt x="115714" y="85650"/>
                  <a:pt x="118542" y="82822"/>
                </a:cubicBezTo>
                <a:cubicBezTo>
                  <a:pt x="121370" y="79995"/>
                  <a:pt x="124718" y="78581"/>
                  <a:pt x="128588" y="78581"/>
                </a:cubicBezTo>
                <a:close/>
                <a:moveTo>
                  <a:pt x="57150" y="78581"/>
                </a:moveTo>
                <a:cubicBezTo>
                  <a:pt x="61020" y="78581"/>
                  <a:pt x="64369" y="79995"/>
                  <a:pt x="67196" y="82822"/>
                </a:cubicBezTo>
                <a:cubicBezTo>
                  <a:pt x="70024" y="85650"/>
                  <a:pt x="71438" y="88999"/>
                  <a:pt x="71438" y="92868"/>
                </a:cubicBezTo>
                <a:cubicBezTo>
                  <a:pt x="71438" y="96738"/>
                  <a:pt x="70024" y="100087"/>
                  <a:pt x="67196" y="102914"/>
                </a:cubicBezTo>
                <a:cubicBezTo>
                  <a:pt x="64369" y="105742"/>
                  <a:pt x="61020" y="107156"/>
                  <a:pt x="57150" y="107156"/>
                </a:cubicBezTo>
                <a:cubicBezTo>
                  <a:pt x="53281" y="107156"/>
                  <a:pt x="49932" y="105742"/>
                  <a:pt x="47105" y="102914"/>
                </a:cubicBezTo>
                <a:cubicBezTo>
                  <a:pt x="44277" y="100087"/>
                  <a:pt x="42863" y="96738"/>
                  <a:pt x="42863" y="92868"/>
                </a:cubicBezTo>
                <a:cubicBezTo>
                  <a:pt x="42863" y="88999"/>
                  <a:pt x="44277" y="85650"/>
                  <a:pt x="47105" y="82822"/>
                </a:cubicBezTo>
                <a:cubicBezTo>
                  <a:pt x="49932" y="79995"/>
                  <a:pt x="53281" y="78581"/>
                  <a:pt x="57150" y="78581"/>
                </a:cubicBezTo>
                <a:close/>
                <a:moveTo>
                  <a:pt x="92869" y="14287"/>
                </a:moveTo>
                <a:cubicBezTo>
                  <a:pt x="71140" y="14287"/>
                  <a:pt x="52611" y="22622"/>
                  <a:pt x="37282" y="39290"/>
                </a:cubicBezTo>
                <a:cubicBezTo>
                  <a:pt x="21953" y="55959"/>
                  <a:pt x="14288" y="76051"/>
                  <a:pt x="14288" y="99566"/>
                </a:cubicBezTo>
                <a:lnTo>
                  <a:pt x="14288" y="203150"/>
                </a:lnTo>
                <a:lnTo>
                  <a:pt x="34826" y="180379"/>
                </a:lnTo>
                <a:cubicBezTo>
                  <a:pt x="36315" y="178891"/>
                  <a:pt x="38100" y="178147"/>
                  <a:pt x="40184" y="178147"/>
                </a:cubicBezTo>
                <a:cubicBezTo>
                  <a:pt x="40184" y="178147"/>
                  <a:pt x="40333" y="178147"/>
                  <a:pt x="40631" y="178147"/>
                </a:cubicBezTo>
                <a:cubicBezTo>
                  <a:pt x="42714" y="178147"/>
                  <a:pt x="44500" y="179040"/>
                  <a:pt x="45988" y="180826"/>
                </a:cubicBezTo>
                <a:lnTo>
                  <a:pt x="66527" y="209401"/>
                </a:lnTo>
                <a:lnTo>
                  <a:pt x="87511" y="180826"/>
                </a:lnTo>
                <a:cubicBezTo>
                  <a:pt x="89000" y="179040"/>
                  <a:pt x="90934" y="178147"/>
                  <a:pt x="93316" y="178147"/>
                </a:cubicBezTo>
                <a:cubicBezTo>
                  <a:pt x="95697" y="178147"/>
                  <a:pt x="97632" y="179189"/>
                  <a:pt x="99120" y="181272"/>
                </a:cubicBezTo>
                <a:lnTo>
                  <a:pt x="119658" y="209401"/>
                </a:lnTo>
                <a:lnTo>
                  <a:pt x="140643" y="180826"/>
                </a:lnTo>
                <a:cubicBezTo>
                  <a:pt x="141834" y="179040"/>
                  <a:pt x="143545" y="178072"/>
                  <a:pt x="145778" y="177924"/>
                </a:cubicBezTo>
                <a:cubicBezTo>
                  <a:pt x="148010" y="177775"/>
                  <a:pt x="150019" y="178593"/>
                  <a:pt x="151805" y="180379"/>
                </a:cubicBezTo>
                <a:lnTo>
                  <a:pt x="171450" y="202704"/>
                </a:lnTo>
                <a:lnTo>
                  <a:pt x="171450" y="99566"/>
                </a:lnTo>
                <a:cubicBezTo>
                  <a:pt x="171450" y="76051"/>
                  <a:pt x="163786" y="55959"/>
                  <a:pt x="148457" y="39290"/>
                </a:cubicBezTo>
                <a:cubicBezTo>
                  <a:pt x="133127" y="22622"/>
                  <a:pt x="114598" y="14287"/>
                  <a:pt x="92869" y="14287"/>
                </a:cubicBezTo>
                <a:close/>
                <a:moveTo>
                  <a:pt x="92869" y="0"/>
                </a:moveTo>
                <a:cubicBezTo>
                  <a:pt x="118468" y="0"/>
                  <a:pt x="140345" y="9748"/>
                  <a:pt x="158502" y="29244"/>
                </a:cubicBezTo>
                <a:cubicBezTo>
                  <a:pt x="176659" y="48741"/>
                  <a:pt x="185738" y="72181"/>
                  <a:pt x="185738" y="99566"/>
                </a:cubicBezTo>
                <a:lnTo>
                  <a:pt x="185738" y="221456"/>
                </a:lnTo>
                <a:cubicBezTo>
                  <a:pt x="185738" y="224730"/>
                  <a:pt x="184175" y="226963"/>
                  <a:pt x="181050" y="228153"/>
                </a:cubicBezTo>
                <a:cubicBezTo>
                  <a:pt x="177925" y="229344"/>
                  <a:pt x="175320" y="228748"/>
                  <a:pt x="173236" y="226367"/>
                </a:cubicBezTo>
                <a:lnTo>
                  <a:pt x="146894" y="196453"/>
                </a:lnTo>
                <a:lnTo>
                  <a:pt x="125463" y="225921"/>
                </a:lnTo>
                <a:cubicBezTo>
                  <a:pt x="123974" y="227707"/>
                  <a:pt x="122040" y="228600"/>
                  <a:pt x="119658" y="228600"/>
                </a:cubicBezTo>
                <a:cubicBezTo>
                  <a:pt x="117277" y="228600"/>
                  <a:pt x="115342" y="227707"/>
                  <a:pt x="113854" y="225921"/>
                </a:cubicBezTo>
                <a:lnTo>
                  <a:pt x="93316" y="197346"/>
                </a:lnTo>
                <a:lnTo>
                  <a:pt x="71884" y="225921"/>
                </a:lnTo>
                <a:cubicBezTo>
                  <a:pt x="70694" y="227707"/>
                  <a:pt x="68834" y="228600"/>
                  <a:pt x="66303" y="228600"/>
                </a:cubicBezTo>
                <a:cubicBezTo>
                  <a:pt x="63773" y="228600"/>
                  <a:pt x="61913" y="227558"/>
                  <a:pt x="60722" y="225474"/>
                </a:cubicBezTo>
                <a:lnTo>
                  <a:pt x="39291" y="196453"/>
                </a:lnTo>
                <a:lnTo>
                  <a:pt x="12502" y="226367"/>
                </a:lnTo>
                <a:cubicBezTo>
                  <a:pt x="11014" y="227855"/>
                  <a:pt x="9228" y="228600"/>
                  <a:pt x="7144" y="228600"/>
                </a:cubicBezTo>
                <a:cubicBezTo>
                  <a:pt x="6251" y="228600"/>
                  <a:pt x="5358" y="228451"/>
                  <a:pt x="4465" y="228153"/>
                </a:cubicBezTo>
                <a:cubicBezTo>
                  <a:pt x="1489" y="226963"/>
                  <a:pt x="0" y="224730"/>
                  <a:pt x="0" y="221456"/>
                </a:cubicBezTo>
                <a:lnTo>
                  <a:pt x="0" y="99566"/>
                </a:lnTo>
                <a:cubicBezTo>
                  <a:pt x="0" y="72181"/>
                  <a:pt x="9079" y="48741"/>
                  <a:pt x="27236" y="29244"/>
                </a:cubicBezTo>
                <a:cubicBezTo>
                  <a:pt x="45393" y="9748"/>
                  <a:pt x="67271" y="0"/>
                  <a:pt x="928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35" name="Freeform 34"/>
          <p:cNvSpPr/>
          <p:nvPr/>
        </p:nvSpPr>
        <p:spPr>
          <a:xfrm>
            <a:off x="2890424" y="1940534"/>
            <a:ext cx="196658" cy="196447"/>
          </a:xfrm>
          <a:custGeom>
            <a:avLst/>
            <a:gdLst/>
            <a:ahLst/>
            <a:cxnLst/>
            <a:rect l="l" t="t" r="r" b="b"/>
            <a:pathLst>
              <a:path w="228846" h="228600">
                <a:moveTo>
                  <a:pt x="53775" y="103807"/>
                </a:moveTo>
                <a:cubicBezTo>
                  <a:pt x="55412" y="103807"/>
                  <a:pt x="57050" y="104626"/>
                  <a:pt x="58687" y="106263"/>
                </a:cubicBezTo>
                <a:lnTo>
                  <a:pt x="64045" y="111621"/>
                </a:lnTo>
                <a:lnTo>
                  <a:pt x="69402" y="106263"/>
                </a:lnTo>
                <a:cubicBezTo>
                  <a:pt x="72677" y="102989"/>
                  <a:pt x="75951" y="102989"/>
                  <a:pt x="79225" y="106263"/>
                </a:cubicBezTo>
                <a:cubicBezTo>
                  <a:pt x="82499" y="109537"/>
                  <a:pt x="82499" y="112811"/>
                  <a:pt x="79225" y="116086"/>
                </a:cubicBezTo>
                <a:lnTo>
                  <a:pt x="73867" y="121443"/>
                </a:lnTo>
                <a:lnTo>
                  <a:pt x="79225" y="126801"/>
                </a:lnTo>
                <a:cubicBezTo>
                  <a:pt x="82499" y="130075"/>
                  <a:pt x="82574" y="133350"/>
                  <a:pt x="79448" y="136624"/>
                </a:cubicBezTo>
                <a:cubicBezTo>
                  <a:pt x="76323" y="139898"/>
                  <a:pt x="73123" y="139898"/>
                  <a:pt x="69849" y="136624"/>
                </a:cubicBezTo>
                <a:lnTo>
                  <a:pt x="64045" y="130820"/>
                </a:lnTo>
                <a:lnTo>
                  <a:pt x="58687" y="136624"/>
                </a:lnTo>
                <a:cubicBezTo>
                  <a:pt x="55412" y="139600"/>
                  <a:pt x="52138" y="139526"/>
                  <a:pt x="48864" y="136401"/>
                </a:cubicBezTo>
                <a:cubicBezTo>
                  <a:pt x="45590" y="133275"/>
                  <a:pt x="45590" y="130075"/>
                  <a:pt x="48864" y="126801"/>
                </a:cubicBezTo>
                <a:lnTo>
                  <a:pt x="54222" y="121443"/>
                </a:lnTo>
                <a:lnTo>
                  <a:pt x="48864" y="116086"/>
                </a:lnTo>
                <a:cubicBezTo>
                  <a:pt x="45590" y="112811"/>
                  <a:pt x="45590" y="109537"/>
                  <a:pt x="48864" y="106263"/>
                </a:cubicBezTo>
                <a:cubicBezTo>
                  <a:pt x="50501" y="104626"/>
                  <a:pt x="52138" y="103807"/>
                  <a:pt x="53775" y="103807"/>
                </a:cubicBezTo>
                <a:close/>
                <a:moveTo>
                  <a:pt x="128338" y="64293"/>
                </a:moveTo>
                <a:lnTo>
                  <a:pt x="142626" y="64293"/>
                </a:lnTo>
                <a:lnTo>
                  <a:pt x="142626" y="78581"/>
                </a:lnTo>
                <a:lnTo>
                  <a:pt x="128338" y="78581"/>
                </a:lnTo>
                <a:close/>
                <a:moveTo>
                  <a:pt x="106907" y="64293"/>
                </a:moveTo>
                <a:lnTo>
                  <a:pt x="121195" y="64293"/>
                </a:lnTo>
                <a:lnTo>
                  <a:pt x="121195" y="78581"/>
                </a:lnTo>
                <a:lnTo>
                  <a:pt x="106907" y="78581"/>
                </a:lnTo>
                <a:close/>
                <a:moveTo>
                  <a:pt x="128338" y="42862"/>
                </a:moveTo>
                <a:lnTo>
                  <a:pt x="142626" y="42862"/>
                </a:lnTo>
                <a:lnTo>
                  <a:pt x="142626" y="57150"/>
                </a:lnTo>
                <a:lnTo>
                  <a:pt x="128338" y="57150"/>
                </a:lnTo>
                <a:close/>
                <a:moveTo>
                  <a:pt x="106907" y="42862"/>
                </a:moveTo>
                <a:lnTo>
                  <a:pt x="121195" y="42862"/>
                </a:lnTo>
                <a:lnTo>
                  <a:pt x="121195" y="57150"/>
                </a:lnTo>
                <a:lnTo>
                  <a:pt x="106907" y="57150"/>
                </a:lnTo>
                <a:close/>
                <a:moveTo>
                  <a:pt x="114944" y="13841"/>
                </a:moveTo>
                <a:cubicBezTo>
                  <a:pt x="102442" y="13841"/>
                  <a:pt x="90238" y="19794"/>
                  <a:pt x="78332" y="31700"/>
                </a:cubicBezTo>
                <a:cubicBezTo>
                  <a:pt x="76844" y="33188"/>
                  <a:pt x="74537" y="35495"/>
                  <a:pt x="71412" y="38621"/>
                </a:cubicBezTo>
                <a:cubicBezTo>
                  <a:pt x="68286" y="41746"/>
                  <a:pt x="66128" y="43904"/>
                  <a:pt x="64937" y="45095"/>
                </a:cubicBezTo>
                <a:cubicBezTo>
                  <a:pt x="58687" y="51345"/>
                  <a:pt x="52138" y="57894"/>
                  <a:pt x="45292" y="64740"/>
                </a:cubicBezTo>
                <a:cubicBezTo>
                  <a:pt x="37553" y="72479"/>
                  <a:pt x="33237" y="76944"/>
                  <a:pt x="32344" y="78134"/>
                </a:cubicBezTo>
                <a:cubicBezTo>
                  <a:pt x="22521" y="87659"/>
                  <a:pt x="16717" y="97184"/>
                  <a:pt x="14931" y="106709"/>
                </a:cubicBezTo>
                <a:cubicBezTo>
                  <a:pt x="13145" y="116234"/>
                  <a:pt x="15527" y="128438"/>
                  <a:pt x="22075" y="143321"/>
                </a:cubicBezTo>
                <a:cubicBezTo>
                  <a:pt x="23861" y="146595"/>
                  <a:pt x="26689" y="152474"/>
                  <a:pt x="30558" y="160957"/>
                </a:cubicBezTo>
                <a:cubicBezTo>
                  <a:pt x="34428" y="169440"/>
                  <a:pt x="37628" y="176063"/>
                  <a:pt x="40158" y="180826"/>
                </a:cubicBezTo>
                <a:cubicBezTo>
                  <a:pt x="42688" y="185588"/>
                  <a:pt x="45739" y="190946"/>
                  <a:pt x="49311" y="196899"/>
                </a:cubicBezTo>
                <a:cubicBezTo>
                  <a:pt x="52882" y="202852"/>
                  <a:pt x="56454" y="207168"/>
                  <a:pt x="60026" y="209847"/>
                </a:cubicBezTo>
                <a:cubicBezTo>
                  <a:pt x="63598" y="212526"/>
                  <a:pt x="67170" y="213866"/>
                  <a:pt x="70742" y="213866"/>
                </a:cubicBezTo>
                <a:cubicBezTo>
                  <a:pt x="71039" y="213866"/>
                  <a:pt x="71337" y="213866"/>
                  <a:pt x="71635" y="213866"/>
                </a:cubicBezTo>
                <a:cubicBezTo>
                  <a:pt x="75207" y="213568"/>
                  <a:pt x="78332" y="212080"/>
                  <a:pt x="81011" y="209401"/>
                </a:cubicBezTo>
                <a:cubicBezTo>
                  <a:pt x="83690" y="206722"/>
                  <a:pt x="86071" y="202555"/>
                  <a:pt x="88155" y="196899"/>
                </a:cubicBezTo>
                <a:cubicBezTo>
                  <a:pt x="90238" y="191244"/>
                  <a:pt x="91875" y="186332"/>
                  <a:pt x="93066" y="182165"/>
                </a:cubicBezTo>
                <a:cubicBezTo>
                  <a:pt x="94257" y="177998"/>
                  <a:pt x="95670" y="172045"/>
                  <a:pt x="97308" y="164306"/>
                </a:cubicBezTo>
                <a:cubicBezTo>
                  <a:pt x="98945" y="156567"/>
                  <a:pt x="100061" y="151507"/>
                  <a:pt x="100656" y="149125"/>
                </a:cubicBezTo>
                <a:cubicBezTo>
                  <a:pt x="102740" y="141386"/>
                  <a:pt x="108693" y="132457"/>
                  <a:pt x="118516" y="122336"/>
                </a:cubicBezTo>
                <a:cubicBezTo>
                  <a:pt x="118813" y="122039"/>
                  <a:pt x="119185" y="121667"/>
                  <a:pt x="119632" y="121220"/>
                </a:cubicBezTo>
                <a:cubicBezTo>
                  <a:pt x="120078" y="120774"/>
                  <a:pt x="120450" y="120550"/>
                  <a:pt x="120748" y="120550"/>
                </a:cubicBezTo>
                <a:cubicBezTo>
                  <a:pt x="120748" y="120253"/>
                  <a:pt x="121046" y="119881"/>
                  <a:pt x="121641" y="119434"/>
                </a:cubicBezTo>
                <a:cubicBezTo>
                  <a:pt x="122236" y="118988"/>
                  <a:pt x="122534" y="118616"/>
                  <a:pt x="122534" y="118318"/>
                </a:cubicBezTo>
                <a:cubicBezTo>
                  <a:pt x="132654" y="108495"/>
                  <a:pt x="141584" y="102542"/>
                  <a:pt x="149323" y="100459"/>
                </a:cubicBezTo>
                <a:cubicBezTo>
                  <a:pt x="151704" y="99863"/>
                  <a:pt x="156764" y="98747"/>
                  <a:pt x="164503" y="97110"/>
                </a:cubicBezTo>
                <a:cubicBezTo>
                  <a:pt x="172243" y="95473"/>
                  <a:pt x="178196" y="94059"/>
                  <a:pt x="182363" y="92868"/>
                </a:cubicBezTo>
                <a:cubicBezTo>
                  <a:pt x="186530" y="91678"/>
                  <a:pt x="191441" y="90041"/>
                  <a:pt x="197097" y="87957"/>
                </a:cubicBezTo>
                <a:cubicBezTo>
                  <a:pt x="202752" y="85873"/>
                  <a:pt x="206920" y="83492"/>
                  <a:pt x="209598" y="80813"/>
                </a:cubicBezTo>
                <a:cubicBezTo>
                  <a:pt x="212277" y="78134"/>
                  <a:pt x="213766" y="75009"/>
                  <a:pt x="214063" y="71437"/>
                </a:cubicBezTo>
                <a:cubicBezTo>
                  <a:pt x="214361" y="67865"/>
                  <a:pt x="213170" y="64219"/>
                  <a:pt x="210491" y="60498"/>
                </a:cubicBezTo>
                <a:cubicBezTo>
                  <a:pt x="207812" y="56778"/>
                  <a:pt x="203496" y="53057"/>
                  <a:pt x="197543" y="49336"/>
                </a:cubicBezTo>
                <a:cubicBezTo>
                  <a:pt x="191590" y="45615"/>
                  <a:pt x="186232" y="42490"/>
                  <a:pt x="181470" y="39960"/>
                </a:cubicBezTo>
                <a:cubicBezTo>
                  <a:pt x="176707" y="37430"/>
                  <a:pt x="170010" y="34156"/>
                  <a:pt x="161378" y="30137"/>
                </a:cubicBezTo>
                <a:cubicBezTo>
                  <a:pt x="152746" y="26119"/>
                  <a:pt x="146793" y="23366"/>
                  <a:pt x="143519" y="21877"/>
                </a:cubicBezTo>
                <a:cubicBezTo>
                  <a:pt x="133101" y="16520"/>
                  <a:pt x="123576" y="13841"/>
                  <a:pt x="114944" y="13841"/>
                </a:cubicBezTo>
                <a:close/>
                <a:moveTo>
                  <a:pt x="114944" y="0"/>
                </a:moveTo>
                <a:cubicBezTo>
                  <a:pt x="125957" y="0"/>
                  <a:pt x="137714" y="3125"/>
                  <a:pt x="150216" y="9376"/>
                </a:cubicBezTo>
                <a:cubicBezTo>
                  <a:pt x="153193" y="10864"/>
                  <a:pt x="158550" y="13394"/>
                  <a:pt x="166289" y="16966"/>
                </a:cubicBezTo>
                <a:cubicBezTo>
                  <a:pt x="174624" y="20836"/>
                  <a:pt x="181023" y="23887"/>
                  <a:pt x="185488" y="26119"/>
                </a:cubicBezTo>
                <a:cubicBezTo>
                  <a:pt x="189953" y="28351"/>
                  <a:pt x="195534" y="31477"/>
                  <a:pt x="202231" y="35495"/>
                </a:cubicBezTo>
                <a:cubicBezTo>
                  <a:pt x="208929" y="39513"/>
                  <a:pt x="213914" y="43160"/>
                  <a:pt x="217189" y="46434"/>
                </a:cubicBezTo>
                <a:cubicBezTo>
                  <a:pt x="220463" y="49708"/>
                  <a:pt x="223291" y="53652"/>
                  <a:pt x="225672" y="58266"/>
                </a:cubicBezTo>
                <a:cubicBezTo>
                  <a:pt x="228053" y="62880"/>
                  <a:pt x="229095" y="67716"/>
                  <a:pt x="228797" y="72777"/>
                </a:cubicBezTo>
                <a:cubicBezTo>
                  <a:pt x="228500" y="76944"/>
                  <a:pt x="227458" y="80664"/>
                  <a:pt x="225672" y="83939"/>
                </a:cubicBezTo>
                <a:cubicBezTo>
                  <a:pt x="223886" y="87213"/>
                  <a:pt x="221207" y="90115"/>
                  <a:pt x="217635" y="92645"/>
                </a:cubicBezTo>
                <a:cubicBezTo>
                  <a:pt x="214063" y="95175"/>
                  <a:pt x="210715" y="97333"/>
                  <a:pt x="207589" y="99119"/>
                </a:cubicBezTo>
                <a:cubicBezTo>
                  <a:pt x="204464" y="100905"/>
                  <a:pt x="199999" y="102617"/>
                  <a:pt x="194195" y="104254"/>
                </a:cubicBezTo>
                <a:cubicBezTo>
                  <a:pt x="188390" y="105891"/>
                  <a:pt x="183851" y="107156"/>
                  <a:pt x="180577" y="108049"/>
                </a:cubicBezTo>
                <a:cubicBezTo>
                  <a:pt x="177303" y="108942"/>
                  <a:pt x="172391" y="110132"/>
                  <a:pt x="165843" y="111621"/>
                </a:cubicBezTo>
                <a:cubicBezTo>
                  <a:pt x="159890" y="112811"/>
                  <a:pt x="155574" y="113704"/>
                  <a:pt x="152895" y="114300"/>
                </a:cubicBezTo>
                <a:cubicBezTo>
                  <a:pt x="147835" y="115788"/>
                  <a:pt x="141137" y="120550"/>
                  <a:pt x="132803" y="128587"/>
                </a:cubicBezTo>
                <a:lnTo>
                  <a:pt x="131910" y="129927"/>
                </a:lnTo>
                <a:lnTo>
                  <a:pt x="131017" y="130820"/>
                </a:lnTo>
                <a:lnTo>
                  <a:pt x="130124" y="131266"/>
                </a:lnTo>
                <a:lnTo>
                  <a:pt x="128785" y="132605"/>
                </a:lnTo>
                <a:cubicBezTo>
                  <a:pt x="120748" y="140940"/>
                  <a:pt x="115986" y="147637"/>
                  <a:pt x="114497" y="152697"/>
                </a:cubicBezTo>
                <a:cubicBezTo>
                  <a:pt x="114200" y="155079"/>
                  <a:pt x="113307" y="159395"/>
                  <a:pt x="111818" y="165645"/>
                </a:cubicBezTo>
                <a:cubicBezTo>
                  <a:pt x="110330" y="172194"/>
                  <a:pt x="109214" y="177105"/>
                  <a:pt x="108470" y="180379"/>
                </a:cubicBezTo>
                <a:cubicBezTo>
                  <a:pt x="107726" y="183654"/>
                  <a:pt x="106461" y="188193"/>
                  <a:pt x="104675" y="193997"/>
                </a:cubicBezTo>
                <a:cubicBezTo>
                  <a:pt x="102889" y="199801"/>
                  <a:pt x="101103" y="204266"/>
                  <a:pt x="99317" y="207392"/>
                </a:cubicBezTo>
                <a:cubicBezTo>
                  <a:pt x="97531" y="210517"/>
                  <a:pt x="95373" y="213866"/>
                  <a:pt x="92843" y="217438"/>
                </a:cubicBezTo>
                <a:cubicBezTo>
                  <a:pt x="90313" y="221009"/>
                  <a:pt x="87411" y="223688"/>
                  <a:pt x="84136" y="225474"/>
                </a:cubicBezTo>
                <a:cubicBezTo>
                  <a:pt x="80862" y="227260"/>
                  <a:pt x="77141" y="228302"/>
                  <a:pt x="72974" y="228600"/>
                </a:cubicBezTo>
                <a:cubicBezTo>
                  <a:pt x="72379" y="228600"/>
                  <a:pt x="71784" y="228600"/>
                  <a:pt x="71188" y="228600"/>
                </a:cubicBezTo>
                <a:cubicBezTo>
                  <a:pt x="66426" y="228600"/>
                  <a:pt x="61812" y="227335"/>
                  <a:pt x="57347" y="224805"/>
                </a:cubicBezTo>
                <a:cubicBezTo>
                  <a:pt x="52882" y="222274"/>
                  <a:pt x="49087" y="219372"/>
                  <a:pt x="45962" y="216098"/>
                </a:cubicBezTo>
                <a:cubicBezTo>
                  <a:pt x="42837" y="212824"/>
                  <a:pt x="39265" y="207838"/>
                  <a:pt x="35246" y="201141"/>
                </a:cubicBezTo>
                <a:cubicBezTo>
                  <a:pt x="31228" y="194444"/>
                  <a:pt x="28177" y="188937"/>
                  <a:pt x="26093" y="184621"/>
                </a:cubicBezTo>
                <a:cubicBezTo>
                  <a:pt x="24010" y="180305"/>
                  <a:pt x="21033" y="174129"/>
                  <a:pt x="17164" y="166092"/>
                </a:cubicBezTo>
                <a:cubicBezTo>
                  <a:pt x="13889" y="158650"/>
                  <a:pt x="11359" y="153293"/>
                  <a:pt x="9573" y="150018"/>
                </a:cubicBezTo>
                <a:cubicBezTo>
                  <a:pt x="1537" y="133945"/>
                  <a:pt x="-1440" y="119360"/>
                  <a:pt x="644" y="106263"/>
                </a:cubicBezTo>
                <a:cubicBezTo>
                  <a:pt x="2727" y="93166"/>
                  <a:pt x="10020" y="80516"/>
                  <a:pt x="22521" y="68312"/>
                </a:cubicBezTo>
                <a:lnTo>
                  <a:pt x="35470" y="54917"/>
                </a:lnTo>
                <a:lnTo>
                  <a:pt x="47525" y="42862"/>
                </a:lnTo>
                <a:lnTo>
                  <a:pt x="55115" y="35272"/>
                </a:lnTo>
                <a:lnTo>
                  <a:pt x="60473" y="29914"/>
                </a:lnTo>
                <a:lnTo>
                  <a:pt x="68509" y="21877"/>
                </a:lnTo>
                <a:cubicBezTo>
                  <a:pt x="83392" y="7292"/>
                  <a:pt x="98870" y="0"/>
                  <a:pt x="1149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36" name="Freeform 35"/>
          <p:cNvSpPr/>
          <p:nvPr/>
        </p:nvSpPr>
        <p:spPr>
          <a:xfrm>
            <a:off x="3242573" y="1940630"/>
            <a:ext cx="159613" cy="196256"/>
          </a:xfrm>
          <a:custGeom>
            <a:avLst/>
            <a:gdLst/>
            <a:ahLst/>
            <a:cxnLst/>
            <a:rect l="l" t="t" r="r" b="b"/>
            <a:pathLst>
              <a:path w="185738" h="228378">
                <a:moveTo>
                  <a:pt x="100906" y="18976"/>
                </a:moveTo>
                <a:cubicBezTo>
                  <a:pt x="81856" y="29990"/>
                  <a:pt x="69950" y="47700"/>
                  <a:pt x="65187" y="72108"/>
                </a:cubicBezTo>
                <a:cubicBezTo>
                  <a:pt x="63104" y="80740"/>
                  <a:pt x="62806" y="90488"/>
                  <a:pt x="64294" y="101353"/>
                </a:cubicBezTo>
                <a:cubicBezTo>
                  <a:pt x="65783" y="112217"/>
                  <a:pt x="67048" y="119733"/>
                  <a:pt x="68089" y="123900"/>
                </a:cubicBezTo>
                <a:cubicBezTo>
                  <a:pt x="69131" y="128067"/>
                  <a:pt x="70099" y="131193"/>
                  <a:pt x="70992" y="133276"/>
                </a:cubicBezTo>
                <a:cubicBezTo>
                  <a:pt x="71884" y="135955"/>
                  <a:pt x="71364" y="138337"/>
                  <a:pt x="69429" y="140420"/>
                </a:cubicBezTo>
                <a:cubicBezTo>
                  <a:pt x="67494" y="142504"/>
                  <a:pt x="65187" y="143248"/>
                  <a:pt x="62508" y="142653"/>
                </a:cubicBezTo>
                <a:cubicBezTo>
                  <a:pt x="60722" y="142057"/>
                  <a:pt x="58490" y="141313"/>
                  <a:pt x="55811" y="140420"/>
                </a:cubicBezTo>
                <a:cubicBezTo>
                  <a:pt x="53132" y="139527"/>
                  <a:pt x="48891" y="136848"/>
                  <a:pt x="43086" y="132383"/>
                </a:cubicBezTo>
                <a:cubicBezTo>
                  <a:pt x="37282" y="127919"/>
                  <a:pt x="32445" y="122710"/>
                  <a:pt x="28575" y="116757"/>
                </a:cubicBezTo>
                <a:cubicBezTo>
                  <a:pt x="26492" y="113482"/>
                  <a:pt x="24408" y="109315"/>
                  <a:pt x="22325" y="104255"/>
                </a:cubicBezTo>
                <a:cubicBezTo>
                  <a:pt x="16967" y="117650"/>
                  <a:pt x="14288" y="129407"/>
                  <a:pt x="14288" y="139527"/>
                </a:cubicBezTo>
                <a:cubicBezTo>
                  <a:pt x="14288" y="160958"/>
                  <a:pt x="21581" y="178743"/>
                  <a:pt x="36166" y="192882"/>
                </a:cubicBezTo>
                <a:cubicBezTo>
                  <a:pt x="50751" y="207021"/>
                  <a:pt x="69354" y="214090"/>
                  <a:pt x="91976" y="214090"/>
                </a:cubicBezTo>
                <a:cubicBezTo>
                  <a:pt x="114896" y="214090"/>
                  <a:pt x="133871" y="207021"/>
                  <a:pt x="148903" y="192882"/>
                </a:cubicBezTo>
                <a:cubicBezTo>
                  <a:pt x="163935" y="178743"/>
                  <a:pt x="171450" y="160958"/>
                  <a:pt x="171450" y="139527"/>
                </a:cubicBezTo>
                <a:cubicBezTo>
                  <a:pt x="171450" y="130002"/>
                  <a:pt x="170706" y="122412"/>
                  <a:pt x="169218" y="116757"/>
                </a:cubicBezTo>
                <a:cubicBezTo>
                  <a:pt x="167730" y="111101"/>
                  <a:pt x="164753" y="104553"/>
                  <a:pt x="160288" y="97111"/>
                </a:cubicBezTo>
                <a:cubicBezTo>
                  <a:pt x="155228" y="88777"/>
                  <a:pt x="151805" y="80145"/>
                  <a:pt x="150019" y="71215"/>
                </a:cubicBezTo>
                <a:cubicBezTo>
                  <a:pt x="148531" y="73894"/>
                  <a:pt x="147340" y="76722"/>
                  <a:pt x="146447" y="79698"/>
                </a:cubicBezTo>
                <a:cubicBezTo>
                  <a:pt x="143173" y="90414"/>
                  <a:pt x="141983" y="101576"/>
                  <a:pt x="142875" y="113185"/>
                </a:cubicBezTo>
                <a:cubicBezTo>
                  <a:pt x="143173" y="116757"/>
                  <a:pt x="141610" y="119138"/>
                  <a:pt x="138187" y="120328"/>
                </a:cubicBezTo>
                <a:cubicBezTo>
                  <a:pt x="134764" y="121519"/>
                  <a:pt x="132011" y="120626"/>
                  <a:pt x="129927" y="117650"/>
                </a:cubicBezTo>
                <a:cubicBezTo>
                  <a:pt x="120998" y="105148"/>
                  <a:pt x="114747" y="94879"/>
                  <a:pt x="111175" y="86842"/>
                </a:cubicBezTo>
                <a:cubicBezTo>
                  <a:pt x="102245" y="67792"/>
                  <a:pt x="98822" y="45170"/>
                  <a:pt x="100906" y="18976"/>
                </a:cubicBezTo>
                <a:close/>
                <a:moveTo>
                  <a:pt x="107157" y="224"/>
                </a:moveTo>
                <a:cubicBezTo>
                  <a:pt x="109836" y="-371"/>
                  <a:pt x="112142" y="224"/>
                  <a:pt x="114077" y="2010"/>
                </a:cubicBezTo>
                <a:cubicBezTo>
                  <a:pt x="116012" y="3796"/>
                  <a:pt x="116682" y="5880"/>
                  <a:pt x="116086" y="8261"/>
                </a:cubicBezTo>
                <a:cubicBezTo>
                  <a:pt x="115491" y="11535"/>
                  <a:pt x="114970" y="15628"/>
                  <a:pt x="114524" y="20539"/>
                </a:cubicBezTo>
                <a:cubicBezTo>
                  <a:pt x="114077" y="25450"/>
                  <a:pt x="114449" y="34231"/>
                  <a:pt x="115640" y="46882"/>
                </a:cubicBezTo>
                <a:cubicBezTo>
                  <a:pt x="116831" y="59532"/>
                  <a:pt x="119658" y="70769"/>
                  <a:pt x="124123" y="80591"/>
                </a:cubicBezTo>
                <a:cubicBezTo>
                  <a:pt x="125314" y="83568"/>
                  <a:pt x="127100" y="86991"/>
                  <a:pt x="129481" y="90860"/>
                </a:cubicBezTo>
                <a:cubicBezTo>
                  <a:pt x="130076" y="85503"/>
                  <a:pt x="131118" y="80591"/>
                  <a:pt x="132606" y="76126"/>
                </a:cubicBezTo>
                <a:cubicBezTo>
                  <a:pt x="134095" y="70173"/>
                  <a:pt x="136699" y="64964"/>
                  <a:pt x="140420" y="60500"/>
                </a:cubicBezTo>
                <a:cubicBezTo>
                  <a:pt x="144141" y="56035"/>
                  <a:pt x="146894" y="53207"/>
                  <a:pt x="148680" y="52016"/>
                </a:cubicBezTo>
                <a:cubicBezTo>
                  <a:pt x="150466" y="50826"/>
                  <a:pt x="151954" y="49933"/>
                  <a:pt x="153145" y="49337"/>
                </a:cubicBezTo>
                <a:cubicBezTo>
                  <a:pt x="155824" y="48147"/>
                  <a:pt x="158279" y="48444"/>
                  <a:pt x="160512" y="50230"/>
                </a:cubicBezTo>
                <a:cubicBezTo>
                  <a:pt x="162744" y="52016"/>
                  <a:pt x="163711" y="54249"/>
                  <a:pt x="163414" y="56928"/>
                </a:cubicBezTo>
                <a:cubicBezTo>
                  <a:pt x="161925" y="66155"/>
                  <a:pt x="164902" y="77168"/>
                  <a:pt x="172343" y="89967"/>
                </a:cubicBezTo>
                <a:cubicBezTo>
                  <a:pt x="177701" y="98600"/>
                  <a:pt x="181273" y="106339"/>
                  <a:pt x="183059" y="113185"/>
                </a:cubicBezTo>
                <a:cubicBezTo>
                  <a:pt x="184845" y="120031"/>
                  <a:pt x="185738" y="128812"/>
                  <a:pt x="185738" y="139527"/>
                </a:cubicBezTo>
                <a:cubicBezTo>
                  <a:pt x="185738" y="165126"/>
                  <a:pt x="176883" y="186334"/>
                  <a:pt x="159172" y="203151"/>
                </a:cubicBezTo>
                <a:cubicBezTo>
                  <a:pt x="141462" y="219969"/>
                  <a:pt x="119063" y="228378"/>
                  <a:pt x="91976" y="228378"/>
                </a:cubicBezTo>
                <a:cubicBezTo>
                  <a:pt x="65187" y="228378"/>
                  <a:pt x="43161" y="219969"/>
                  <a:pt x="25897" y="203151"/>
                </a:cubicBezTo>
                <a:cubicBezTo>
                  <a:pt x="8633" y="186334"/>
                  <a:pt x="0" y="165126"/>
                  <a:pt x="0" y="139527"/>
                </a:cubicBezTo>
                <a:cubicBezTo>
                  <a:pt x="0" y="131193"/>
                  <a:pt x="1489" y="122040"/>
                  <a:pt x="4465" y="112068"/>
                </a:cubicBezTo>
                <a:cubicBezTo>
                  <a:pt x="7442" y="102097"/>
                  <a:pt x="9972" y="95102"/>
                  <a:pt x="12056" y="91084"/>
                </a:cubicBezTo>
                <a:cubicBezTo>
                  <a:pt x="14139" y="87065"/>
                  <a:pt x="15776" y="83866"/>
                  <a:pt x="16967" y="81484"/>
                </a:cubicBezTo>
                <a:cubicBezTo>
                  <a:pt x="18455" y="78805"/>
                  <a:pt x="20836" y="77615"/>
                  <a:pt x="24111" y="77912"/>
                </a:cubicBezTo>
                <a:cubicBezTo>
                  <a:pt x="27385" y="78210"/>
                  <a:pt x="29468" y="79996"/>
                  <a:pt x="30361" y="83270"/>
                </a:cubicBezTo>
                <a:cubicBezTo>
                  <a:pt x="33040" y="93986"/>
                  <a:pt x="36463" y="102618"/>
                  <a:pt x="40631" y="109166"/>
                </a:cubicBezTo>
                <a:cubicBezTo>
                  <a:pt x="44500" y="115119"/>
                  <a:pt x="48518" y="119584"/>
                  <a:pt x="52686" y="122561"/>
                </a:cubicBezTo>
                <a:cubicBezTo>
                  <a:pt x="48518" y="104106"/>
                  <a:pt x="48072" y="86396"/>
                  <a:pt x="51346" y="69429"/>
                </a:cubicBezTo>
                <a:cubicBezTo>
                  <a:pt x="53132" y="59011"/>
                  <a:pt x="56332" y="49561"/>
                  <a:pt x="60946" y="41077"/>
                </a:cubicBezTo>
                <a:cubicBezTo>
                  <a:pt x="65559" y="32594"/>
                  <a:pt x="70173" y="25971"/>
                  <a:pt x="74787" y="21209"/>
                </a:cubicBezTo>
                <a:cubicBezTo>
                  <a:pt x="79400" y="16446"/>
                  <a:pt x="84460" y="12354"/>
                  <a:pt x="89967" y="8931"/>
                </a:cubicBezTo>
                <a:cubicBezTo>
                  <a:pt x="95474" y="5508"/>
                  <a:pt x="99343" y="3275"/>
                  <a:pt x="101576" y="2233"/>
                </a:cubicBezTo>
                <a:cubicBezTo>
                  <a:pt x="103808" y="1191"/>
                  <a:pt x="105668" y="522"/>
                  <a:pt x="107157" y="22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37" name="Freeform 36"/>
          <p:cNvSpPr/>
          <p:nvPr/>
        </p:nvSpPr>
        <p:spPr>
          <a:xfrm>
            <a:off x="3557676" y="1965090"/>
            <a:ext cx="197213" cy="147335"/>
          </a:xfrm>
          <a:custGeom>
            <a:avLst/>
            <a:gdLst/>
            <a:ahLst/>
            <a:cxnLst/>
            <a:rect l="l" t="t" r="r" b="b"/>
            <a:pathLst>
              <a:path w="229493" h="171450">
                <a:moveTo>
                  <a:pt x="179487" y="86171"/>
                </a:moveTo>
                <a:cubicBezTo>
                  <a:pt x="169664" y="86171"/>
                  <a:pt x="161107" y="89669"/>
                  <a:pt x="153814" y="96663"/>
                </a:cubicBezTo>
                <a:cubicBezTo>
                  <a:pt x="146522" y="103658"/>
                  <a:pt x="142875" y="111993"/>
                  <a:pt x="142875" y="121667"/>
                </a:cubicBezTo>
                <a:cubicBezTo>
                  <a:pt x="142875" y="131340"/>
                  <a:pt x="146522" y="139675"/>
                  <a:pt x="153814" y="146670"/>
                </a:cubicBezTo>
                <a:cubicBezTo>
                  <a:pt x="161107" y="153665"/>
                  <a:pt x="169664" y="157162"/>
                  <a:pt x="179487" y="157162"/>
                </a:cubicBezTo>
                <a:cubicBezTo>
                  <a:pt x="189310" y="157162"/>
                  <a:pt x="197644" y="153665"/>
                  <a:pt x="204490" y="146670"/>
                </a:cubicBezTo>
                <a:cubicBezTo>
                  <a:pt x="211336" y="139675"/>
                  <a:pt x="214759" y="131266"/>
                  <a:pt x="214759" y="121443"/>
                </a:cubicBezTo>
                <a:cubicBezTo>
                  <a:pt x="214759" y="121443"/>
                  <a:pt x="214759" y="120848"/>
                  <a:pt x="214759" y="119657"/>
                </a:cubicBezTo>
                <a:cubicBezTo>
                  <a:pt x="214462" y="119062"/>
                  <a:pt x="214313" y="118467"/>
                  <a:pt x="214313" y="117872"/>
                </a:cubicBezTo>
                <a:cubicBezTo>
                  <a:pt x="214313" y="116681"/>
                  <a:pt x="214164" y="115341"/>
                  <a:pt x="213866" y="113853"/>
                </a:cubicBezTo>
                <a:cubicBezTo>
                  <a:pt x="212080" y="105816"/>
                  <a:pt x="207988" y="99194"/>
                  <a:pt x="201588" y="93985"/>
                </a:cubicBezTo>
                <a:cubicBezTo>
                  <a:pt x="195188" y="88776"/>
                  <a:pt x="187821" y="86171"/>
                  <a:pt x="179487" y="86171"/>
                </a:cubicBezTo>
                <a:close/>
                <a:moveTo>
                  <a:pt x="50899" y="86171"/>
                </a:moveTo>
                <a:cubicBezTo>
                  <a:pt x="41077" y="86171"/>
                  <a:pt x="32519" y="89669"/>
                  <a:pt x="25227" y="96663"/>
                </a:cubicBezTo>
                <a:cubicBezTo>
                  <a:pt x="17934" y="103658"/>
                  <a:pt x="14288" y="111993"/>
                  <a:pt x="14288" y="121667"/>
                </a:cubicBezTo>
                <a:cubicBezTo>
                  <a:pt x="14288" y="131340"/>
                  <a:pt x="17934" y="139675"/>
                  <a:pt x="25227" y="146670"/>
                </a:cubicBezTo>
                <a:cubicBezTo>
                  <a:pt x="32519" y="153665"/>
                  <a:pt x="41077" y="157162"/>
                  <a:pt x="50899" y="157162"/>
                </a:cubicBezTo>
                <a:cubicBezTo>
                  <a:pt x="60722" y="157162"/>
                  <a:pt x="69056" y="153665"/>
                  <a:pt x="75903" y="146670"/>
                </a:cubicBezTo>
                <a:cubicBezTo>
                  <a:pt x="82749" y="139675"/>
                  <a:pt x="86172" y="131266"/>
                  <a:pt x="86172" y="121443"/>
                </a:cubicBezTo>
                <a:cubicBezTo>
                  <a:pt x="86172" y="111621"/>
                  <a:pt x="82749" y="103286"/>
                  <a:pt x="75903" y="96440"/>
                </a:cubicBezTo>
                <a:cubicBezTo>
                  <a:pt x="69056" y="89594"/>
                  <a:pt x="60722" y="86171"/>
                  <a:pt x="50899" y="86171"/>
                </a:cubicBezTo>
                <a:close/>
                <a:moveTo>
                  <a:pt x="50453" y="0"/>
                </a:moveTo>
                <a:cubicBezTo>
                  <a:pt x="52537" y="0"/>
                  <a:pt x="54248" y="669"/>
                  <a:pt x="55588" y="2009"/>
                </a:cubicBezTo>
                <a:cubicBezTo>
                  <a:pt x="56927" y="3348"/>
                  <a:pt x="57597" y="5060"/>
                  <a:pt x="57597" y="7143"/>
                </a:cubicBezTo>
                <a:cubicBezTo>
                  <a:pt x="57597" y="9227"/>
                  <a:pt x="56927" y="10938"/>
                  <a:pt x="55588" y="12278"/>
                </a:cubicBezTo>
                <a:cubicBezTo>
                  <a:pt x="54248" y="13617"/>
                  <a:pt x="52537" y="14287"/>
                  <a:pt x="50453" y="14287"/>
                </a:cubicBezTo>
                <a:cubicBezTo>
                  <a:pt x="45690" y="14287"/>
                  <a:pt x="41747" y="14734"/>
                  <a:pt x="38621" y="15627"/>
                </a:cubicBezTo>
                <a:cubicBezTo>
                  <a:pt x="35496" y="16520"/>
                  <a:pt x="33263" y="18008"/>
                  <a:pt x="31924" y="20091"/>
                </a:cubicBezTo>
                <a:cubicBezTo>
                  <a:pt x="30584" y="22175"/>
                  <a:pt x="29691" y="24035"/>
                  <a:pt x="29245" y="25672"/>
                </a:cubicBezTo>
                <a:cubicBezTo>
                  <a:pt x="28798" y="27310"/>
                  <a:pt x="28278" y="29765"/>
                  <a:pt x="27682" y="33039"/>
                </a:cubicBezTo>
                <a:cubicBezTo>
                  <a:pt x="27385" y="34825"/>
                  <a:pt x="27236" y="36165"/>
                  <a:pt x="27236" y="37058"/>
                </a:cubicBezTo>
                <a:cubicBezTo>
                  <a:pt x="27236" y="37355"/>
                  <a:pt x="26194" y="43085"/>
                  <a:pt x="24110" y="54247"/>
                </a:cubicBezTo>
                <a:cubicBezTo>
                  <a:pt x="22027" y="65410"/>
                  <a:pt x="20390" y="75009"/>
                  <a:pt x="19199" y="83046"/>
                </a:cubicBezTo>
                <a:cubicBezTo>
                  <a:pt x="28426" y="75604"/>
                  <a:pt x="38993" y="71884"/>
                  <a:pt x="50899" y="71884"/>
                </a:cubicBezTo>
                <a:cubicBezTo>
                  <a:pt x="59829" y="71884"/>
                  <a:pt x="68089" y="74116"/>
                  <a:pt x="75679" y="78581"/>
                </a:cubicBezTo>
                <a:cubicBezTo>
                  <a:pt x="83270" y="83046"/>
                  <a:pt x="89297" y="88999"/>
                  <a:pt x="93762" y="96440"/>
                </a:cubicBezTo>
                <a:cubicBezTo>
                  <a:pt x="100013" y="93761"/>
                  <a:pt x="107008" y="92422"/>
                  <a:pt x="114747" y="92422"/>
                </a:cubicBezTo>
                <a:cubicBezTo>
                  <a:pt x="122486" y="92422"/>
                  <a:pt x="129630" y="93613"/>
                  <a:pt x="136178" y="95994"/>
                </a:cubicBezTo>
                <a:cubicBezTo>
                  <a:pt x="140643" y="88552"/>
                  <a:pt x="146745" y="82674"/>
                  <a:pt x="154484" y="78358"/>
                </a:cubicBezTo>
                <a:cubicBezTo>
                  <a:pt x="162223" y="74042"/>
                  <a:pt x="170557" y="71884"/>
                  <a:pt x="179487" y="71884"/>
                </a:cubicBezTo>
                <a:cubicBezTo>
                  <a:pt x="190500" y="71884"/>
                  <a:pt x="200472" y="75307"/>
                  <a:pt x="209401" y="82153"/>
                </a:cubicBezTo>
                <a:cubicBezTo>
                  <a:pt x="208211" y="74116"/>
                  <a:pt x="206648" y="64665"/>
                  <a:pt x="204713" y="53801"/>
                </a:cubicBezTo>
                <a:cubicBezTo>
                  <a:pt x="202779" y="42937"/>
                  <a:pt x="201811" y="37355"/>
                  <a:pt x="201811" y="37058"/>
                </a:cubicBezTo>
                <a:cubicBezTo>
                  <a:pt x="201514" y="36165"/>
                  <a:pt x="201216" y="34825"/>
                  <a:pt x="200918" y="33039"/>
                </a:cubicBezTo>
                <a:cubicBezTo>
                  <a:pt x="200621" y="29765"/>
                  <a:pt x="200248" y="27310"/>
                  <a:pt x="199802" y="25672"/>
                </a:cubicBezTo>
                <a:cubicBezTo>
                  <a:pt x="199356" y="24035"/>
                  <a:pt x="198388" y="22175"/>
                  <a:pt x="196900" y="20091"/>
                </a:cubicBezTo>
                <a:cubicBezTo>
                  <a:pt x="195412" y="18008"/>
                  <a:pt x="193179" y="16520"/>
                  <a:pt x="190203" y="15627"/>
                </a:cubicBezTo>
                <a:cubicBezTo>
                  <a:pt x="187226" y="14734"/>
                  <a:pt x="183208" y="14287"/>
                  <a:pt x="178148" y="14287"/>
                </a:cubicBezTo>
                <a:cubicBezTo>
                  <a:pt x="176362" y="14287"/>
                  <a:pt x="174724" y="13617"/>
                  <a:pt x="173236" y="12278"/>
                </a:cubicBezTo>
                <a:cubicBezTo>
                  <a:pt x="171748" y="10938"/>
                  <a:pt x="171004" y="9227"/>
                  <a:pt x="171004" y="7143"/>
                </a:cubicBezTo>
                <a:cubicBezTo>
                  <a:pt x="171004" y="5060"/>
                  <a:pt x="171748" y="3348"/>
                  <a:pt x="173236" y="2009"/>
                </a:cubicBezTo>
                <a:cubicBezTo>
                  <a:pt x="174724" y="669"/>
                  <a:pt x="176362" y="0"/>
                  <a:pt x="178148" y="0"/>
                </a:cubicBezTo>
                <a:cubicBezTo>
                  <a:pt x="185887" y="0"/>
                  <a:pt x="192361" y="1041"/>
                  <a:pt x="197570" y="3125"/>
                </a:cubicBezTo>
                <a:cubicBezTo>
                  <a:pt x="202779" y="5209"/>
                  <a:pt x="206499" y="8185"/>
                  <a:pt x="208732" y="12055"/>
                </a:cubicBezTo>
                <a:cubicBezTo>
                  <a:pt x="210964" y="15924"/>
                  <a:pt x="212452" y="19124"/>
                  <a:pt x="213197" y="21654"/>
                </a:cubicBezTo>
                <a:cubicBezTo>
                  <a:pt x="213941" y="24184"/>
                  <a:pt x="214610" y="27384"/>
                  <a:pt x="215206" y="31254"/>
                </a:cubicBezTo>
                <a:cubicBezTo>
                  <a:pt x="215503" y="33039"/>
                  <a:pt x="215652" y="34230"/>
                  <a:pt x="215652" y="34825"/>
                </a:cubicBezTo>
                <a:cubicBezTo>
                  <a:pt x="224880" y="89297"/>
                  <a:pt x="229493" y="116681"/>
                  <a:pt x="229493" y="116979"/>
                </a:cubicBezTo>
                <a:cubicBezTo>
                  <a:pt x="229493" y="117574"/>
                  <a:pt x="229344" y="118318"/>
                  <a:pt x="229047" y="119211"/>
                </a:cubicBezTo>
                <a:cubicBezTo>
                  <a:pt x="229047" y="119509"/>
                  <a:pt x="229047" y="119881"/>
                  <a:pt x="229047" y="120327"/>
                </a:cubicBezTo>
                <a:cubicBezTo>
                  <a:pt x="229047" y="120774"/>
                  <a:pt x="229047" y="121146"/>
                  <a:pt x="229047" y="121443"/>
                </a:cubicBezTo>
                <a:cubicBezTo>
                  <a:pt x="229047" y="135433"/>
                  <a:pt x="224210" y="147265"/>
                  <a:pt x="214536" y="156939"/>
                </a:cubicBezTo>
                <a:cubicBezTo>
                  <a:pt x="204862" y="166613"/>
                  <a:pt x="193105" y="171450"/>
                  <a:pt x="179264" y="171450"/>
                </a:cubicBezTo>
                <a:cubicBezTo>
                  <a:pt x="165423" y="171450"/>
                  <a:pt x="153516" y="166538"/>
                  <a:pt x="143545" y="156716"/>
                </a:cubicBezTo>
                <a:cubicBezTo>
                  <a:pt x="133573" y="146893"/>
                  <a:pt x="128588" y="135136"/>
                  <a:pt x="128588" y="121443"/>
                </a:cubicBezTo>
                <a:cubicBezTo>
                  <a:pt x="128588" y="117574"/>
                  <a:pt x="129183" y="113555"/>
                  <a:pt x="130374" y="109388"/>
                </a:cubicBezTo>
                <a:cubicBezTo>
                  <a:pt x="125611" y="107602"/>
                  <a:pt x="120402" y="106709"/>
                  <a:pt x="114747" y="106709"/>
                </a:cubicBezTo>
                <a:cubicBezTo>
                  <a:pt x="108794" y="106709"/>
                  <a:pt x="103585" y="107602"/>
                  <a:pt x="99120" y="109388"/>
                </a:cubicBezTo>
                <a:cubicBezTo>
                  <a:pt x="100013" y="113555"/>
                  <a:pt x="100459" y="117574"/>
                  <a:pt x="100459" y="121443"/>
                </a:cubicBezTo>
                <a:cubicBezTo>
                  <a:pt x="100459" y="135433"/>
                  <a:pt x="95622" y="147265"/>
                  <a:pt x="85948" y="156939"/>
                </a:cubicBezTo>
                <a:cubicBezTo>
                  <a:pt x="76275" y="166613"/>
                  <a:pt x="64517" y="171450"/>
                  <a:pt x="50676" y="171450"/>
                </a:cubicBezTo>
                <a:cubicBezTo>
                  <a:pt x="36835" y="171450"/>
                  <a:pt x="24929" y="166538"/>
                  <a:pt x="14957" y="156716"/>
                </a:cubicBezTo>
                <a:cubicBezTo>
                  <a:pt x="4986" y="146893"/>
                  <a:pt x="0" y="135136"/>
                  <a:pt x="0" y="121443"/>
                </a:cubicBezTo>
                <a:cubicBezTo>
                  <a:pt x="0" y="121146"/>
                  <a:pt x="149" y="120104"/>
                  <a:pt x="447" y="118318"/>
                </a:cubicBezTo>
                <a:cubicBezTo>
                  <a:pt x="149" y="117723"/>
                  <a:pt x="0" y="117127"/>
                  <a:pt x="0" y="116532"/>
                </a:cubicBezTo>
                <a:cubicBezTo>
                  <a:pt x="298" y="111770"/>
                  <a:pt x="4614" y="84534"/>
                  <a:pt x="12948" y="34825"/>
                </a:cubicBezTo>
                <a:cubicBezTo>
                  <a:pt x="13246" y="34230"/>
                  <a:pt x="13395" y="33039"/>
                  <a:pt x="13395" y="31254"/>
                </a:cubicBezTo>
                <a:cubicBezTo>
                  <a:pt x="13990" y="27384"/>
                  <a:pt x="14660" y="24184"/>
                  <a:pt x="15404" y="21654"/>
                </a:cubicBezTo>
                <a:cubicBezTo>
                  <a:pt x="16148" y="19124"/>
                  <a:pt x="17711" y="15924"/>
                  <a:pt x="20092" y="12055"/>
                </a:cubicBezTo>
                <a:cubicBezTo>
                  <a:pt x="22473" y="8185"/>
                  <a:pt x="26194" y="5209"/>
                  <a:pt x="31254" y="3125"/>
                </a:cubicBezTo>
                <a:cubicBezTo>
                  <a:pt x="36314" y="1041"/>
                  <a:pt x="42714" y="0"/>
                  <a:pt x="5045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38" name="Freeform 37"/>
          <p:cNvSpPr/>
          <p:nvPr/>
        </p:nvSpPr>
        <p:spPr>
          <a:xfrm>
            <a:off x="3910380" y="1940534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3407" y="135731"/>
                </a:moveTo>
                <a:cubicBezTo>
                  <a:pt x="111621" y="135731"/>
                  <a:pt x="109835" y="136326"/>
                  <a:pt x="108049" y="137517"/>
                </a:cubicBezTo>
                <a:lnTo>
                  <a:pt x="76349" y="166538"/>
                </a:lnTo>
                <a:cubicBezTo>
                  <a:pt x="76349" y="166836"/>
                  <a:pt x="76349" y="166985"/>
                  <a:pt x="76349" y="166985"/>
                </a:cubicBezTo>
                <a:cubicBezTo>
                  <a:pt x="76051" y="167282"/>
                  <a:pt x="75604" y="167580"/>
                  <a:pt x="75009" y="167878"/>
                </a:cubicBezTo>
                <a:lnTo>
                  <a:pt x="24556" y="214312"/>
                </a:lnTo>
                <a:lnTo>
                  <a:pt x="204936" y="214312"/>
                </a:lnTo>
                <a:lnTo>
                  <a:pt x="119211" y="137517"/>
                </a:lnTo>
                <a:cubicBezTo>
                  <a:pt x="117723" y="136326"/>
                  <a:pt x="115788" y="135731"/>
                  <a:pt x="113407" y="135731"/>
                </a:cubicBezTo>
                <a:close/>
                <a:moveTo>
                  <a:pt x="214312" y="122783"/>
                </a:moveTo>
                <a:lnTo>
                  <a:pt x="169217" y="162966"/>
                </a:lnTo>
                <a:lnTo>
                  <a:pt x="214312" y="203597"/>
                </a:lnTo>
                <a:close/>
                <a:moveTo>
                  <a:pt x="14287" y="121443"/>
                </a:moveTo>
                <a:lnTo>
                  <a:pt x="14287" y="204489"/>
                </a:lnTo>
                <a:lnTo>
                  <a:pt x="60275" y="162073"/>
                </a:lnTo>
                <a:close/>
                <a:moveTo>
                  <a:pt x="114746" y="13841"/>
                </a:moveTo>
                <a:cubicBezTo>
                  <a:pt x="112663" y="13841"/>
                  <a:pt x="111026" y="14585"/>
                  <a:pt x="109835" y="16073"/>
                </a:cubicBezTo>
                <a:lnTo>
                  <a:pt x="23217" y="98673"/>
                </a:lnTo>
                <a:lnTo>
                  <a:pt x="22770" y="98673"/>
                </a:lnTo>
                <a:lnTo>
                  <a:pt x="16966" y="104923"/>
                </a:lnTo>
                <a:lnTo>
                  <a:pt x="70991" y="152251"/>
                </a:lnTo>
                <a:lnTo>
                  <a:pt x="98673" y="126801"/>
                </a:lnTo>
                <a:cubicBezTo>
                  <a:pt x="103138" y="123229"/>
                  <a:pt x="108123" y="121443"/>
                  <a:pt x="113630" y="121443"/>
                </a:cubicBezTo>
                <a:cubicBezTo>
                  <a:pt x="119137" y="121443"/>
                  <a:pt x="123974" y="123080"/>
                  <a:pt x="128141" y="126355"/>
                </a:cubicBezTo>
                <a:lnTo>
                  <a:pt x="158502" y="153590"/>
                </a:lnTo>
                <a:lnTo>
                  <a:pt x="212526" y="105370"/>
                </a:lnTo>
                <a:lnTo>
                  <a:pt x="200025" y="92868"/>
                </a:lnTo>
                <a:lnTo>
                  <a:pt x="200471" y="92868"/>
                </a:lnTo>
                <a:lnTo>
                  <a:pt x="119658" y="16073"/>
                </a:lnTo>
                <a:cubicBezTo>
                  <a:pt x="118467" y="14585"/>
                  <a:pt x="116830" y="13841"/>
                  <a:pt x="114746" y="13841"/>
                </a:cubicBezTo>
                <a:close/>
                <a:moveTo>
                  <a:pt x="114746" y="0"/>
                </a:moveTo>
                <a:cubicBezTo>
                  <a:pt x="120699" y="0"/>
                  <a:pt x="125759" y="2083"/>
                  <a:pt x="129927" y="6250"/>
                </a:cubicBezTo>
                <a:lnTo>
                  <a:pt x="223242" y="95994"/>
                </a:lnTo>
                <a:cubicBezTo>
                  <a:pt x="224135" y="96887"/>
                  <a:pt x="224879" y="97780"/>
                  <a:pt x="225474" y="98673"/>
                </a:cubicBezTo>
                <a:lnTo>
                  <a:pt x="225921" y="98673"/>
                </a:lnTo>
                <a:cubicBezTo>
                  <a:pt x="227409" y="100756"/>
                  <a:pt x="228302" y="103138"/>
                  <a:pt x="228600" y="105816"/>
                </a:cubicBezTo>
                <a:cubicBezTo>
                  <a:pt x="228600" y="106412"/>
                  <a:pt x="228600" y="107007"/>
                  <a:pt x="228600" y="107602"/>
                </a:cubicBezTo>
                <a:lnTo>
                  <a:pt x="228600" y="214312"/>
                </a:lnTo>
                <a:cubicBezTo>
                  <a:pt x="228600" y="218182"/>
                  <a:pt x="227186" y="221530"/>
                  <a:pt x="224358" y="224358"/>
                </a:cubicBezTo>
                <a:cubicBezTo>
                  <a:pt x="221530" y="227186"/>
                  <a:pt x="218182" y="228600"/>
                  <a:pt x="214312" y="228600"/>
                </a:cubicBezTo>
                <a:lnTo>
                  <a:pt x="14287" y="228600"/>
                </a:lnTo>
                <a:cubicBezTo>
                  <a:pt x="10418" y="228600"/>
                  <a:pt x="7069" y="227186"/>
                  <a:pt x="4241" y="224358"/>
                </a:cubicBezTo>
                <a:cubicBezTo>
                  <a:pt x="1414" y="221530"/>
                  <a:pt x="0" y="218182"/>
                  <a:pt x="0" y="214312"/>
                </a:cubicBezTo>
                <a:lnTo>
                  <a:pt x="0" y="107156"/>
                </a:lnTo>
                <a:cubicBezTo>
                  <a:pt x="0" y="103286"/>
                  <a:pt x="2083" y="99417"/>
                  <a:pt x="6251" y="95547"/>
                </a:cubicBezTo>
                <a:lnTo>
                  <a:pt x="99566" y="6250"/>
                </a:lnTo>
                <a:cubicBezTo>
                  <a:pt x="103733" y="2083"/>
                  <a:pt x="108793" y="0"/>
                  <a:pt x="1147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39" name="Freeform 38"/>
          <p:cNvSpPr/>
          <p:nvPr/>
        </p:nvSpPr>
        <p:spPr>
          <a:xfrm>
            <a:off x="4262317" y="1940534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3407" y="134838"/>
                </a:moveTo>
                <a:cubicBezTo>
                  <a:pt x="111621" y="134838"/>
                  <a:pt x="109835" y="135582"/>
                  <a:pt x="108049" y="137070"/>
                </a:cubicBezTo>
                <a:lnTo>
                  <a:pt x="77242" y="165645"/>
                </a:lnTo>
                <a:cubicBezTo>
                  <a:pt x="76944" y="165943"/>
                  <a:pt x="76646" y="166389"/>
                  <a:pt x="76349" y="166985"/>
                </a:cubicBezTo>
                <a:cubicBezTo>
                  <a:pt x="75753" y="167580"/>
                  <a:pt x="74860" y="168175"/>
                  <a:pt x="73670" y="168771"/>
                </a:cubicBezTo>
                <a:lnTo>
                  <a:pt x="24556" y="214312"/>
                </a:lnTo>
                <a:lnTo>
                  <a:pt x="204936" y="214312"/>
                </a:lnTo>
                <a:lnTo>
                  <a:pt x="119211" y="136624"/>
                </a:lnTo>
                <a:cubicBezTo>
                  <a:pt x="117723" y="135433"/>
                  <a:pt x="115788" y="134838"/>
                  <a:pt x="113407" y="134838"/>
                </a:cubicBezTo>
                <a:close/>
                <a:moveTo>
                  <a:pt x="214312" y="122783"/>
                </a:moveTo>
                <a:lnTo>
                  <a:pt x="169217" y="162966"/>
                </a:lnTo>
                <a:lnTo>
                  <a:pt x="214312" y="203597"/>
                </a:lnTo>
                <a:close/>
                <a:moveTo>
                  <a:pt x="14287" y="121443"/>
                </a:moveTo>
                <a:lnTo>
                  <a:pt x="14287" y="204489"/>
                </a:lnTo>
                <a:lnTo>
                  <a:pt x="59829" y="162073"/>
                </a:lnTo>
                <a:close/>
                <a:moveTo>
                  <a:pt x="42862" y="79027"/>
                </a:moveTo>
                <a:lnTo>
                  <a:pt x="23217" y="98673"/>
                </a:lnTo>
                <a:lnTo>
                  <a:pt x="22770" y="98673"/>
                </a:lnTo>
                <a:lnTo>
                  <a:pt x="16966" y="104923"/>
                </a:lnTo>
                <a:lnTo>
                  <a:pt x="42862" y="127694"/>
                </a:lnTo>
                <a:close/>
                <a:moveTo>
                  <a:pt x="185737" y="78134"/>
                </a:moveTo>
                <a:lnTo>
                  <a:pt x="185737" y="129034"/>
                </a:lnTo>
                <a:lnTo>
                  <a:pt x="212526" y="105370"/>
                </a:lnTo>
                <a:lnTo>
                  <a:pt x="200025" y="92868"/>
                </a:lnTo>
                <a:lnTo>
                  <a:pt x="200471" y="92868"/>
                </a:lnTo>
                <a:close/>
                <a:moveTo>
                  <a:pt x="57150" y="42416"/>
                </a:moveTo>
                <a:lnTo>
                  <a:pt x="57150" y="140196"/>
                </a:lnTo>
                <a:lnTo>
                  <a:pt x="70544" y="152251"/>
                </a:lnTo>
                <a:lnTo>
                  <a:pt x="98673" y="125908"/>
                </a:lnTo>
                <a:cubicBezTo>
                  <a:pt x="103138" y="122336"/>
                  <a:pt x="108123" y="120550"/>
                  <a:pt x="113630" y="120550"/>
                </a:cubicBezTo>
                <a:cubicBezTo>
                  <a:pt x="119137" y="120550"/>
                  <a:pt x="123974" y="122188"/>
                  <a:pt x="128141" y="125462"/>
                </a:cubicBezTo>
                <a:lnTo>
                  <a:pt x="158502" y="153144"/>
                </a:lnTo>
                <a:lnTo>
                  <a:pt x="171450" y="141982"/>
                </a:lnTo>
                <a:lnTo>
                  <a:pt x="171450" y="42416"/>
                </a:lnTo>
                <a:close/>
                <a:moveTo>
                  <a:pt x="114746" y="13841"/>
                </a:moveTo>
                <a:cubicBezTo>
                  <a:pt x="112663" y="13841"/>
                  <a:pt x="111026" y="14585"/>
                  <a:pt x="109835" y="16073"/>
                </a:cubicBezTo>
                <a:lnTo>
                  <a:pt x="95101" y="28128"/>
                </a:lnTo>
                <a:lnTo>
                  <a:pt x="134392" y="28128"/>
                </a:lnTo>
                <a:lnTo>
                  <a:pt x="119658" y="16073"/>
                </a:lnTo>
                <a:cubicBezTo>
                  <a:pt x="118467" y="14585"/>
                  <a:pt x="116830" y="13841"/>
                  <a:pt x="114746" y="13841"/>
                </a:cubicBezTo>
                <a:close/>
                <a:moveTo>
                  <a:pt x="114746" y="0"/>
                </a:moveTo>
                <a:cubicBezTo>
                  <a:pt x="120699" y="0"/>
                  <a:pt x="125759" y="2083"/>
                  <a:pt x="129927" y="6250"/>
                </a:cubicBezTo>
                <a:lnTo>
                  <a:pt x="155823" y="28128"/>
                </a:lnTo>
                <a:lnTo>
                  <a:pt x="178593" y="28128"/>
                </a:lnTo>
                <a:cubicBezTo>
                  <a:pt x="180677" y="28128"/>
                  <a:pt x="182389" y="28872"/>
                  <a:pt x="183728" y="30361"/>
                </a:cubicBezTo>
                <a:cubicBezTo>
                  <a:pt x="185067" y="31849"/>
                  <a:pt x="185737" y="33486"/>
                  <a:pt x="185737" y="35272"/>
                </a:cubicBezTo>
                <a:lnTo>
                  <a:pt x="185737" y="58489"/>
                </a:lnTo>
                <a:lnTo>
                  <a:pt x="223242" y="95994"/>
                </a:lnTo>
                <a:cubicBezTo>
                  <a:pt x="224135" y="96887"/>
                  <a:pt x="224879" y="97780"/>
                  <a:pt x="225474" y="98673"/>
                </a:cubicBezTo>
                <a:lnTo>
                  <a:pt x="225921" y="98673"/>
                </a:lnTo>
                <a:cubicBezTo>
                  <a:pt x="227409" y="100756"/>
                  <a:pt x="228302" y="103138"/>
                  <a:pt x="228600" y="105816"/>
                </a:cubicBezTo>
                <a:cubicBezTo>
                  <a:pt x="228600" y="106412"/>
                  <a:pt x="228600" y="107007"/>
                  <a:pt x="228600" y="107602"/>
                </a:cubicBezTo>
                <a:lnTo>
                  <a:pt x="228600" y="214312"/>
                </a:lnTo>
                <a:cubicBezTo>
                  <a:pt x="228600" y="218182"/>
                  <a:pt x="227186" y="221530"/>
                  <a:pt x="224358" y="224358"/>
                </a:cubicBezTo>
                <a:cubicBezTo>
                  <a:pt x="221530" y="227186"/>
                  <a:pt x="218182" y="228600"/>
                  <a:pt x="214312" y="228600"/>
                </a:cubicBezTo>
                <a:lnTo>
                  <a:pt x="14287" y="228600"/>
                </a:lnTo>
                <a:cubicBezTo>
                  <a:pt x="10418" y="228600"/>
                  <a:pt x="7069" y="227186"/>
                  <a:pt x="4241" y="224358"/>
                </a:cubicBezTo>
                <a:cubicBezTo>
                  <a:pt x="1414" y="221530"/>
                  <a:pt x="0" y="218182"/>
                  <a:pt x="0" y="214312"/>
                </a:cubicBezTo>
                <a:lnTo>
                  <a:pt x="0" y="107156"/>
                </a:lnTo>
                <a:cubicBezTo>
                  <a:pt x="0" y="102096"/>
                  <a:pt x="2083" y="98226"/>
                  <a:pt x="6251" y="95547"/>
                </a:cubicBezTo>
                <a:lnTo>
                  <a:pt x="42862" y="58936"/>
                </a:lnTo>
                <a:lnTo>
                  <a:pt x="42862" y="35272"/>
                </a:lnTo>
                <a:cubicBezTo>
                  <a:pt x="42862" y="33486"/>
                  <a:pt x="43532" y="31849"/>
                  <a:pt x="44871" y="30361"/>
                </a:cubicBezTo>
                <a:cubicBezTo>
                  <a:pt x="46211" y="28872"/>
                  <a:pt x="47922" y="28128"/>
                  <a:pt x="50006" y="28128"/>
                </a:cubicBezTo>
                <a:lnTo>
                  <a:pt x="73670" y="28128"/>
                </a:lnTo>
                <a:lnTo>
                  <a:pt x="99566" y="6250"/>
                </a:lnTo>
                <a:cubicBezTo>
                  <a:pt x="103733" y="2083"/>
                  <a:pt x="108793" y="0"/>
                  <a:pt x="1147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40" name="Freeform 39"/>
          <p:cNvSpPr/>
          <p:nvPr/>
        </p:nvSpPr>
        <p:spPr>
          <a:xfrm>
            <a:off x="4614255" y="1940535"/>
            <a:ext cx="129576" cy="196446"/>
          </a:xfrm>
          <a:custGeom>
            <a:avLst/>
            <a:gdLst/>
            <a:ahLst/>
            <a:cxnLst/>
            <a:rect l="l" t="t" r="r" b="b"/>
            <a:pathLst>
              <a:path w="150785" h="228600">
                <a:moveTo>
                  <a:pt x="94146" y="14287"/>
                </a:moveTo>
                <a:lnTo>
                  <a:pt x="14671" y="120550"/>
                </a:lnTo>
                <a:lnTo>
                  <a:pt x="72714" y="120997"/>
                </a:lnTo>
                <a:lnTo>
                  <a:pt x="56641" y="214312"/>
                </a:lnTo>
                <a:lnTo>
                  <a:pt x="136115" y="99119"/>
                </a:lnTo>
                <a:lnTo>
                  <a:pt x="78072" y="99119"/>
                </a:lnTo>
                <a:close/>
                <a:moveTo>
                  <a:pt x="92806" y="0"/>
                </a:moveTo>
                <a:cubicBezTo>
                  <a:pt x="93104" y="0"/>
                  <a:pt x="93550" y="0"/>
                  <a:pt x="94146" y="0"/>
                </a:cubicBezTo>
                <a:cubicBezTo>
                  <a:pt x="94146" y="0"/>
                  <a:pt x="94294" y="0"/>
                  <a:pt x="94592" y="0"/>
                </a:cubicBezTo>
                <a:cubicBezTo>
                  <a:pt x="98462" y="297"/>
                  <a:pt x="101736" y="1786"/>
                  <a:pt x="104415" y="4464"/>
                </a:cubicBezTo>
                <a:cubicBezTo>
                  <a:pt x="107094" y="7143"/>
                  <a:pt x="108433" y="10418"/>
                  <a:pt x="108433" y="14287"/>
                </a:cubicBezTo>
                <a:cubicBezTo>
                  <a:pt x="108433" y="15478"/>
                  <a:pt x="108284" y="16668"/>
                  <a:pt x="107987" y="17859"/>
                </a:cubicBezTo>
                <a:lnTo>
                  <a:pt x="95039" y="84832"/>
                </a:lnTo>
                <a:lnTo>
                  <a:pt x="136562" y="84832"/>
                </a:lnTo>
                <a:cubicBezTo>
                  <a:pt x="142217" y="85129"/>
                  <a:pt x="146384" y="87808"/>
                  <a:pt x="149063" y="92868"/>
                </a:cubicBezTo>
                <a:cubicBezTo>
                  <a:pt x="151742" y="97929"/>
                  <a:pt x="151296" y="102840"/>
                  <a:pt x="147724" y="107602"/>
                </a:cubicBezTo>
                <a:lnTo>
                  <a:pt x="67803" y="222349"/>
                </a:lnTo>
                <a:cubicBezTo>
                  <a:pt x="64826" y="226516"/>
                  <a:pt x="61106" y="228600"/>
                  <a:pt x="56641" y="228600"/>
                </a:cubicBezTo>
                <a:cubicBezTo>
                  <a:pt x="54855" y="228600"/>
                  <a:pt x="53069" y="228153"/>
                  <a:pt x="51283" y="227260"/>
                </a:cubicBezTo>
                <a:cubicBezTo>
                  <a:pt x="48009" y="226070"/>
                  <a:pt x="45628" y="223986"/>
                  <a:pt x="44139" y="221009"/>
                </a:cubicBezTo>
                <a:cubicBezTo>
                  <a:pt x="42651" y="218033"/>
                  <a:pt x="42205" y="214907"/>
                  <a:pt x="42800" y="211633"/>
                </a:cubicBezTo>
                <a:lnTo>
                  <a:pt x="55748" y="135284"/>
                </a:lnTo>
                <a:lnTo>
                  <a:pt x="14225" y="134838"/>
                </a:lnTo>
                <a:cubicBezTo>
                  <a:pt x="8569" y="134838"/>
                  <a:pt x="4402" y="132233"/>
                  <a:pt x="1723" y="127024"/>
                </a:cubicBezTo>
                <a:cubicBezTo>
                  <a:pt x="-956" y="121815"/>
                  <a:pt x="-509" y="116830"/>
                  <a:pt x="3063" y="112067"/>
                </a:cubicBezTo>
                <a:lnTo>
                  <a:pt x="82983" y="6250"/>
                </a:lnTo>
                <a:cubicBezTo>
                  <a:pt x="83281" y="5953"/>
                  <a:pt x="83579" y="5655"/>
                  <a:pt x="83876" y="5357"/>
                </a:cubicBezTo>
                <a:cubicBezTo>
                  <a:pt x="84769" y="4167"/>
                  <a:pt x="85662" y="3274"/>
                  <a:pt x="86555" y="2679"/>
                </a:cubicBezTo>
                <a:cubicBezTo>
                  <a:pt x="88639" y="1190"/>
                  <a:pt x="90723" y="297"/>
                  <a:pt x="928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41" name="Freeform 40"/>
          <p:cNvSpPr/>
          <p:nvPr/>
        </p:nvSpPr>
        <p:spPr>
          <a:xfrm>
            <a:off x="4899320" y="1940534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4025" y="135508"/>
                </a:moveTo>
                <a:cubicBezTo>
                  <a:pt x="55811" y="134763"/>
                  <a:pt x="57597" y="134763"/>
                  <a:pt x="59383" y="135508"/>
                </a:cubicBezTo>
                <a:cubicBezTo>
                  <a:pt x="61169" y="136252"/>
                  <a:pt x="62508" y="137517"/>
                  <a:pt x="63401" y="139303"/>
                </a:cubicBezTo>
                <a:cubicBezTo>
                  <a:pt x="63996" y="140196"/>
                  <a:pt x="64740" y="141461"/>
                  <a:pt x="65633" y="143098"/>
                </a:cubicBezTo>
                <a:cubicBezTo>
                  <a:pt x="66526" y="144735"/>
                  <a:pt x="68461" y="147414"/>
                  <a:pt x="71438" y="151135"/>
                </a:cubicBezTo>
                <a:cubicBezTo>
                  <a:pt x="74414" y="154855"/>
                  <a:pt x="77614" y="158130"/>
                  <a:pt x="81037" y="160957"/>
                </a:cubicBezTo>
                <a:cubicBezTo>
                  <a:pt x="84460" y="163785"/>
                  <a:pt x="89074" y="166315"/>
                  <a:pt x="94878" y="168547"/>
                </a:cubicBezTo>
                <a:cubicBezTo>
                  <a:pt x="100682" y="170780"/>
                  <a:pt x="106710" y="171896"/>
                  <a:pt x="112961" y="171896"/>
                </a:cubicBezTo>
                <a:cubicBezTo>
                  <a:pt x="113258" y="171896"/>
                  <a:pt x="113482" y="171896"/>
                  <a:pt x="113631" y="171896"/>
                </a:cubicBezTo>
                <a:cubicBezTo>
                  <a:pt x="113779" y="171896"/>
                  <a:pt x="113854" y="171896"/>
                  <a:pt x="113854" y="171896"/>
                </a:cubicBezTo>
                <a:cubicBezTo>
                  <a:pt x="120700" y="171598"/>
                  <a:pt x="127099" y="170333"/>
                  <a:pt x="133053" y="168101"/>
                </a:cubicBezTo>
                <a:cubicBezTo>
                  <a:pt x="139006" y="165869"/>
                  <a:pt x="143768" y="163338"/>
                  <a:pt x="147340" y="160511"/>
                </a:cubicBezTo>
                <a:cubicBezTo>
                  <a:pt x="150912" y="157683"/>
                  <a:pt x="154261" y="154409"/>
                  <a:pt x="157386" y="150688"/>
                </a:cubicBezTo>
                <a:cubicBezTo>
                  <a:pt x="160511" y="146967"/>
                  <a:pt x="162446" y="144363"/>
                  <a:pt x="163190" y="142875"/>
                </a:cubicBezTo>
                <a:cubicBezTo>
                  <a:pt x="163934" y="141386"/>
                  <a:pt x="164604" y="140196"/>
                  <a:pt x="165199" y="139303"/>
                </a:cubicBezTo>
                <a:cubicBezTo>
                  <a:pt x="165795" y="137517"/>
                  <a:pt x="167060" y="136252"/>
                  <a:pt x="168995" y="135508"/>
                </a:cubicBezTo>
                <a:cubicBezTo>
                  <a:pt x="170929" y="134763"/>
                  <a:pt x="172790" y="134763"/>
                  <a:pt x="174576" y="135508"/>
                </a:cubicBezTo>
                <a:cubicBezTo>
                  <a:pt x="176362" y="136252"/>
                  <a:pt x="177552" y="137591"/>
                  <a:pt x="178148" y="139526"/>
                </a:cubicBezTo>
                <a:cubicBezTo>
                  <a:pt x="178743" y="141461"/>
                  <a:pt x="178743" y="143321"/>
                  <a:pt x="178148" y="145107"/>
                </a:cubicBezTo>
                <a:cubicBezTo>
                  <a:pt x="177552" y="146298"/>
                  <a:pt x="176659" y="147935"/>
                  <a:pt x="175469" y="150018"/>
                </a:cubicBezTo>
                <a:cubicBezTo>
                  <a:pt x="174278" y="152102"/>
                  <a:pt x="171822" y="155376"/>
                  <a:pt x="168102" y="159841"/>
                </a:cubicBezTo>
                <a:cubicBezTo>
                  <a:pt x="164381" y="164306"/>
                  <a:pt x="160288" y="168324"/>
                  <a:pt x="155823" y="171896"/>
                </a:cubicBezTo>
                <a:cubicBezTo>
                  <a:pt x="151358" y="175468"/>
                  <a:pt x="145405" y="178668"/>
                  <a:pt x="137964" y="181496"/>
                </a:cubicBezTo>
                <a:cubicBezTo>
                  <a:pt x="130523" y="184323"/>
                  <a:pt x="122486" y="185886"/>
                  <a:pt x="113854" y="186184"/>
                </a:cubicBezTo>
                <a:cubicBezTo>
                  <a:pt x="113854" y="186184"/>
                  <a:pt x="113779" y="186184"/>
                  <a:pt x="113631" y="186184"/>
                </a:cubicBezTo>
                <a:cubicBezTo>
                  <a:pt x="113482" y="186184"/>
                  <a:pt x="113258" y="186184"/>
                  <a:pt x="112961" y="186184"/>
                </a:cubicBezTo>
                <a:cubicBezTo>
                  <a:pt x="104924" y="186184"/>
                  <a:pt x="97259" y="184770"/>
                  <a:pt x="89967" y="181942"/>
                </a:cubicBezTo>
                <a:cubicBezTo>
                  <a:pt x="82674" y="179114"/>
                  <a:pt x="76796" y="175914"/>
                  <a:pt x="72331" y="172343"/>
                </a:cubicBezTo>
                <a:cubicBezTo>
                  <a:pt x="67866" y="168771"/>
                  <a:pt x="63773" y="164678"/>
                  <a:pt x="60052" y="160064"/>
                </a:cubicBezTo>
                <a:cubicBezTo>
                  <a:pt x="56332" y="155451"/>
                  <a:pt x="53950" y="152102"/>
                  <a:pt x="52909" y="150018"/>
                </a:cubicBezTo>
                <a:cubicBezTo>
                  <a:pt x="51867" y="147935"/>
                  <a:pt x="51048" y="146298"/>
                  <a:pt x="50453" y="145107"/>
                </a:cubicBezTo>
                <a:cubicBezTo>
                  <a:pt x="49560" y="143321"/>
                  <a:pt x="49486" y="141461"/>
                  <a:pt x="50230" y="139526"/>
                </a:cubicBezTo>
                <a:cubicBezTo>
                  <a:pt x="50974" y="137591"/>
                  <a:pt x="52239" y="136252"/>
                  <a:pt x="54025" y="135508"/>
                </a:cubicBezTo>
                <a:close/>
                <a:moveTo>
                  <a:pt x="150019" y="78581"/>
                </a:moveTo>
                <a:cubicBezTo>
                  <a:pt x="153889" y="78581"/>
                  <a:pt x="157237" y="79995"/>
                  <a:pt x="160065" y="82822"/>
                </a:cubicBezTo>
                <a:cubicBezTo>
                  <a:pt x="162893" y="85650"/>
                  <a:pt x="164306" y="88999"/>
                  <a:pt x="164306" y="92868"/>
                </a:cubicBezTo>
                <a:cubicBezTo>
                  <a:pt x="164306" y="96738"/>
                  <a:pt x="162893" y="100087"/>
                  <a:pt x="160065" y="102914"/>
                </a:cubicBezTo>
                <a:cubicBezTo>
                  <a:pt x="157237" y="105742"/>
                  <a:pt x="153889" y="107156"/>
                  <a:pt x="150019" y="107156"/>
                </a:cubicBezTo>
                <a:cubicBezTo>
                  <a:pt x="146149" y="107156"/>
                  <a:pt x="142801" y="105742"/>
                  <a:pt x="139973" y="102914"/>
                </a:cubicBezTo>
                <a:cubicBezTo>
                  <a:pt x="137145" y="100087"/>
                  <a:pt x="135731" y="96738"/>
                  <a:pt x="135731" y="92868"/>
                </a:cubicBezTo>
                <a:cubicBezTo>
                  <a:pt x="135731" y="88999"/>
                  <a:pt x="137145" y="85650"/>
                  <a:pt x="139973" y="82822"/>
                </a:cubicBezTo>
                <a:cubicBezTo>
                  <a:pt x="142801" y="79995"/>
                  <a:pt x="146149" y="78581"/>
                  <a:pt x="150019" y="78581"/>
                </a:cubicBezTo>
                <a:close/>
                <a:moveTo>
                  <a:pt x="78581" y="78581"/>
                </a:moveTo>
                <a:cubicBezTo>
                  <a:pt x="82451" y="78581"/>
                  <a:pt x="85800" y="79995"/>
                  <a:pt x="88627" y="82822"/>
                </a:cubicBezTo>
                <a:cubicBezTo>
                  <a:pt x="91455" y="85650"/>
                  <a:pt x="92869" y="88999"/>
                  <a:pt x="92869" y="92868"/>
                </a:cubicBezTo>
                <a:cubicBezTo>
                  <a:pt x="92869" y="96738"/>
                  <a:pt x="91455" y="100087"/>
                  <a:pt x="88627" y="102914"/>
                </a:cubicBezTo>
                <a:cubicBezTo>
                  <a:pt x="85800" y="105742"/>
                  <a:pt x="82451" y="107156"/>
                  <a:pt x="78581" y="107156"/>
                </a:cubicBezTo>
                <a:cubicBezTo>
                  <a:pt x="74712" y="107156"/>
                  <a:pt x="71363" y="105742"/>
                  <a:pt x="68536" y="102914"/>
                </a:cubicBezTo>
                <a:cubicBezTo>
                  <a:pt x="65708" y="100087"/>
                  <a:pt x="64294" y="96738"/>
                  <a:pt x="64294" y="92868"/>
                </a:cubicBezTo>
                <a:cubicBezTo>
                  <a:pt x="64294" y="88999"/>
                  <a:pt x="65708" y="85650"/>
                  <a:pt x="68536" y="82822"/>
                </a:cubicBezTo>
                <a:cubicBezTo>
                  <a:pt x="71363" y="79995"/>
                  <a:pt x="74712" y="78581"/>
                  <a:pt x="78581" y="78581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571"/>
                  <a:pt x="43532" y="185067"/>
                </a:cubicBezTo>
                <a:cubicBezTo>
                  <a:pt x="63029" y="204564"/>
                  <a:pt x="86618" y="214312"/>
                  <a:pt x="114300" y="214312"/>
                </a:cubicBezTo>
                <a:cubicBezTo>
                  <a:pt x="141982" y="214312"/>
                  <a:pt x="165572" y="204564"/>
                  <a:pt x="185068" y="185067"/>
                </a:cubicBezTo>
                <a:cubicBezTo>
                  <a:pt x="204564" y="165571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42" name="Freeform 41"/>
          <p:cNvSpPr/>
          <p:nvPr/>
        </p:nvSpPr>
        <p:spPr>
          <a:xfrm>
            <a:off x="5251257" y="1940534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34839" y="134391"/>
                </a:moveTo>
                <a:cubicBezTo>
                  <a:pt x="134839" y="134689"/>
                  <a:pt x="134690" y="134838"/>
                  <a:pt x="134392" y="134838"/>
                </a:cubicBezTo>
                <a:lnTo>
                  <a:pt x="172343" y="195560"/>
                </a:lnTo>
                <a:cubicBezTo>
                  <a:pt x="182761" y="188118"/>
                  <a:pt x="191393" y="179040"/>
                  <a:pt x="198239" y="168324"/>
                </a:cubicBezTo>
                <a:close/>
                <a:moveTo>
                  <a:pt x="114300" y="100012"/>
                </a:moveTo>
                <a:cubicBezTo>
                  <a:pt x="110431" y="100012"/>
                  <a:pt x="107082" y="101426"/>
                  <a:pt x="104254" y="104254"/>
                </a:cubicBezTo>
                <a:cubicBezTo>
                  <a:pt x="101427" y="107081"/>
                  <a:pt x="100013" y="110430"/>
                  <a:pt x="100013" y="114300"/>
                </a:cubicBezTo>
                <a:cubicBezTo>
                  <a:pt x="100013" y="118169"/>
                  <a:pt x="101427" y="121592"/>
                  <a:pt x="104254" y="124569"/>
                </a:cubicBezTo>
                <a:cubicBezTo>
                  <a:pt x="107082" y="127545"/>
                  <a:pt x="110431" y="129034"/>
                  <a:pt x="114300" y="129034"/>
                </a:cubicBezTo>
                <a:cubicBezTo>
                  <a:pt x="118170" y="129034"/>
                  <a:pt x="121593" y="127545"/>
                  <a:pt x="124569" y="124569"/>
                </a:cubicBezTo>
                <a:cubicBezTo>
                  <a:pt x="127546" y="121592"/>
                  <a:pt x="129034" y="118169"/>
                  <a:pt x="129034" y="114300"/>
                </a:cubicBezTo>
                <a:cubicBezTo>
                  <a:pt x="129034" y="110430"/>
                  <a:pt x="127546" y="107081"/>
                  <a:pt x="124569" y="104254"/>
                </a:cubicBezTo>
                <a:cubicBezTo>
                  <a:pt x="121593" y="101426"/>
                  <a:pt x="118170" y="100012"/>
                  <a:pt x="114300" y="100012"/>
                </a:cubicBezTo>
                <a:close/>
                <a:moveTo>
                  <a:pt x="22771" y="74116"/>
                </a:moveTo>
                <a:cubicBezTo>
                  <a:pt x="17115" y="86915"/>
                  <a:pt x="14288" y="100310"/>
                  <a:pt x="14288" y="114300"/>
                </a:cubicBezTo>
                <a:cubicBezTo>
                  <a:pt x="14288" y="141982"/>
                  <a:pt x="24036" y="165571"/>
                  <a:pt x="43532" y="185067"/>
                </a:cubicBezTo>
                <a:cubicBezTo>
                  <a:pt x="63029" y="204564"/>
                  <a:pt x="86618" y="214312"/>
                  <a:pt x="114300" y="214312"/>
                </a:cubicBezTo>
                <a:cubicBezTo>
                  <a:pt x="130671" y="214312"/>
                  <a:pt x="146001" y="210591"/>
                  <a:pt x="160288" y="203150"/>
                </a:cubicBezTo>
                <a:lnTo>
                  <a:pt x="122337" y="141982"/>
                </a:lnTo>
                <a:cubicBezTo>
                  <a:pt x="119658" y="142875"/>
                  <a:pt x="116979" y="143321"/>
                  <a:pt x="114300" y="143321"/>
                </a:cubicBezTo>
                <a:cubicBezTo>
                  <a:pt x="106264" y="143321"/>
                  <a:pt x="99417" y="140493"/>
                  <a:pt x="93762" y="134838"/>
                </a:cubicBezTo>
                <a:cubicBezTo>
                  <a:pt x="88106" y="129182"/>
                  <a:pt x="85279" y="122336"/>
                  <a:pt x="85279" y="114300"/>
                </a:cubicBezTo>
                <a:cubicBezTo>
                  <a:pt x="85279" y="112216"/>
                  <a:pt x="85576" y="110132"/>
                  <a:pt x="86172" y="108049"/>
                </a:cubicBezTo>
                <a:close/>
                <a:moveTo>
                  <a:pt x="54918" y="33932"/>
                </a:moveTo>
                <a:cubicBezTo>
                  <a:pt x="44798" y="41374"/>
                  <a:pt x="36314" y="50601"/>
                  <a:pt x="29468" y="61614"/>
                </a:cubicBezTo>
                <a:lnTo>
                  <a:pt x="92423" y="95547"/>
                </a:lnTo>
                <a:cubicBezTo>
                  <a:pt x="92423" y="95547"/>
                  <a:pt x="92571" y="95398"/>
                  <a:pt x="92869" y="95101"/>
                </a:cubicBezTo>
                <a:close/>
                <a:moveTo>
                  <a:pt x="114300" y="14287"/>
                </a:moveTo>
                <a:cubicBezTo>
                  <a:pt x="97631" y="14287"/>
                  <a:pt x="81856" y="18305"/>
                  <a:pt x="66973" y="26342"/>
                </a:cubicBezTo>
                <a:lnTo>
                  <a:pt x="104924" y="87064"/>
                </a:lnTo>
                <a:cubicBezTo>
                  <a:pt x="107901" y="85873"/>
                  <a:pt x="111026" y="85278"/>
                  <a:pt x="114300" y="85278"/>
                </a:cubicBezTo>
                <a:cubicBezTo>
                  <a:pt x="122337" y="85278"/>
                  <a:pt x="129183" y="88106"/>
                  <a:pt x="134839" y="93761"/>
                </a:cubicBezTo>
                <a:cubicBezTo>
                  <a:pt x="140494" y="99417"/>
                  <a:pt x="143322" y="106263"/>
                  <a:pt x="143322" y="114300"/>
                </a:cubicBezTo>
                <a:cubicBezTo>
                  <a:pt x="143322" y="116979"/>
                  <a:pt x="142875" y="119509"/>
                  <a:pt x="141982" y="121890"/>
                </a:cubicBezTo>
                <a:lnTo>
                  <a:pt x="205383" y="155823"/>
                </a:lnTo>
                <a:cubicBezTo>
                  <a:pt x="211336" y="142726"/>
                  <a:pt x="214313" y="128885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43" name="Freeform 42"/>
          <p:cNvSpPr/>
          <p:nvPr/>
        </p:nvSpPr>
        <p:spPr>
          <a:xfrm>
            <a:off x="5603194" y="1940534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523" y="0"/>
                </a:moveTo>
                <a:cubicBezTo>
                  <a:pt x="115863" y="0"/>
                  <a:pt x="117128" y="595"/>
                  <a:pt x="118319" y="1786"/>
                </a:cubicBezTo>
                <a:lnTo>
                  <a:pt x="118319" y="2232"/>
                </a:lnTo>
                <a:cubicBezTo>
                  <a:pt x="119509" y="2827"/>
                  <a:pt x="120551" y="3720"/>
                  <a:pt x="121444" y="4911"/>
                </a:cubicBezTo>
                <a:lnTo>
                  <a:pt x="146447" y="32593"/>
                </a:lnTo>
                <a:cubicBezTo>
                  <a:pt x="148828" y="35272"/>
                  <a:pt x="148828" y="37802"/>
                  <a:pt x="146447" y="40183"/>
                </a:cubicBezTo>
                <a:lnTo>
                  <a:pt x="144661" y="41523"/>
                </a:lnTo>
                <a:cubicBezTo>
                  <a:pt x="142578" y="43904"/>
                  <a:pt x="140196" y="43606"/>
                  <a:pt x="137517" y="40630"/>
                </a:cubicBezTo>
                <a:lnTo>
                  <a:pt x="121890" y="23663"/>
                </a:lnTo>
                <a:lnTo>
                  <a:pt x="121890" y="107156"/>
                </a:lnTo>
                <a:lnTo>
                  <a:pt x="204937" y="107156"/>
                </a:lnTo>
                <a:lnTo>
                  <a:pt x="187970" y="91529"/>
                </a:lnTo>
                <a:cubicBezTo>
                  <a:pt x="184994" y="88850"/>
                  <a:pt x="184696" y="86469"/>
                  <a:pt x="187077" y="84385"/>
                </a:cubicBezTo>
                <a:lnTo>
                  <a:pt x="188417" y="82599"/>
                </a:lnTo>
                <a:cubicBezTo>
                  <a:pt x="190798" y="80218"/>
                  <a:pt x="193328" y="80218"/>
                  <a:pt x="196007" y="82599"/>
                </a:cubicBezTo>
                <a:lnTo>
                  <a:pt x="225028" y="108942"/>
                </a:lnTo>
                <a:lnTo>
                  <a:pt x="226814" y="110728"/>
                </a:lnTo>
                <a:cubicBezTo>
                  <a:pt x="228005" y="111918"/>
                  <a:pt x="228600" y="113183"/>
                  <a:pt x="228600" y="114523"/>
                </a:cubicBezTo>
                <a:cubicBezTo>
                  <a:pt x="228600" y="115862"/>
                  <a:pt x="228005" y="117127"/>
                  <a:pt x="226814" y="118318"/>
                </a:cubicBezTo>
                <a:lnTo>
                  <a:pt x="225028" y="120104"/>
                </a:lnTo>
                <a:lnTo>
                  <a:pt x="196453" y="146000"/>
                </a:lnTo>
                <a:cubicBezTo>
                  <a:pt x="193774" y="148381"/>
                  <a:pt x="191244" y="148381"/>
                  <a:pt x="188863" y="146000"/>
                </a:cubicBezTo>
                <a:lnTo>
                  <a:pt x="187524" y="144214"/>
                </a:lnTo>
                <a:cubicBezTo>
                  <a:pt x="185142" y="141833"/>
                  <a:pt x="185440" y="139303"/>
                  <a:pt x="188417" y="136624"/>
                </a:cubicBezTo>
                <a:lnTo>
                  <a:pt x="205383" y="121443"/>
                </a:lnTo>
                <a:lnTo>
                  <a:pt x="121890" y="121443"/>
                </a:lnTo>
                <a:lnTo>
                  <a:pt x="121890" y="204936"/>
                </a:lnTo>
                <a:lnTo>
                  <a:pt x="137517" y="187970"/>
                </a:lnTo>
                <a:cubicBezTo>
                  <a:pt x="140196" y="184993"/>
                  <a:pt x="142578" y="184695"/>
                  <a:pt x="144661" y="187077"/>
                </a:cubicBezTo>
                <a:lnTo>
                  <a:pt x="146447" y="188416"/>
                </a:lnTo>
                <a:cubicBezTo>
                  <a:pt x="148828" y="190797"/>
                  <a:pt x="148828" y="193327"/>
                  <a:pt x="146447" y="196006"/>
                </a:cubicBezTo>
                <a:lnTo>
                  <a:pt x="120105" y="225028"/>
                </a:lnTo>
                <a:lnTo>
                  <a:pt x="118319" y="226814"/>
                </a:lnTo>
                <a:cubicBezTo>
                  <a:pt x="117128" y="228004"/>
                  <a:pt x="115863" y="228600"/>
                  <a:pt x="114523" y="228600"/>
                </a:cubicBezTo>
                <a:cubicBezTo>
                  <a:pt x="113184" y="228600"/>
                  <a:pt x="111919" y="228004"/>
                  <a:pt x="110728" y="226814"/>
                </a:cubicBezTo>
                <a:lnTo>
                  <a:pt x="108942" y="225028"/>
                </a:lnTo>
                <a:lnTo>
                  <a:pt x="83046" y="196453"/>
                </a:lnTo>
                <a:cubicBezTo>
                  <a:pt x="80665" y="193774"/>
                  <a:pt x="80665" y="191244"/>
                  <a:pt x="83046" y="188863"/>
                </a:cubicBezTo>
                <a:lnTo>
                  <a:pt x="84832" y="187523"/>
                </a:lnTo>
                <a:cubicBezTo>
                  <a:pt x="87214" y="185142"/>
                  <a:pt x="89744" y="185439"/>
                  <a:pt x="92423" y="188416"/>
                </a:cubicBezTo>
                <a:lnTo>
                  <a:pt x="107603" y="205382"/>
                </a:lnTo>
                <a:lnTo>
                  <a:pt x="107603" y="121443"/>
                </a:lnTo>
                <a:lnTo>
                  <a:pt x="23217" y="121443"/>
                </a:lnTo>
                <a:lnTo>
                  <a:pt x="40184" y="136624"/>
                </a:lnTo>
                <a:cubicBezTo>
                  <a:pt x="43160" y="139303"/>
                  <a:pt x="43458" y="141833"/>
                  <a:pt x="41077" y="144214"/>
                </a:cubicBezTo>
                <a:lnTo>
                  <a:pt x="39737" y="146000"/>
                </a:lnTo>
                <a:cubicBezTo>
                  <a:pt x="37356" y="148381"/>
                  <a:pt x="34826" y="148381"/>
                  <a:pt x="32147" y="146000"/>
                </a:cubicBezTo>
                <a:lnTo>
                  <a:pt x="3572" y="120104"/>
                </a:lnTo>
                <a:lnTo>
                  <a:pt x="1786" y="118318"/>
                </a:lnTo>
                <a:cubicBezTo>
                  <a:pt x="596" y="117127"/>
                  <a:pt x="0" y="115862"/>
                  <a:pt x="0" y="114523"/>
                </a:cubicBezTo>
                <a:cubicBezTo>
                  <a:pt x="0" y="113183"/>
                  <a:pt x="596" y="111918"/>
                  <a:pt x="1786" y="110728"/>
                </a:cubicBezTo>
                <a:lnTo>
                  <a:pt x="2233" y="110728"/>
                </a:lnTo>
                <a:cubicBezTo>
                  <a:pt x="2828" y="109537"/>
                  <a:pt x="3721" y="108495"/>
                  <a:pt x="4912" y="107602"/>
                </a:cubicBezTo>
                <a:lnTo>
                  <a:pt x="32594" y="82599"/>
                </a:lnTo>
                <a:cubicBezTo>
                  <a:pt x="35273" y="80218"/>
                  <a:pt x="37803" y="80218"/>
                  <a:pt x="40184" y="82599"/>
                </a:cubicBezTo>
                <a:lnTo>
                  <a:pt x="41523" y="84385"/>
                </a:lnTo>
                <a:cubicBezTo>
                  <a:pt x="43905" y="86469"/>
                  <a:pt x="43607" y="88850"/>
                  <a:pt x="40630" y="91529"/>
                </a:cubicBezTo>
                <a:lnTo>
                  <a:pt x="23664" y="107156"/>
                </a:lnTo>
                <a:lnTo>
                  <a:pt x="107603" y="107156"/>
                </a:lnTo>
                <a:lnTo>
                  <a:pt x="107603" y="23217"/>
                </a:lnTo>
                <a:lnTo>
                  <a:pt x="92423" y="40183"/>
                </a:lnTo>
                <a:cubicBezTo>
                  <a:pt x="89744" y="43160"/>
                  <a:pt x="87214" y="43457"/>
                  <a:pt x="84832" y="41076"/>
                </a:cubicBezTo>
                <a:lnTo>
                  <a:pt x="83046" y="39737"/>
                </a:lnTo>
                <a:cubicBezTo>
                  <a:pt x="80665" y="37355"/>
                  <a:pt x="80665" y="34825"/>
                  <a:pt x="83046" y="32147"/>
                </a:cubicBezTo>
                <a:lnTo>
                  <a:pt x="108942" y="3572"/>
                </a:lnTo>
                <a:lnTo>
                  <a:pt x="110728" y="1786"/>
                </a:lnTo>
                <a:cubicBezTo>
                  <a:pt x="111919" y="595"/>
                  <a:pt x="113184" y="0"/>
                  <a:pt x="11452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44" name="Freeform 43"/>
          <p:cNvSpPr/>
          <p:nvPr/>
        </p:nvSpPr>
        <p:spPr>
          <a:xfrm>
            <a:off x="5955130" y="1940534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8594" y="60275"/>
                </a:moveTo>
                <a:lnTo>
                  <a:pt x="60276" y="178593"/>
                </a:lnTo>
                <a:lnTo>
                  <a:pt x="178594" y="178593"/>
                </a:lnTo>
                <a:close/>
                <a:moveTo>
                  <a:pt x="50006" y="50006"/>
                </a:moveTo>
                <a:lnTo>
                  <a:pt x="50006" y="168324"/>
                </a:lnTo>
                <a:lnTo>
                  <a:pt x="168771" y="50006"/>
                </a:lnTo>
                <a:close/>
                <a:moveTo>
                  <a:pt x="42863" y="0"/>
                </a:moveTo>
                <a:cubicBezTo>
                  <a:pt x="44946" y="0"/>
                  <a:pt x="46658" y="669"/>
                  <a:pt x="47997" y="2009"/>
                </a:cubicBezTo>
                <a:cubicBezTo>
                  <a:pt x="49337" y="3348"/>
                  <a:pt x="50006" y="5060"/>
                  <a:pt x="50006" y="7143"/>
                </a:cubicBezTo>
                <a:lnTo>
                  <a:pt x="50006" y="35718"/>
                </a:lnTo>
                <a:lnTo>
                  <a:pt x="183059" y="35718"/>
                </a:lnTo>
                <a:lnTo>
                  <a:pt x="209401" y="9376"/>
                </a:lnTo>
                <a:cubicBezTo>
                  <a:pt x="212676" y="5804"/>
                  <a:pt x="216024" y="5730"/>
                  <a:pt x="219447" y="9153"/>
                </a:cubicBezTo>
                <a:cubicBezTo>
                  <a:pt x="222870" y="12576"/>
                  <a:pt x="222945" y="15924"/>
                  <a:pt x="219671" y="19198"/>
                </a:cubicBezTo>
                <a:lnTo>
                  <a:pt x="192881" y="45988"/>
                </a:lnTo>
                <a:lnTo>
                  <a:pt x="192881" y="178593"/>
                </a:lnTo>
                <a:lnTo>
                  <a:pt x="221456" y="178593"/>
                </a:lnTo>
                <a:cubicBezTo>
                  <a:pt x="223540" y="178593"/>
                  <a:pt x="225252" y="179263"/>
                  <a:pt x="226591" y="180603"/>
                </a:cubicBezTo>
                <a:cubicBezTo>
                  <a:pt x="227930" y="181942"/>
                  <a:pt x="228600" y="183654"/>
                  <a:pt x="228600" y="185737"/>
                </a:cubicBezTo>
                <a:cubicBezTo>
                  <a:pt x="228600" y="187821"/>
                  <a:pt x="227930" y="189532"/>
                  <a:pt x="226591" y="190872"/>
                </a:cubicBezTo>
                <a:cubicBezTo>
                  <a:pt x="225252" y="192211"/>
                  <a:pt x="223540" y="192881"/>
                  <a:pt x="221456" y="192881"/>
                </a:cubicBezTo>
                <a:lnTo>
                  <a:pt x="192881" y="192881"/>
                </a:lnTo>
                <a:lnTo>
                  <a:pt x="192881" y="221456"/>
                </a:lnTo>
                <a:cubicBezTo>
                  <a:pt x="192881" y="223539"/>
                  <a:pt x="192212" y="225251"/>
                  <a:pt x="190872" y="226590"/>
                </a:cubicBezTo>
                <a:cubicBezTo>
                  <a:pt x="189533" y="227930"/>
                  <a:pt x="187821" y="228600"/>
                  <a:pt x="185738" y="228600"/>
                </a:cubicBezTo>
                <a:cubicBezTo>
                  <a:pt x="183654" y="228600"/>
                  <a:pt x="181943" y="227930"/>
                  <a:pt x="180603" y="226590"/>
                </a:cubicBezTo>
                <a:cubicBezTo>
                  <a:pt x="179264" y="225251"/>
                  <a:pt x="178594" y="223539"/>
                  <a:pt x="178594" y="221456"/>
                </a:cubicBezTo>
                <a:lnTo>
                  <a:pt x="178594" y="192881"/>
                </a:lnTo>
                <a:lnTo>
                  <a:pt x="42863" y="192881"/>
                </a:lnTo>
                <a:cubicBezTo>
                  <a:pt x="42565" y="192881"/>
                  <a:pt x="41970" y="192732"/>
                  <a:pt x="41077" y="192434"/>
                </a:cubicBezTo>
                <a:cubicBezTo>
                  <a:pt x="41077" y="192434"/>
                  <a:pt x="40928" y="192434"/>
                  <a:pt x="40630" y="192434"/>
                </a:cubicBezTo>
                <a:cubicBezTo>
                  <a:pt x="40333" y="192434"/>
                  <a:pt x="40184" y="192434"/>
                  <a:pt x="40184" y="192434"/>
                </a:cubicBezTo>
                <a:cubicBezTo>
                  <a:pt x="38398" y="191541"/>
                  <a:pt x="37058" y="190202"/>
                  <a:pt x="36165" y="188416"/>
                </a:cubicBezTo>
                <a:cubicBezTo>
                  <a:pt x="36165" y="188416"/>
                  <a:pt x="36165" y="188267"/>
                  <a:pt x="36165" y="187970"/>
                </a:cubicBezTo>
                <a:cubicBezTo>
                  <a:pt x="36165" y="187672"/>
                  <a:pt x="36165" y="187523"/>
                  <a:pt x="36165" y="187523"/>
                </a:cubicBezTo>
                <a:cubicBezTo>
                  <a:pt x="35868" y="186630"/>
                  <a:pt x="35719" y="186035"/>
                  <a:pt x="35719" y="185737"/>
                </a:cubicBezTo>
                <a:lnTo>
                  <a:pt x="35719" y="50006"/>
                </a:lnTo>
                <a:lnTo>
                  <a:pt x="7144" y="50006"/>
                </a:lnTo>
                <a:cubicBezTo>
                  <a:pt x="5060" y="50006"/>
                  <a:pt x="3349" y="49336"/>
                  <a:pt x="2009" y="47997"/>
                </a:cubicBezTo>
                <a:cubicBezTo>
                  <a:pt x="670" y="46657"/>
                  <a:pt x="0" y="44946"/>
                  <a:pt x="0" y="42862"/>
                </a:cubicBezTo>
                <a:cubicBezTo>
                  <a:pt x="0" y="40779"/>
                  <a:pt x="670" y="39067"/>
                  <a:pt x="2009" y="37728"/>
                </a:cubicBezTo>
                <a:cubicBezTo>
                  <a:pt x="3349" y="36388"/>
                  <a:pt x="5060" y="35718"/>
                  <a:pt x="7144" y="35718"/>
                </a:cubicBezTo>
                <a:lnTo>
                  <a:pt x="35719" y="35718"/>
                </a:lnTo>
                <a:lnTo>
                  <a:pt x="35719" y="7143"/>
                </a:lnTo>
                <a:cubicBezTo>
                  <a:pt x="35719" y="5060"/>
                  <a:pt x="36389" y="3348"/>
                  <a:pt x="37728" y="2009"/>
                </a:cubicBezTo>
                <a:cubicBezTo>
                  <a:pt x="39068" y="669"/>
                  <a:pt x="40779" y="0"/>
                  <a:pt x="4286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45" name="Freeform 44"/>
          <p:cNvSpPr/>
          <p:nvPr/>
        </p:nvSpPr>
        <p:spPr>
          <a:xfrm>
            <a:off x="6307067" y="1974299"/>
            <a:ext cx="196447" cy="128918"/>
          </a:xfrm>
          <a:custGeom>
            <a:avLst/>
            <a:gdLst/>
            <a:ahLst/>
            <a:cxnLst/>
            <a:rect l="l" t="t" r="r" b="b"/>
            <a:pathLst>
              <a:path w="228600" h="150019">
                <a:moveTo>
                  <a:pt x="14287" y="64294"/>
                </a:moveTo>
                <a:lnTo>
                  <a:pt x="14287" y="128588"/>
                </a:lnTo>
                <a:cubicBezTo>
                  <a:pt x="14287" y="130671"/>
                  <a:pt x="14957" y="132383"/>
                  <a:pt x="16296" y="133722"/>
                </a:cubicBezTo>
                <a:cubicBezTo>
                  <a:pt x="17636" y="135062"/>
                  <a:pt x="19347" y="135732"/>
                  <a:pt x="21431" y="135732"/>
                </a:cubicBezTo>
                <a:lnTo>
                  <a:pt x="207168" y="135732"/>
                </a:lnTo>
                <a:cubicBezTo>
                  <a:pt x="209252" y="135732"/>
                  <a:pt x="210964" y="135062"/>
                  <a:pt x="212303" y="133722"/>
                </a:cubicBezTo>
                <a:cubicBezTo>
                  <a:pt x="213642" y="132383"/>
                  <a:pt x="214312" y="130671"/>
                  <a:pt x="214312" y="128588"/>
                </a:cubicBezTo>
                <a:lnTo>
                  <a:pt x="214312" y="64294"/>
                </a:lnTo>
                <a:close/>
                <a:moveTo>
                  <a:pt x="21431" y="14288"/>
                </a:moveTo>
                <a:cubicBezTo>
                  <a:pt x="19347" y="14288"/>
                  <a:pt x="17636" y="14957"/>
                  <a:pt x="16296" y="16297"/>
                </a:cubicBezTo>
                <a:cubicBezTo>
                  <a:pt x="14957" y="17636"/>
                  <a:pt x="14287" y="19348"/>
                  <a:pt x="14287" y="21432"/>
                </a:cubicBezTo>
                <a:lnTo>
                  <a:pt x="14287" y="35719"/>
                </a:lnTo>
                <a:lnTo>
                  <a:pt x="214312" y="35719"/>
                </a:lnTo>
                <a:lnTo>
                  <a:pt x="214312" y="21432"/>
                </a:lnTo>
                <a:cubicBezTo>
                  <a:pt x="214312" y="19348"/>
                  <a:pt x="213642" y="17636"/>
                  <a:pt x="212303" y="16297"/>
                </a:cubicBezTo>
                <a:cubicBezTo>
                  <a:pt x="210964" y="14957"/>
                  <a:pt x="209252" y="14288"/>
                  <a:pt x="207168" y="14288"/>
                </a:cubicBezTo>
                <a:close/>
                <a:moveTo>
                  <a:pt x="21431" y="0"/>
                </a:moveTo>
                <a:lnTo>
                  <a:pt x="207168" y="0"/>
                </a:lnTo>
                <a:cubicBezTo>
                  <a:pt x="213122" y="0"/>
                  <a:pt x="218182" y="2084"/>
                  <a:pt x="222349" y="6251"/>
                </a:cubicBezTo>
                <a:cubicBezTo>
                  <a:pt x="226516" y="10418"/>
                  <a:pt x="228600" y="15478"/>
                  <a:pt x="228600" y="21432"/>
                </a:cubicBezTo>
                <a:lnTo>
                  <a:pt x="228600" y="128588"/>
                </a:lnTo>
                <a:cubicBezTo>
                  <a:pt x="228600" y="134541"/>
                  <a:pt x="226516" y="139601"/>
                  <a:pt x="222349" y="143768"/>
                </a:cubicBezTo>
                <a:cubicBezTo>
                  <a:pt x="218182" y="147935"/>
                  <a:pt x="213122" y="150019"/>
                  <a:pt x="207168" y="150019"/>
                </a:cubicBezTo>
                <a:lnTo>
                  <a:pt x="21431" y="150019"/>
                </a:lnTo>
                <a:cubicBezTo>
                  <a:pt x="15478" y="150019"/>
                  <a:pt x="10418" y="147935"/>
                  <a:pt x="6251" y="143768"/>
                </a:cubicBezTo>
                <a:cubicBezTo>
                  <a:pt x="2083" y="139601"/>
                  <a:pt x="0" y="134541"/>
                  <a:pt x="0" y="128588"/>
                </a:cubicBezTo>
                <a:lnTo>
                  <a:pt x="0" y="21432"/>
                </a:lnTo>
                <a:cubicBezTo>
                  <a:pt x="0" y="15478"/>
                  <a:pt x="2083" y="10418"/>
                  <a:pt x="6251" y="6251"/>
                </a:cubicBezTo>
                <a:cubicBezTo>
                  <a:pt x="10418" y="2084"/>
                  <a:pt x="15478" y="0"/>
                  <a:pt x="2143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46" name="Freeform 45"/>
          <p:cNvSpPr/>
          <p:nvPr/>
        </p:nvSpPr>
        <p:spPr>
          <a:xfrm>
            <a:off x="6659004" y="1940534"/>
            <a:ext cx="117757" cy="196448"/>
          </a:xfrm>
          <a:custGeom>
            <a:avLst/>
            <a:gdLst/>
            <a:ahLst/>
            <a:cxnLst/>
            <a:rect l="l" t="t" r="r" b="b"/>
            <a:pathLst>
              <a:path w="137030" h="228600">
                <a:moveTo>
                  <a:pt x="35029" y="78581"/>
                </a:moveTo>
                <a:lnTo>
                  <a:pt x="47084" y="78581"/>
                </a:lnTo>
                <a:cubicBezTo>
                  <a:pt x="49168" y="78581"/>
                  <a:pt x="50879" y="79251"/>
                  <a:pt x="52219" y="80590"/>
                </a:cubicBezTo>
                <a:cubicBezTo>
                  <a:pt x="53558" y="81930"/>
                  <a:pt x="54228" y="83641"/>
                  <a:pt x="54228" y="85725"/>
                </a:cubicBezTo>
                <a:lnTo>
                  <a:pt x="54228" y="174575"/>
                </a:lnTo>
                <a:cubicBezTo>
                  <a:pt x="54228" y="176361"/>
                  <a:pt x="53632" y="177849"/>
                  <a:pt x="52442" y="179040"/>
                </a:cubicBezTo>
                <a:lnTo>
                  <a:pt x="23420" y="214312"/>
                </a:lnTo>
                <a:lnTo>
                  <a:pt x="113610" y="214312"/>
                </a:lnTo>
                <a:lnTo>
                  <a:pt x="84589" y="179040"/>
                </a:lnTo>
                <a:cubicBezTo>
                  <a:pt x="83398" y="177849"/>
                  <a:pt x="82803" y="176361"/>
                  <a:pt x="82803" y="174575"/>
                </a:cubicBezTo>
                <a:lnTo>
                  <a:pt x="82803" y="85725"/>
                </a:lnTo>
                <a:cubicBezTo>
                  <a:pt x="82803" y="83641"/>
                  <a:pt x="83472" y="81930"/>
                  <a:pt x="84812" y="80590"/>
                </a:cubicBezTo>
                <a:cubicBezTo>
                  <a:pt x="86151" y="79251"/>
                  <a:pt x="87863" y="78581"/>
                  <a:pt x="89946" y="78581"/>
                </a:cubicBezTo>
                <a:lnTo>
                  <a:pt x="102002" y="78581"/>
                </a:lnTo>
                <a:cubicBezTo>
                  <a:pt x="103788" y="78581"/>
                  <a:pt x="105425" y="79251"/>
                  <a:pt x="106913" y="80590"/>
                </a:cubicBezTo>
                <a:cubicBezTo>
                  <a:pt x="108401" y="81930"/>
                  <a:pt x="109145" y="83567"/>
                  <a:pt x="109145" y="85501"/>
                </a:cubicBezTo>
                <a:cubicBezTo>
                  <a:pt x="109145" y="87436"/>
                  <a:pt x="108401" y="89148"/>
                  <a:pt x="106913" y="90636"/>
                </a:cubicBezTo>
                <a:cubicBezTo>
                  <a:pt x="105425" y="92124"/>
                  <a:pt x="103788" y="92868"/>
                  <a:pt x="102002" y="92868"/>
                </a:cubicBezTo>
                <a:lnTo>
                  <a:pt x="97090" y="92868"/>
                </a:lnTo>
                <a:lnTo>
                  <a:pt x="97090" y="171896"/>
                </a:lnTo>
                <a:lnTo>
                  <a:pt x="135041" y="216545"/>
                </a:lnTo>
                <a:cubicBezTo>
                  <a:pt x="137125" y="218926"/>
                  <a:pt x="137571" y="221530"/>
                  <a:pt x="136381" y="224358"/>
                </a:cubicBezTo>
                <a:cubicBezTo>
                  <a:pt x="135190" y="227186"/>
                  <a:pt x="132958" y="228600"/>
                  <a:pt x="129684" y="228600"/>
                </a:cubicBezTo>
                <a:lnTo>
                  <a:pt x="7347" y="228600"/>
                </a:lnTo>
                <a:cubicBezTo>
                  <a:pt x="4073" y="228600"/>
                  <a:pt x="1840" y="227186"/>
                  <a:pt x="650" y="224358"/>
                </a:cubicBezTo>
                <a:cubicBezTo>
                  <a:pt x="-541" y="221530"/>
                  <a:pt x="-95" y="218926"/>
                  <a:pt x="1989" y="216545"/>
                </a:cubicBezTo>
                <a:lnTo>
                  <a:pt x="39940" y="171896"/>
                </a:lnTo>
                <a:lnTo>
                  <a:pt x="39940" y="92868"/>
                </a:lnTo>
                <a:lnTo>
                  <a:pt x="35029" y="92868"/>
                </a:lnTo>
                <a:cubicBezTo>
                  <a:pt x="33243" y="92868"/>
                  <a:pt x="31606" y="92124"/>
                  <a:pt x="30118" y="90636"/>
                </a:cubicBezTo>
                <a:cubicBezTo>
                  <a:pt x="28629" y="89148"/>
                  <a:pt x="27885" y="87436"/>
                  <a:pt x="27885" y="85501"/>
                </a:cubicBezTo>
                <a:cubicBezTo>
                  <a:pt x="27885" y="83567"/>
                  <a:pt x="28629" y="81930"/>
                  <a:pt x="30118" y="80590"/>
                </a:cubicBezTo>
                <a:cubicBezTo>
                  <a:pt x="31606" y="79251"/>
                  <a:pt x="33243" y="78581"/>
                  <a:pt x="35029" y="78581"/>
                </a:cubicBezTo>
                <a:close/>
                <a:moveTo>
                  <a:pt x="61371" y="42862"/>
                </a:moveTo>
                <a:cubicBezTo>
                  <a:pt x="65241" y="42862"/>
                  <a:pt x="68590" y="44276"/>
                  <a:pt x="71417" y="47104"/>
                </a:cubicBezTo>
                <a:cubicBezTo>
                  <a:pt x="74245" y="49931"/>
                  <a:pt x="75659" y="53280"/>
                  <a:pt x="75659" y="57150"/>
                </a:cubicBezTo>
                <a:cubicBezTo>
                  <a:pt x="75659" y="61019"/>
                  <a:pt x="74245" y="64368"/>
                  <a:pt x="71417" y="67196"/>
                </a:cubicBezTo>
                <a:cubicBezTo>
                  <a:pt x="68590" y="70023"/>
                  <a:pt x="65241" y="71437"/>
                  <a:pt x="61371" y="71437"/>
                </a:cubicBezTo>
                <a:cubicBezTo>
                  <a:pt x="57502" y="71437"/>
                  <a:pt x="54153" y="70023"/>
                  <a:pt x="51326" y="67196"/>
                </a:cubicBezTo>
                <a:cubicBezTo>
                  <a:pt x="48498" y="64368"/>
                  <a:pt x="47084" y="61019"/>
                  <a:pt x="47084" y="57150"/>
                </a:cubicBezTo>
                <a:cubicBezTo>
                  <a:pt x="47084" y="53280"/>
                  <a:pt x="48498" y="49931"/>
                  <a:pt x="51326" y="47104"/>
                </a:cubicBezTo>
                <a:cubicBezTo>
                  <a:pt x="54153" y="44276"/>
                  <a:pt x="57502" y="42862"/>
                  <a:pt x="61371" y="42862"/>
                </a:cubicBezTo>
                <a:close/>
                <a:moveTo>
                  <a:pt x="107806" y="14287"/>
                </a:moveTo>
                <a:cubicBezTo>
                  <a:pt x="104829" y="14287"/>
                  <a:pt x="102299" y="15329"/>
                  <a:pt x="100216" y="17413"/>
                </a:cubicBezTo>
                <a:cubicBezTo>
                  <a:pt x="98132" y="19496"/>
                  <a:pt x="97090" y="22026"/>
                  <a:pt x="97090" y="25003"/>
                </a:cubicBezTo>
                <a:cubicBezTo>
                  <a:pt x="97090" y="27979"/>
                  <a:pt x="98132" y="30509"/>
                  <a:pt x="100216" y="32593"/>
                </a:cubicBezTo>
                <a:cubicBezTo>
                  <a:pt x="102299" y="34677"/>
                  <a:pt x="104829" y="35718"/>
                  <a:pt x="107806" y="35718"/>
                </a:cubicBezTo>
                <a:cubicBezTo>
                  <a:pt x="110782" y="35718"/>
                  <a:pt x="113313" y="34677"/>
                  <a:pt x="115396" y="32593"/>
                </a:cubicBezTo>
                <a:cubicBezTo>
                  <a:pt x="117480" y="30509"/>
                  <a:pt x="118521" y="27979"/>
                  <a:pt x="118521" y="25003"/>
                </a:cubicBezTo>
                <a:cubicBezTo>
                  <a:pt x="118521" y="22026"/>
                  <a:pt x="117480" y="19496"/>
                  <a:pt x="115396" y="17413"/>
                </a:cubicBezTo>
                <a:cubicBezTo>
                  <a:pt x="113313" y="15329"/>
                  <a:pt x="110782" y="14287"/>
                  <a:pt x="107806" y="14287"/>
                </a:cubicBezTo>
                <a:close/>
                <a:moveTo>
                  <a:pt x="108029" y="0"/>
                </a:moveTo>
                <a:cubicBezTo>
                  <a:pt x="115024" y="0"/>
                  <a:pt x="120977" y="2455"/>
                  <a:pt x="125888" y="7367"/>
                </a:cubicBezTo>
                <a:cubicBezTo>
                  <a:pt x="130800" y="12278"/>
                  <a:pt x="133255" y="18157"/>
                  <a:pt x="133255" y="25003"/>
                </a:cubicBezTo>
                <a:cubicBezTo>
                  <a:pt x="133255" y="31849"/>
                  <a:pt x="130800" y="37728"/>
                  <a:pt x="125888" y="42639"/>
                </a:cubicBezTo>
                <a:cubicBezTo>
                  <a:pt x="120977" y="47550"/>
                  <a:pt x="115024" y="50006"/>
                  <a:pt x="108029" y="50006"/>
                </a:cubicBezTo>
                <a:cubicBezTo>
                  <a:pt x="101034" y="50006"/>
                  <a:pt x="95081" y="47550"/>
                  <a:pt x="90170" y="42639"/>
                </a:cubicBezTo>
                <a:cubicBezTo>
                  <a:pt x="85258" y="37728"/>
                  <a:pt x="82803" y="31849"/>
                  <a:pt x="82803" y="25003"/>
                </a:cubicBezTo>
                <a:cubicBezTo>
                  <a:pt x="82803" y="18157"/>
                  <a:pt x="85258" y="12278"/>
                  <a:pt x="90170" y="7367"/>
                </a:cubicBezTo>
                <a:cubicBezTo>
                  <a:pt x="95081" y="2455"/>
                  <a:pt x="101034" y="0"/>
                  <a:pt x="1080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47" name="Freeform 46"/>
          <p:cNvSpPr/>
          <p:nvPr/>
        </p:nvSpPr>
        <p:spPr>
          <a:xfrm>
            <a:off x="6932253" y="1940918"/>
            <a:ext cx="169588" cy="195679"/>
          </a:xfrm>
          <a:custGeom>
            <a:avLst/>
            <a:gdLst/>
            <a:ahLst/>
            <a:cxnLst/>
            <a:rect l="l" t="t" r="r" b="b"/>
            <a:pathLst>
              <a:path w="197346" h="227707">
                <a:moveTo>
                  <a:pt x="75456" y="189756"/>
                </a:moveTo>
                <a:cubicBezTo>
                  <a:pt x="75456" y="196304"/>
                  <a:pt x="77688" y="201811"/>
                  <a:pt x="82153" y="206276"/>
                </a:cubicBezTo>
                <a:cubicBezTo>
                  <a:pt x="86618" y="210741"/>
                  <a:pt x="92050" y="212973"/>
                  <a:pt x="98450" y="212973"/>
                </a:cubicBezTo>
                <a:cubicBezTo>
                  <a:pt x="104850" y="212973"/>
                  <a:pt x="110282" y="210741"/>
                  <a:pt x="114747" y="206276"/>
                </a:cubicBezTo>
                <a:cubicBezTo>
                  <a:pt x="119212" y="201811"/>
                  <a:pt x="121444" y="196304"/>
                  <a:pt x="121444" y="189756"/>
                </a:cubicBezTo>
                <a:close/>
                <a:moveTo>
                  <a:pt x="98227" y="15181"/>
                </a:moveTo>
                <a:cubicBezTo>
                  <a:pt x="83344" y="15181"/>
                  <a:pt x="70768" y="20762"/>
                  <a:pt x="60499" y="31924"/>
                </a:cubicBezTo>
                <a:cubicBezTo>
                  <a:pt x="50230" y="43086"/>
                  <a:pt x="45095" y="56704"/>
                  <a:pt x="45095" y="72777"/>
                </a:cubicBezTo>
                <a:lnTo>
                  <a:pt x="45095" y="119211"/>
                </a:lnTo>
                <a:cubicBezTo>
                  <a:pt x="45095" y="122486"/>
                  <a:pt x="44723" y="125760"/>
                  <a:pt x="43979" y="129034"/>
                </a:cubicBezTo>
                <a:cubicBezTo>
                  <a:pt x="43235" y="132308"/>
                  <a:pt x="42416" y="135136"/>
                  <a:pt x="41523" y="137517"/>
                </a:cubicBezTo>
                <a:cubicBezTo>
                  <a:pt x="40630" y="139899"/>
                  <a:pt x="39068" y="142875"/>
                  <a:pt x="36835" y="146447"/>
                </a:cubicBezTo>
                <a:cubicBezTo>
                  <a:pt x="34603" y="150019"/>
                  <a:pt x="33040" y="152400"/>
                  <a:pt x="32147" y="153591"/>
                </a:cubicBezTo>
                <a:cubicBezTo>
                  <a:pt x="31254" y="154781"/>
                  <a:pt x="29394" y="157237"/>
                  <a:pt x="26566" y="160958"/>
                </a:cubicBezTo>
                <a:cubicBezTo>
                  <a:pt x="23738" y="164678"/>
                  <a:pt x="22176" y="166688"/>
                  <a:pt x="21878" y="166985"/>
                </a:cubicBezTo>
                <a:cubicBezTo>
                  <a:pt x="19497" y="170557"/>
                  <a:pt x="17711" y="173087"/>
                  <a:pt x="16520" y="174576"/>
                </a:cubicBezTo>
                <a:cubicBezTo>
                  <a:pt x="17413" y="174576"/>
                  <a:pt x="18455" y="174576"/>
                  <a:pt x="19646" y="174576"/>
                </a:cubicBezTo>
                <a:lnTo>
                  <a:pt x="178594" y="174576"/>
                </a:lnTo>
                <a:cubicBezTo>
                  <a:pt x="178892" y="174576"/>
                  <a:pt x="179338" y="174576"/>
                  <a:pt x="179933" y="174576"/>
                </a:cubicBezTo>
                <a:cubicBezTo>
                  <a:pt x="179040" y="173087"/>
                  <a:pt x="177254" y="171004"/>
                  <a:pt x="174576" y="168325"/>
                </a:cubicBezTo>
                <a:cubicBezTo>
                  <a:pt x="159395" y="149275"/>
                  <a:pt x="151805" y="132904"/>
                  <a:pt x="151805" y="119211"/>
                </a:cubicBezTo>
                <a:lnTo>
                  <a:pt x="151805" y="72777"/>
                </a:lnTo>
                <a:cubicBezTo>
                  <a:pt x="151805" y="56704"/>
                  <a:pt x="146596" y="43086"/>
                  <a:pt x="136178" y="31924"/>
                </a:cubicBezTo>
                <a:cubicBezTo>
                  <a:pt x="125760" y="20762"/>
                  <a:pt x="113110" y="15181"/>
                  <a:pt x="98227" y="15181"/>
                </a:cubicBezTo>
                <a:close/>
                <a:moveTo>
                  <a:pt x="98227" y="0"/>
                </a:moveTo>
                <a:cubicBezTo>
                  <a:pt x="117277" y="0"/>
                  <a:pt x="133499" y="7069"/>
                  <a:pt x="146894" y="21208"/>
                </a:cubicBezTo>
                <a:cubicBezTo>
                  <a:pt x="160288" y="35347"/>
                  <a:pt x="166985" y="52536"/>
                  <a:pt x="166985" y="72777"/>
                </a:cubicBezTo>
                <a:lnTo>
                  <a:pt x="166985" y="119211"/>
                </a:lnTo>
                <a:cubicBezTo>
                  <a:pt x="166985" y="129332"/>
                  <a:pt x="173534" y="142429"/>
                  <a:pt x="186631" y="158502"/>
                </a:cubicBezTo>
                <a:cubicBezTo>
                  <a:pt x="188714" y="160883"/>
                  <a:pt x="190203" y="162669"/>
                  <a:pt x="191096" y="163860"/>
                </a:cubicBezTo>
                <a:cubicBezTo>
                  <a:pt x="191988" y="165051"/>
                  <a:pt x="193105" y="166688"/>
                  <a:pt x="194444" y="168771"/>
                </a:cubicBezTo>
                <a:cubicBezTo>
                  <a:pt x="195784" y="170855"/>
                  <a:pt x="196602" y="172492"/>
                  <a:pt x="196900" y="173683"/>
                </a:cubicBezTo>
                <a:cubicBezTo>
                  <a:pt x="197197" y="174873"/>
                  <a:pt x="197346" y="176287"/>
                  <a:pt x="197346" y="177924"/>
                </a:cubicBezTo>
                <a:cubicBezTo>
                  <a:pt x="197346" y="179561"/>
                  <a:pt x="197049" y="181124"/>
                  <a:pt x="196453" y="182612"/>
                </a:cubicBezTo>
                <a:cubicBezTo>
                  <a:pt x="194072" y="187375"/>
                  <a:pt x="188119" y="189756"/>
                  <a:pt x="178594" y="189756"/>
                </a:cubicBezTo>
                <a:lnTo>
                  <a:pt x="136624" y="189756"/>
                </a:lnTo>
                <a:cubicBezTo>
                  <a:pt x="136624" y="200174"/>
                  <a:pt x="132904" y="209104"/>
                  <a:pt x="125462" y="216545"/>
                </a:cubicBezTo>
                <a:cubicBezTo>
                  <a:pt x="118021" y="223986"/>
                  <a:pt x="109017" y="227707"/>
                  <a:pt x="98450" y="227707"/>
                </a:cubicBezTo>
                <a:cubicBezTo>
                  <a:pt x="87883" y="227707"/>
                  <a:pt x="78879" y="223986"/>
                  <a:pt x="71438" y="216545"/>
                </a:cubicBezTo>
                <a:cubicBezTo>
                  <a:pt x="63996" y="209104"/>
                  <a:pt x="60276" y="200174"/>
                  <a:pt x="60276" y="189756"/>
                </a:cubicBezTo>
                <a:lnTo>
                  <a:pt x="19646" y="189756"/>
                </a:lnTo>
                <a:cubicBezTo>
                  <a:pt x="9823" y="189756"/>
                  <a:pt x="3572" y="187226"/>
                  <a:pt x="893" y="182166"/>
                </a:cubicBezTo>
                <a:cubicBezTo>
                  <a:pt x="298" y="180975"/>
                  <a:pt x="0" y="179561"/>
                  <a:pt x="0" y="177924"/>
                </a:cubicBezTo>
                <a:cubicBezTo>
                  <a:pt x="0" y="176287"/>
                  <a:pt x="149" y="174799"/>
                  <a:pt x="447" y="173459"/>
                </a:cubicBezTo>
                <a:cubicBezTo>
                  <a:pt x="744" y="172120"/>
                  <a:pt x="1488" y="170408"/>
                  <a:pt x="2679" y="168325"/>
                </a:cubicBezTo>
                <a:cubicBezTo>
                  <a:pt x="3870" y="166241"/>
                  <a:pt x="4912" y="164604"/>
                  <a:pt x="5804" y="163413"/>
                </a:cubicBezTo>
                <a:cubicBezTo>
                  <a:pt x="6697" y="162223"/>
                  <a:pt x="8037" y="160437"/>
                  <a:pt x="9823" y="158056"/>
                </a:cubicBezTo>
                <a:cubicBezTo>
                  <a:pt x="10121" y="157460"/>
                  <a:pt x="11758" y="155302"/>
                  <a:pt x="14734" y="151582"/>
                </a:cubicBezTo>
                <a:cubicBezTo>
                  <a:pt x="17711" y="147861"/>
                  <a:pt x="19720" y="145182"/>
                  <a:pt x="20762" y="143545"/>
                </a:cubicBezTo>
                <a:cubicBezTo>
                  <a:pt x="21804" y="141908"/>
                  <a:pt x="23217" y="139526"/>
                  <a:pt x="25003" y="136401"/>
                </a:cubicBezTo>
                <a:cubicBezTo>
                  <a:pt x="26789" y="133276"/>
                  <a:pt x="28054" y="130299"/>
                  <a:pt x="28798" y="127471"/>
                </a:cubicBezTo>
                <a:cubicBezTo>
                  <a:pt x="29543" y="124644"/>
                  <a:pt x="29915" y="121890"/>
                  <a:pt x="29915" y="119211"/>
                </a:cubicBezTo>
                <a:lnTo>
                  <a:pt x="29915" y="72777"/>
                </a:lnTo>
                <a:cubicBezTo>
                  <a:pt x="29915" y="52536"/>
                  <a:pt x="36538" y="35347"/>
                  <a:pt x="49783" y="21208"/>
                </a:cubicBezTo>
                <a:cubicBezTo>
                  <a:pt x="63029" y="7069"/>
                  <a:pt x="79177" y="0"/>
                  <a:pt x="982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>
              <a:solidFill>
                <a:schemeClr val="tx1">
                  <a:lumMod val="85000"/>
                  <a:lumOff val="15000"/>
                </a:schemeClr>
              </a:solidFill>
              <a:latin typeface="Simple-Line-Icons" panose="02000503000000000000" pitchFamily="2" charset="2"/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633573" y="2389082"/>
            <a:ext cx="196781" cy="196447"/>
          </a:xfrm>
          <a:custGeom>
            <a:avLst/>
            <a:gdLst/>
            <a:ahLst/>
            <a:cxnLst/>
            <a:rect l="l" t="t" r="r" b="b"/>
            <a:pathLst>
              <a:path w="228990" h="228600">
                <a:moveTo>
                  <a:pt x="51021" y="125462"/>
                </a:moveTo>
                <a:lnTo>
                  <a:pt x="21107" y="180379"/>
                </a:lnTo>
                <a:lnTo>
                  <a:pt x="47450" y="174129"/>
                </a:lnTo>
                <a:cubicBezTo>
                  <a:pt x="51617" y="173236"/>
                  <a:pt x="54445" y="174873"/>
                  <a:pt x="55933" y="179040"/>
                </a:cubicBezTo>
                <a:lnTo>
                  <a:pt x="64862" y="204043"/>
                </a:lnTo>
                <a:lnTo>
                  <a:pt x="91652" y="153590"/>
                </a:lnTo>
                <a:cubicBezTo>
                  <a:pt x="74983" y="148828"/>
                  <a:pt x="61439" y="139452"/>
                  <a:pt x="51021" y="125462"/>
                </a:cubicBezTo>
                <a:close/>
                <a:moveTo>
                  <a:pt x="177823" y="124569"/>
                </a:moveTo>
                <a:cubicBezTo>
                  <a:pt x="167405" y="139154"/>
                  <a:pt x="153564" y="148977"/>
                  <a:pt x="136300" y="154037"/>
                </a:cubicBezTo>
                <a:lnTo>
                  <a:pt x="163982" y="204043"/>
                </a:lnTo>
                <a:lnTo>
                  <a:pt x="172912" y="179040"/>
                </a:lnTo>
                <a:cubicBezTo>
                  <a:pt x="174400" y="174873"/>
                  <a:pt x="177228" y="173236"/>
                  <a:pt x="181395" y="174129"/>
                </a:cubicBezTo>
                <a:lnTo>
                  <a:pt x="208184" y="180379"/>
                </a:lnTo>
                <a:close/>
                <a:moveTo>
                  <a:pt x="114199" y="14287"/>
                </a:moveTo>
                <a:cubicBezTo>
                  <a:pt x="96488" y="14287"/>
                  <a:pt x="81382" y="20612"/>
                  <a:pt x="68881" y="33263"/>
                </a:cubicBezTo>
                <a:cubicBezTo>
                  <a:pt x="56379" y="45913"/>
                  <a:pt x="50128" y="61019"/>
                  <a:pt x="50128" y="78581"/>
                </a:cubicBezTo>
                <a:cubicBezTo>
                  <a:pt x="50128" y="96143"/>
                  <a:pt x="56379" y="111249"/>
                  <a:pt x="68881" y="123899"/>
                </a:cubicBezTo>
                <a:cubicBezTo>
                  <a:pt x="81382" y="136549"/>
                  <a:pt x="96488" y="142875"/>
                  <a:pt x="114199" y="142875"/>
                </a:cubicBezTo>
                <a:cubicBezTo>
                  <a:pt x="131910" y="142875"/>
                  <a:pt x="147090" y="136549"/>
                  <a:pt x="159740" y="123899"/>
                </a:cubicBezTo>
                <a:cubicBezTo>
                  <a:pt x="172391" y="111249"/>
                  <a:pt x="178716" y="96143"/>
                  <a:pt x="178716" y="78581"/>
                </a:cubicBezTo>
                <a:cubicBezTo>
                  <a:pt x="178716" y="61019"/>
                  <a:pt x="172391" y="45913"/>
                  <a:pt x="159740" y="33263"/>
                </a:cubicBezTo>
                <a:cubicBezTo>
                  <a:pt x="147090" y="20612"/>
                  <a:pt x="131910" y="14287"/>
                  <a:pt x="114199" y="14287"/>
                </a:cubicBezTo>
                <a:close/>
                <a:moveTo>
                  <a:pt x="114422" y="0"/>
                </a:moveTo>
                <a:cubicBezTo>
                  <a:pt x="136151" y="0"/>
                  <a:pt x="154680" y="7664"/>
                  <a:pt x="170010" y="22994"/>
                </a:cubicBezTo>
                <a:cubicBezTo>
                  <a:pt x="185339" y="38323"/>
                  <a:pt x="193003" y="56852"/>
                  <a:pt x="193003" y="78581"/>
                </a:cubicBezTo>
                <a:cubicBezTo>
                  <a:pt x="193003" y="89594"/>
                  <a:pt x="190771" y="100161"/>
                  <a:pt x="186306" y="110281"/>
                </a:cubicBezTo>
                <a:lnTo>
                  <a:pt x="228276" y="187523"/>
                </a:lnTo>
                <a:cubicBezTo>
                  <a:pt x="229466" y="190202"/>
                  <a:pt x="229169" y="192806"/>
                  <a:pt x="227383" y="195337"/>
                </a:cubicBezTo>
                <a:cubicBezTo>
                  <a:pt x="225597" y="197867"/>
                  <a:pt x="223216" y="198685"/>
                  <a:pt x="220239" y="197792"/>
                </a:cubicBezTo>
                <a:lnTo>
                  <a:pt x="184520" y="189755"/>
                </a:lnTo>
                <a:lnTo>
                  <a:pt x="172019" y="223688"/>
                </a:lnTo>
                <a:cubicBezTo>
                  <a:pt x="171126" y="226665"/>
                  <a:pt x="169042" y="228302"/>
                  <a:pt x="165768" y="228600"/>
                </a:cubicBezTo>
                <a:cubicBezTo>
                  <a:pt x="165768" y="228600"/>
                  <a:pt x="165619" y="228600"/>
                  <a:pt x="165321" y="228600"/>
                </a:cubicBezTo>
                <a:cubicBezTo>
                  <a:pt x="162643" y="228600"/>
                  <a:pt x="160559" y="227409"/>
                  <a:pt x="159071" y="225028"/>
                </a:cubicBezTo>
                <a:lnTo>
                  <a:pt x="121566" y="156716"/>
                </a:lnTo>
                <a:cubicBezTo>
                  <a:pt x="119185" y="157013"/>
                  <a:pt x="116803" y="157162"/>
                  <a:pt x="114422" y="157162"/>
                </a:cubicBezTo>
                <a:cubicBezTo>
                  <a:pt x="111743" y="157162"/>
                  <a:pt x="109064" y="157013"/>
                  <a:pt x="106386" y="156716"/>
                </a:cubicBezTo>
                <a:lnTo>
                  <a:pt x="69774" y="224581"/>
                </a:lnTo>
                <a:cubicBezTo>
                  <a:pt x="68583" y="227260"/>
                  <a:pt x="66500" y="228600"/>
                  <a:pt x="63523" y="228600"/>
                </a:cubicBezTo>
                <a:cubicBezTo>
                  <a:pt x="63225" y="228600"/>
                  <a:pt x="63077" y="228600"/>
                  <a:pt x="63077" y="228600"/>
                </a:cubicBezTo>
                <a:cubicBezTo>
                  <a:pt x="59802" y="228302"/>
                  <a:pt x="57719" y="226665"/>
                  <a:pt x="56826" y="223688"/>
                </a:cubicBezTo>
                <a:lnTo>
                  <a:pt x="44324" y="189755"/>
                </a:lnTo>
                <a:lnTo>
                  <a:pt x="8605" y="197792"/>
                </a:lnTo>
                <a:cubicBezTo>
                  <a:pt x="5629" y="198685"/>
                  <a:pt x="3248" y="197867"/>
                  <a:pt x="1462" y="195337"/>
                </a:cubicBezTo>
                <a:cubicBezTo>
                  <a:pt x="-324" y="192806"/>
                  <a:pt x="-473" y="190202"/>
                  <a:pt x="1015" y="187523"/>
                </a:cubicBezTo>
                <a:lnTo>
                  <a:pt x="42985" y="110728"/>
                </a:lnTo>
                <a:cubicBezTo>
                  <a:pt x="38222" y="100607"/>
                  <a:pt x="35841" y="89892"/>
                  <a:pt x="35841" y="78581"/>
                </a:cubicBezTo>
                <a:cubicBezTo>
                  <a:pt x="35841" y="56852"/>
                  <a:pt x="43506" y="38323"/>
                  <a:pt x="58835" y="22994"/>
                </a:cubicBezTo>
                <a:cubicBezTo>
                  <a:pt x="74164" y="7664"/>
                  <a:pt x="92693" y="0"/>
                  <a:pt x="1144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49" name="Freeform 48"/>
          <p:cNvSpPr/>
          <p:nvPr/>
        </p:nvSpPr>
        <p:spPr>
          <a:xfrm>
            <a:off x="966600" y="2388698"/>
            <a:ext cx="197050" cy="197214"/>
          </a:xfrm>
          <a:custGeom>
            <a:avLst/>
            <a:gdLst/>
            <a:ahLst/>
            <a:cxnLst/>
            <a:rect l="l" t="t" r="r" b="b"/>
            <a:pathLst>
              <a:path w="229302" h="229493">
                <a:moveTo>
                  <a:pt x="114874" y="14288"/>
                </a:moveTo>
                <a:cubicBezTo>
                  <a:pt x="110856" y="14288"/>
                  <a:pt x="107433" y="15702"/>
                  <a:pt x="104605" y="18529"/>
                </a:cubicBezTo>
                <a:cubicBezTo>
                  <a:pt x="101778" y="21357"/>
                  <a:pt x="100364" y="24780"/>
                  <a:pt x="100364" y="28798"/>
                </a:cubicBezTo>
                <a:cubicBezTo>
                  <a:pt x="100364" y="32817"/>
                  <a:pt x="101778" y="36240"/>
                  <a:pt x="104605" y="39068"/>
                </a:cubicBezTo>
                <a:cubicBezTo>
                  <a:pt x="107433" y="41895"/>
                  <a:pt x="110856" y="43309"/>
                  <a:pt x="114874" y="43309"/>
                </a:cubicBezTo>
                <a:cubicBezTo>
                  <a:pt x="118893" y="43309"/>
                  <a:pt x="122316" y="41895"/>
                  <a:pt x="125144" y="39068"/>
                </a:cubicBezTo>
                <a:cubicBezTo>
                  <a:pt x="127971" y="36240"/>
                  <a:pt x="129385" y="32817"/>
                  <a:pt x="129385" y="28798"/>
                </a:cubicBezTo>
                <a:cubicBezTo>
                  <a:pt x="129385" y="24780"/>
                  <a:pt x="127971" y="21357"/>
                  <a:pt x="125144" y="18529"/>
                </a:cubicBezTo>
                <a:cubicBezTo>
                  <a:pt x="122316" y="15702"/>
                  <a:pt x="118893" y="14288"/>
                  <a:pt x="114874" y="14288"/>
                </a:cubicBezTo>
                <a:close/>
                <a:moveTo>
                  <a:pt x="114874" y="0"/>
                </a:moveTo>
                <a:cubicBezTo>
                  <a:pt x="122762" y="0"/>
                  <a:pt x="129534" y="2828"/>
                  <a:pt x="135190" y="8483"/>
                </a:cubicBezTo>
                <a:cubicBezTo>
                  <a:pt x="140845" y="14139"/>
                  <a:pt x="143673" y="20836"/>
                  <a:pt x="143673" y="28575"/>
                </a:cubicBezTo>
                <a:cubicBezTo>
                  <a:pt x="143673" y="35421"/>
                  <a:pt x="141589" y="41449"/>
                  <a:pt x="137422" y="46658"/>
                </a:cubicBezTo>
                <a:cubicBezTo>
                  <a:pt x="133255" y="51867"/>
                  <a:pt x="127897" y="55215"/>
                  <a:pt x="121349" y="56704"/>
                </a:cubicBezTo>
                <a:cubicBezTo>
                  <a:pt x="121349" y="57001"/>
                  <a:pt x="121349" y="57150"/>
                  <a:pt x="121349" y="57150"/>
                </a:cubicBezTo>
                <a:lnTo>
                  <a:pt x="150370" y="57150"/>
                </a:lnTo>
                <a:cubicBezTo>
                  <a:pt x="152454" y="57150"/>
                  <a:pt x="154165" y="57894"/>
                  <a:pt x="155505" y="59383"/>
                </a:cubicBezTo>
                <a:cubicBezTo>
                  <a:pt x="156844" y="60871"/>
                  <a:pt x="157514" y="62582"/>
                  <a:pt x="157514" y="64517"/>
                </a:cubicBezTo>
                <a:cubicBezTo>
                  <a:pt x="157514" y="66452"/>
                  <a:pt x="156844" y="68089"/>
                  <a:pt x="155505" y="69428"/>
                </a:cubicBezTo>
                <a:cubicBezTo>
                  <a:pt x="154165" y="70768"/>
                  <a:pt x="152454" y="71438"/>
                  <a:pt x="150370" y="71438"/>
                </a:cubicBezTo>
                <a:lnTo>
                  <a:pt x="121795" y="71438"/>
                </a:lnTo>
                <a:lnTo>
                  <a:pt x="121795" y="214759"/>
                </a:lnTo>
                <a:cubicBezTo>
                  <a:pt x="140250" y="213271"/>
                  <a:pt x="156174" y="206053"/>
                  <a:pt x="169569" y="193105"/>
                </a:cubicBezTo>
                <a:cubicBezTo>
                  <a:pt x="182963" y="180157"/>
                  <a:pt x="190702" y="164455"/>
                  <a:pt x="192786" y="146001"/>
                </a:cubicBezTo>
                <a:lnTo>
                  <a:pt x="173587" y="159395"/>
                </a:lnTo>
                <a:cubicBezTo>
                  <a:pt x="170313" y="161479"/>
                  <a:pt x="167932" y="161032"/>
                  <a:pt x="166443" y="158056"/>
                </a:cubicBezTo>
                <a:lnTo>
                  <a:pt x="165104" y="156716"/>
                </a:lnTo>
                <a:cubicBezTo>
                  <a:pt x="163318" y="153740"/>
                  <a:pt x="163913" y="151210"/>
                  <a:pt x="166890" y="149126"/>
                </a:cubicBezTo>
                <a:lnTo>
                  <a:pt x="199037" y="127248"/>
                </a:lnTo>
                <a:lnTo>
                  <a:pt x="199483" y="127248"/>
                </a:lnTo>
                <a:lnTo>
                  <a:pt x="201716" y="125909"/>
                </a:lnTo>
                <a:cubicBezTo>
                  <a:pt x="202906" y="125016"/>
                  <a:pt x="204171" y="124718"/>
                  <a:pt x="205511" y="125016"/>
                </a:cubicBezTo>
                <a:cubicBezTo>
                  <a:pt x="206850" y="125313"/>
                  <a:pt x="207818" y="126206"/>
                  <a:pt x="208413" y="127695"/>
                </a:cubicBezTo>
                <a:lnTo>
                  <a:pt x="209752" y="129927"/>
                </a:lnTo>
                <a:lnTo>
                  <a:pt x="228505" y="163860"/>
                </a:lnTo>
                <a:cubicBezTo>
                  <a:pt x="229993" y="166836"/>
                  <a:pt x="229398" y="169218"/>
                  <a:pt x="226719" y="171004"/>
                </a:cubicBezTo>
                <a:lnTo>
                  <a:pt x="224486" y="171897"/>
                </a:lnTo>
                <a:cubicBezTo>
                  <a:pt x="221807" y="173683"/>
                  <a:pt x="219575" y="172938"/>
                  <a:pt x="217789" y="169664"/>
                </a:cubicBezTo>
                <a:lnTo>
                  <a:pt x="207074" y="149572"/>
                </a:lnTo>
                <a:cubicBezTo>
                  <a:pt x="203799" y="172492"/>
                  <a:pt x="193381" y="191542"/>
                  <a:pt x="175820" y="206722"/>
                </a:cubicBezTo>
                <a:cubicBezTo>
                  <a:pt x="158258" y="221903"/>
                  <a:pt x="137868" y="229493"/>
                  <a:pt x="114651" y="229493"/>
                </a:cubicBezTo>
                <a:cubicBezTo>
                  <a:pt x="91434" y="229493"/>
                  <a:pt x="71045" y="221903"/>
                  <a:pt x="53483" y="206722"/>
                </a:cubicBezTo>
                <a:cubicBezTo>
                  <a:pt x="35921" y="191542"/>
                  <a:pt x="25503" y="172492"/>
                  <a:pt x="22229" y="149572"/>
                </a:cubicBezTo>
                <a:lnTo>
                  <a:pt x="11513" y="169664"/>
                </a:lnTo>
                <a:cubicBezTo>
                  <a:pt x="9727" y="172938"/>
                  <a:pt x="7495" y="173683"/>
                  <a:pt x="4816" y="171897"/>
                </a:cubicBezTo>
                <a:lnTo>
                  <a:pt x="2584" y="171004"/>
                </a:lnTo>
                <a:cubicBezTo>
                  <a:pt x="-95" y="169218"/>
                  <a:pt x="-691" y="166836"/>
                  <a:pt x="798" y="163860"/>
                </a:cubicBezTo>
                <a:lnTo>
                  <a:pt x="19550" y="129927"/>
                </a:lnTo>
                <a:lnTo>
                  <a:pt x="20890" y="127695"/>
                </a:lnTo>
                <a:cubicBezTo>
                  <a:pt x="21485" y="126206"/>
                  <a:pt x="22452" y="125313"/>
                  <a:pt x="23792" y="125016"/>
                </a:cubicBezTo>
                <a:cubicBezTo>
                  <a:pt x="25131" y="124718"/>
                  <a:pt x="26396" y="125016"/>
                  <a:pt x="27587" y="125909"/>
                </a:cubicBezTo>
                <a:lnTo>
                  <a:pt x="29819" y="127248"/>
                </a:lnTo>
                <a:lnTo>
                  <a:pt x="30266" y="127248"/>
                </a:lnTo>
                <a:lnTo>
                  <a:pt x="62413" y="149126"/>
                </a:lnTo>
                <a:cubicBezTo>
                  <a:pt x="65389" y="151210"/>
                  <a:pt x="65984" y="153740"/>
                  <a:pt x="64199" y="156716"/>
                </a:cubicBezTo>
                <a:lnTo>
                  <a:pt x="62859" y="158056"/>
                </a:lnTo>
                <a:cubicBezTo>
                  <a:pt x="61371" y="161032"/>
                  <a:pt x="58990" y="161479"/>
                  <a:pt x="55715" y="159395"/>
                </a:cubicBezTo>
                <a:lnTo>
                  <a:pt x="36516" y="146001"/>
                </a:lnTo>
                <a:cubicBezTo>
                  <a:pt x="38600" y="164455"/>
                  <a:pt x="46339" y="180157"/>
                  <a:pt x="59734" y="193105"/>
                </a:cubicBezTo>
                <a:cubicBezTo>
                  <a:pt x="73128" y="206053"/>
                  <a:pt x="89053" y="213271"/>
                  <a:pt x="107507" y="214759"/>
                </a:cubicBezTo>
                <a:lnTo>
                  <a:pt x="107507" y="71438"/>
                </a:lnTo>
                <a:lnTo>
                  <a:pt x="78932" y="71438"/>
                </a:lnTo>
                <a:cubicBezTo>
                  <a:pt x="76849" y="71438"/>
                  <a:pt x="75137" y="70768"/>
                  <a:pt x="73798" y="69428"/>
                </a:cubicBezTo>
                <a:cubicBezTo>
                  <a:pt x="72458" y="68089"/>
                  <a:pt x="71789" y="66452"/>
                  <a:pt x="71789" y="64517"/>
                </a:cubicBezTo>
                <a:cubicBezTo>
                  <a:pt x="71789" y="62582"/>
                  <a:pt x="72458" y="60871"/>
                  <a:pt x="73798" y="59383"/>
                </a:cubicBezTo>
                <a:cubicBezTo>
                  <a:pt x="75137" y="57894"/>
                  <a:pt x="76849" y="57150"/>
                  <a:pt x="78932" y="57150"/>
                </a:cubicBezTo>
                <a:lnTo>
                  <a:pt x="107954" y="57150"/>
                </a:lnTo>
                <a:cubicBezTo>
                  <a:pt x="107954" y="56852"/>
                  <a:pt x="107954" y="56704"/>
                  <a:pt x="107954" y="56704"/>
                </a:cubicBezTo>
                <a:cubicBezTo>
                  <a:pt x="101703" y="55215"/>
                  <a:pt x="96494" y="51867"/>
                  <a:pt x="92327" y="46658"/>
                </a:cubicBezTo>
                <a:cubicBezTo>
                  <a:pt x="88160" y="41449"/>
                  <a:pt x="86076" y="35421"/>
                  <a:pt x="86076" y="28575"/>
                </a:cubicBezTo>
                <a:cubicBezTo>
                  <a:pt x="86076" y="20836"/>
                  <a:pt x="88904" y="14139"/>
                  <a:pt x="94559" y="8483"/>
                </a:cubicBezTo>
                <a:cubicBezTo>
                  <a:pt x="100215" y="2828"/>
                  <a:pt x="106987" y="0"/>
                  <a:pt x="11487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50" name="Freeform 49"/>
          <p:cNvSpPr/>
          <p:nvPr/>
        </p:nvSpPr>
        <p:spPr>
          <a:xfrm>
            <a:off x="1299894" y="2398291"/>
            <a:ext cx="196455" cy="178029"/>
          </a:xfrm>
          <a:custGeom>
            <a:avLst/>
            <a:gdLst/>
            <a:ahLst/>
            <a:cxnLst/>
            <a:rect l="l" t="t" r="r" b="b"/>
            <a:pathLst>
              <a:path w="228610" h="207169">
                <a:moveTo>
                  <a:pt x="42862" y="114300"/>
                </a:moveTo>
                <a:cubicBezTo>
                  <a:pt x="46732" y="114300"/>
                  <a:pt x="50080" y="115714"/>
                  <a:pt x="52908" y="118542"/>
                </a:cubicBezTo>
                <a:cubicBezTo>
                  <a:pt x="55736" y="121370"/>
                  <a:pt x="57150" y="124793"/>
                  <a:pt x="57150" y="128811"/>
                </a:cubicBezTo>
                <a:cubicBezTo>
                  <a:pt x="57150" y="132829"/>
                  <a:pt x="55736" y="136178"/>
                  <a:pt x="52908" y="138857"/>
                </a:cubicBezTo>
                <a:cubicBezTo>
                  <a:pt x="50080" y="141536"/>
                  <a:pt x="46732" y="142875"/>
                  <a:pt x="42862" y="142875"/>
                </a:cubicBezTo>
                <a:cubicBezTo>
                  <a:pt x="38993" y="142875"/>
                  <a:pt x="35644" y="141536"/>
                  <a:pt x="32816" y="138857"/>
                </a:cubicBezTo>
                <a:cubicBezTo>
                  <a:pt x="29989" y="136178"/>
                  <a:pt x="28575" y="132829"/>
                  <a:pt x="28575" y="128811"/>
                </a:cubicBezTo>
                <a:cubicBezTo>
                  <a:pt x="28575" y="124793"/>
                  <a:pt x="29989" y="121370"/>
                  <a:pt x="32816" y="118542"/>
                </a:cubicBezTo>
                <a:cubicBezTo>
                  <a:pt x="35644" y="115714"/>
                  <a:pt x="38993" y="114300"/>
                  <a:pt x="42862" y="114300"/>
                </a:cubicBezTo>
                <a:close/>
                <a:moveTo>
                  <a:pt x="214312" y="57150"/>
                </a:moveTo>
                <a:cubicBezTo>
                  <a:pt x="214312" y="59532"/>
                  <a:pt x="212898" y="61317"/>
                  <a:pt x="210071" y="62508"/>
                </a:cubicBezTo>
                <a:cubicBezTo>
                  <a:pt x="207243" y="63699"/>
                  <a:pt x="203894" y="64294"/>
                  <a:pt x="200025" y="64294"/>
                </a:cubicBezTo>
                <a:lnTo>
                  <a:pt x="21431" y="64294"/>
                </a:lnTo>
                <a:cubicBezTo>
                  <a:pt x="19347" y="64294"/>
                  <a:pt x="17636" y="65038"/>
                  <a:pt x="16296" y="66526"/>
                </a:cubicBezTo>
                <a:cubicBezTo>
                  <a:pt x="14957" y="68015"/>
                  <a:pt x="14287" y="69652"/>
                  <a:pt x="14287" y="71438"/>
                </a:cubicBezTo>
                <a:lnTo>
                  <a:pt x="14287" y="185738"/>
                </a:lnTo>
                <a:cubicBezTo>
                  <a:pt x="14287" y="187821"/>
                  <a:pt x="14957" y="189533"/>
                  <a:pt x="16296" y="190872"/>
                </a:cubicBezTo>
                <a:cubicBezTo>
                  <a:pt x="17636" y="192212"/>
                  <a:pt x="19347" y="192882"/>
                  <a:pt x="21431" y="192882"/>
                </a:cubicBezTo>
                <a:lnTo>
                  <a:pt x="207168" y="192882"/>
                </a:lnTo>
                <a:cubicBezTo>
                  <a:pt x="209252" y="192882"/>
                  <a:pt x="210964" y="192212"/>
                  <a:pt x="212303" y="190872"/>
                </a:cubicBezTo>
                <a:cubicBezTo>
                  <a:pt x="213642" y="189533"/>
                  <a:pt x="214312" y="187821"/>
                  <a:pt x="214312" y="185738"/>
                </a:cubicBezTo>
                <a:close/>
                <a:moveTo>
                  <a:pt x="49113" y="14288"/>
                </a:moveTo>
                <a:cubicBezTo>
                  <a:pt x="47327" y="14288"/>
                  <a:pt x="45839" y="15032"/>
                  <a:pt x="44648" y="16520"/>
                </a:cubicBezTo>
                <a:cubicBezTo>
                  <a:pt x="43458" y="18008"/>
                  <a:pt x="42862" y="19646"/>
                  <a:pt x="42862" y="21432"/>
                </a:cubicBezTo>
                <a:lnTo>
                  <a:pt x="42862" y="50007"/>
                </a:lnTo>
                <a:lnTo>
                  <a:pt x="200025" y="50007"/>
                </a:lnTo>
                <a:cubicBezTo>
                  <a:pt x="201811" y="50007"/>
                  <a:pt x="203225" y="49709"/>
                  <a:pt x="204266" y="49114"/>
                </a:cubicBezTo>
                <a:cubicBezTo>
                  <a:pt x="205308" y="48518"/>
                  <a:pt x="206052" y="47923"/>
                  <a:pt x="206499" y="47328"/>
                </a:cubicBezTo>
                <a:cubicBezTo>
                  <a:pt x="206945" y="46732"/>
                  <a:pt x="207020" y="46286"/>
                  <a:pt x="206722" y="45988"/>
                </a:cubicBezTo>
                <a:close/>
                <a:moveTo>
                  <a:pt x="50006" y="0"/>
                </a:moveTo>
                <a:lnTo>
                  <a:pt x="51345" y="0"/>
                </a:lnTo>
                <a:lnTo>
                  <a:pt x="211187" y="32147"/>
                </a:lnTo>
                <a:cubicBezTo>
                  <a:pt x="223093" y="35421"/>
                  <a:pt x="228897" y="42714"/>
                  <a:pt x="228600" y="54025"/>
                </a:cubicBezTo>
                <a:lnTo>
                  <a:pt x="228600" y="185738"/>
                </a:lnTo>
                <a:cubicBezTo>
                  <a:pt x="228600" y="191691"/>
                  <a:pt x="226516" y="196751"/>
                  <a:pt x="222349" y="200918"/>
                </a:cubicBezTo>
                <a:cubicBezTo>
                  <a:pt x="218182" y="205085"/>
                  <a:pt x="213122" y="207169"/>
                  <a:pt x="207168" y="207169"/>
                </a:cubicBezTo>
                <a:lnTo>
                  <a:pt x="21431" y="207169"/>
                </a:lnTo>
                <a:cubicBezTo>
                  <a:pt x="15478" y="207169"/>
                  <a:pt x="10418" y="205085"/>
                  <a:pt x="6251" y="200918"/>
                </a:cubicBezTo>
                <a:cubicBezTo>
                  <a:pt x="2083" y="196751"/>
                  <a:pt x="0" y="191691"/>
                  <a:pt x="0" y="185738"/>
                </a:cubicBezTo>
                <a:lnTo>
                  <a:pt x="0" y="71438"/>
                </a:lnTo>
                <a:cubicBezTo>
                  <a:pt x="0" y="65485"/>
                  <a:pt x="2083" y="60424"/>
                  <a:pt x="6251" y="56257"/>
                </a:cubicBezTo>
                <a:cubicBezTo>
                  <a:pt x="10418" y="52090"/>
                  <a:pt x="15478" y="50007"/>
                  <a:pt x="21431" y="50007"/>
                </a:cubicBezTo>
                <a:lnTo>
                  <a:pt x="28575" y="50007"/>
                </a:lnTo>
                <a:lnTo>
                  <a:pt x="28575" y="21432"/>
                </a:lnTo>
                <a:cubicBezTo>
                  <a:pt x="28575" y="15478"/>
                  <a:pt x="30658" y="10418"/>
                  <a:pt x="34826" y="6251"/>
                </a:cubicBezTo>
                <a:cubicBezTo>
                  <a:pt x="38993" y="2084"/>
                  <a:pt x="44053" y="0"/>
                  <a:pt x="500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51" name="Freeform 50"/>
          <p:cNvSpPr/>
          <p:nvPr/>
        </p:nvSpPr>
        <p:spPr>
          <a:xfrm>
            <a:off x="1632594" y="2419776"/>
            <a:ext cx="196447" cy="135057"/>
          </a:xfrm>
          <a:custGeom>
            <a:avLst/>
            <a:gdLst/>
            <a:ahLst/>
            <a:cxnLst/>
            <a:rect l="l" t="t" r="r" b="b"/>
            <a:pathLst>
              <a:path w="228600" h="157163">
                <a:moveTo>
                  <a:pt x="200025" y="128588"/>
                </a:moveTo>
                <a:lnTo>
                  <a:pt x="200025" y="142875"/>
                </a:lnTo>
                <a:lnTo>
                  <a:pt x="214313" y="142875"/>
                </a:lnTo>
                <a:lnTo>
                  <a:pt x="214313" y="128588"/>
                </a:lnTo>
                <a:close/>
                <a:moveTo>
                  <a:pt x="14288" y="128588"/>
                </a:moveTo>
                <a:lnTo>
                  <a:pt x="14288" y="142875"/>
                </a:lnTo>
                <a:lnTo>
                  <a:pt x="28575" y="142875"/>
                </a:lnTo>
                <a:lnTo>
                  <a:pt x="28575" y="128588"/>
                </a:lnTo>
                <a:close/>
                <a:moveTo>
                  <a:pt x="107156" y="14288"/>
                </a:moveTo>
                <a:lnTo>
                  <a:pt x="107156" y="28575"/>
                </a:lnTo>
                <a:lnTo>
                  <a:pt x="121444" y="28575"/>
                </a:lnTo>
                <a:lnTo>
                  <a:pt x="121444" y="14288"/>
                </a:lnTo>
                <a:close/>
                <a:moveTo>
                  <a:pt x="100013" y="0"/>
                </a:moveTo>
                <a:lnTo>
                  <a:pt x="128588" y="0"/>
                </a:lnTo>
                <a:cubicBezTo>
                  <a:pt x="130671" y="0"/>
                  <a:pt x="132383" y="670"/>
                  <a:pt x="133722" y="2010"/>
                </a:cubicBezTo>
                <a:cubicBezTo>
                  <a:pt x="135062" y="3349"/>
                  <a:pt x="135731" y="5061"/>
                  <a:pt x="135731" y="7144"/>
                </a:cubicBezTo>
                <a:lnTo>
                  <a:pt x="135731" y="14288"/>
                </a:lnTo>
                <a:lnTo>
                  <a:pt x="201811" y="14288"/>
                </a:lnTo>
                <a:cubicBezTo>
                  <a:pt x="204788" y="9525"/>
                  <a:pt x="208955" y="7144"/>
                  <a:pt x="214313" y="7144"/>
                </a:cubicBezTo>
                <a:cubicBezTo>
                  <a:pt x="218182" y="7144"/>
                  <a:pt x="221531" y="8558"/>
                  <a:pt x="224359" y="11386"/>
                </a:cubicBezTo>
                <a:cubicBezTo>
                  <a:pt x="227186" y="14213"/>
                  <a:pt x="228600" y="17562"/>
                  <a:pt x="228600" y="21432"/>
                </a:cubicBezTo>
                <a:cubicBezTo>
                  <a:pt x="228600" y="25301"/>
                  <a:pt x="227186" y="28650"/>
                  <a:pt x="224359" y="31478"/>
                </a:cubicBezTo>
                <a:cubicBezTo>
                  <a:pt x="221531" y="34305"/>
                  <a:pt x="218182" y="35719"/>
                  <a:pt x="214313" y="35719"/>
                </a:cubicBezTo>
                <a:cubicBezTo>
                  <a:pt x="208955" y="35719"/>
                  <a:pt x="204788" y="33338"/>
                  <a:pt x="201811" y="28575"/>
                </a:cubicBezTo>
                <a:lnTo>
                  <a:pt x="166092" y="28575"/>
                </a:lnTo>
                <a:cubicBezTo>
                  <a:pt x="180678" y="37505"/>
                  <a:pt x="192361" y="49560"/>
                  <a:pt x="201141" y="64741"/>
                </a:cubicBezTo>
                <a:cubicBezTo>
                  <a:pt x="209922" y="79921"/>
                  <a:pt x="214313" y="96292"/>
                  <a:pt x="214313" y="113854"/>
                </a:cubicBezTo>
                <a:lnTo>
                  <a:pt x="214313" y="114300"/>
                </a:lnTo>
                <a:lnTo>
                  <a:pt x="221456" y="114300"/>
                </a:lnTo>
                <a:cubicBezTo>
                  <a:pt x="223540" y="114300"/>
                  <a:pt x="225252" y="114970"/>
                  <a:pt x="226591" y="116310"/>
                </a:cubicBezTo>
                <a:cubicBezTo>
                  <a:pt x="227930" y="117649"/>
                  <a:pt x="228600" y="119361"/>
                  <a:pt x="228600" y="121444"/>
                </a:cubicBezTo>
                <a:lnTo>
                  <a:pt x="228600" y="150019"/>
                </a:lnTo>
                <a:cubicBezTo>
                  <a:pt x="228600" y="152103"/>
                  <a:pt x="227930" y="153814"/>
                  <a:pt x="226591" y="155154"/>
                </a:cubicBezTo>
                <a:cubicBezTo>
                  <a:pt x="225252" y="156493"/>
                  <a:pt x="223540" y="157163"/>
                  <a:pt x="221456" y="157163"/>
                </a:cubicBezTo>
                <a:lnTo>
                  <a:pt x="192881" y="157163"/>
                </a:lnTo>
                <a:cubicBezTo>
                  <a:pt x="190798" y="157163"/>
                  <a:pt x="189086" y="156493"/>
                  <a:pt x="187747" y="155154"/>
                </a:cubicBezTo>
                <a:cubicBezTo>
                  <a:pt x="186407" y="153814"/>
                  <a:pt x="185738" y="152103"/>
                  <a:pt x="185738" y="150019"/>
                </a:cubicBezTo>
                <a:lnTo>
                  <a:pt x="185738" y="121444"/>
                </a:lnTo>
                <a:cubicBezTo>
                  <a:pt x="185738" y="119361"/>
                  <a:pt x="186407" y="117649"/>
                  <a:pt x="187747" y="116310"/>
                </a:cubicBezTo>
                <a:cubicBezTo>
                  <a:pt x="189086" y="114970"/>
                  <a:pt x="190798" y="114300"/>
                  <a:pt x="192881" y="114300"/>
                </a:cubicBezTo>
                <a:lnTo>
                  <a:pt x="200025" y="114300"/>
                </a:lnTo>
                <a:lnTo>
                  <a:pt x="200025" y="113854"/>
                </a:lnTo>
                <a:cubicBezTo>
                  <a:pt x="200025" y="94209"/>
                  <a:pt x="193998" y="76721"/>
                  <a:pt x="181943" y="61392"/>
                </a:cubicBezTo>
                <a:cubicBezTo>
                  <a:pt x="169888" y="46063"/>
                  <a:pt x="154484" y="35868"/>
                  <a:pt x="135731" y="30808"/>
                </a:cubicBezTo>
                <a:lnTo>
                  <a:pt x="135731" y="35719"/>
                </a:lnTo>
                <a:cubicBezTo>
                  <a:pt x="135731" y="37803"/>
                  <a:pt x="135062" y="39514"/>
                  <a:pt x="133722" y="40854"/>
                </a:cubicBezTo>
                <a:cubicBezTo>
                  <a:pt x="132383" y="42193"/>
                  <a:pt x="130671" y="42863"/>
                  <a:pt x="128588" y="42863"/>
                </a:cubicBezTo>
                <a:lnTo>
                  <a:pt x="100013" y="42863"/>
                </a:lnTo>
                <a:cubicBezTo>
                  <a:pt x="97929" y="42863"/>
                  <a:pt x="96218" y="42193"/>
                  <a:pt x="94878" y="40854"/>
                </a:cubicBezTo>
                <a:cubicBezTo>
                  <a:pt x="93539" y="39514"/>
                  <a:pt x="92869" y="37803"/>
                  <a:pt x="92869" y="35719"/>
                </a:cubicBezTo>
                <a:lnTo>
                  <a:pt x="92869" y="30808"/>
                </a:lnTo>
                <a:cubicBezTo>
                  <a:pt x="74117" y="35868"/>
                  <a:pt x="58713" y="46063"/>
                  <a:pt x="46658" y="61392"/>
                </a:cubicBezTo>
                <a:cubicBezTo>
                  <a:pt x="34603" y="76721"/>
                  <a:pt x="28575" y="94209"/>
                  <a:pt x="28575" y="113854"/>
                </a:cubicBezTo>
                <a:lnTo>
                  <a:pt x="28575" y="114300"/>
                </a:lnTo>
                <a:lnTo>
                  <a:pt x="35719" y="114300"/>
                </a:lnTo>
                <a:cubicBezTo>
                  <a:pt x="37803" y="114300"/>
                  <a:pt x="39514" y="114970"/>
                  <a:pt x="40854" y="116310"/>
                </a:cubicBezTo>
                <a:cubicBezTo>
                  <a:pt x="42193" y="117649"/>
                  <a:pt x="42863" y="119361"/>
                  <a:pt x="42863" y="121444"/>
                </a:cubicBezTo>
                <a:lnTo>
                  <a:pt x="42863" y="150019"/>
                </a:lnTo>
                <a:cubicBezTo>
                  <a:pt x="42863" y="152103"/>
                  <a:pt x="42193" y="153814"/>
                  <a:pt x="40854" y="155154"/>
                </a:cubicBezTo>
                <a:cubicBezTo>
                  <a:pt x="39514" y="156493"/>
                  <a:pt x="37803" y="157163"/>
                  <a:pt x="35719" y="157163"/>
                </a:cubicBezTo>
                <a:lnTo>
                  <a:pt x="7144" y="157163"/>
                </a:lnTo>
                <a:cubicBezTo>
                  <a:pt x="5060" y="157163"/>
                  <a:pt x="3349" y="156493"/>
                  <a:pt x="2009" y="155154"/>
                </a:cubicBezTo>
                <a:cubicBezTo>
                  <a:pt x="670" y="153814"/>
                  <a:pt x="0" y="152103"/>
                  <a:pt x="0" y="150019"/>
                </a:cubicBezTo>
                <a:lnTo>
                  <a:pt x="0" y="121444"/>
                </a:lnTo>
                <a:cubicBezTo>
                  <a:pt x="0" y="119361"/>
                  <a:pt x="670" y="117649"/>
                  <a:pt x="2009" y="116310"/>
                </a:cubicBezTo>
                <a:cubicBezTo>
                  <a:pt x="3349" y="114970"/>
                  <a:pt x="5060" y="114300"/>
                  <a:pt x="7144" y="114300"/>
                </a:cubicBezTo>
                <a:lnTo>
                  <a:pt x="14288" y="114300"/>
                </a:lnTo>
                <a:lnTo>
                  <a:pt x="14288" y="113854"/>
                </a:lnTo>
                <a:cubicBezTo>
                  <a:pt x="14288" y="96292"/>
                  <a:pt x="18678" y="79921"/>
                  <a:pt x="27459" y="64741"/>
                </a:cubicBezTo>
                <a:cubicBezTo>
                  <a:pt x="36240" y="49560"/>
                  <a:pt x="47923" y="37505"/>
                  <a:pt x="62508" y="28575"/>
                </a:cubicBezTo>
                <a:lnTo>
                  <a:pt x="26789" y="28575"/>
                </a:lnTo>
                <a:cubicBezTo>
                  <a:pt x="23813" y="33338"/>
                  <a:pt x="19646" y="35719"/>
                  <a:pt x="14288" y="35719"/>
                </a:cubicBezTo>
                <a:cubicBezTo>
                  <a:pt x="10418" y="35719"/>
                  <a:pt x="7070" y="34305"/>
                  <a:pt x="4242" y="31478"/>
                </a:cubicBezTo>
                <a:cubicBezTo>
                  <a:pt x="1414" y="28650"/>
                  <a:pt x="0" y="25301"/>
                  <a:pt x="0" y="21432"/>
                </a:cubicBezTo>
                <a:cubicBezTo>
                  <a:pt x="0" y="17562"/>
                  <a:pt x="1414" y="14213"/>
                  <a:pt x="4242" y="11386"/>
                </a:cubicBezTo>
                <a:cubicBezTo>
                  <a:pt x="7070" y="8558"/>
                  <a:pt x="10418" y="7144"/>
                  <a:pt x="14288" y="7144"/>
                </a:cubicBezTo>
                <a:cubicBezTo>
                  <a:pt x="19646" y="7144"/>
                  <a:pt x="23813" y="9525"/>
                  <a:pt x="26789" y="14288"/>
                </a:cubicBezTo>
                <a:lnTo>
                  <a:pt x="92869" y="14288"/>
                </a:lnTo>
                <a:lnTo>
                  <a:pt x="92869" y="7144"/>
                </a:lnTo>
                <a:cubicBezTo>
                  <a:pt x="92869" y="5061"/>
                  <a:pt x="93539" y="3349"/>
                  <a:pt x="94878" y="2010"/>
                </a:cubicBezTo>
                <a:cubicBezTo>
                  <a:pt x="96218" y="670"/>
                  <a:pt x="97929" y="0"/>
                  <a:pt x="10001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52" name="Freeform 51"/>
          <p:cNvSpPr/>
          <p:nvPr/>
        </p:nvSpPr>
        <p:spPr>
          <a:xfrm>
            <a:off x="1965287" y="2401360"/>
            <a:ext cx="196447" cy="171891"/>
          </a:xfrm>
          <a:custGeom>
            <a:avLst/>
            <a:gdLst/>
            <a:ahLst/>
            <a:cxnLst/>
            <a:rect l="l" t="t" r="r" b="b"/>
            <a:pathLst>
              <a:path w="228600" h="200025">
                <a:moveTo>
                  <a:pt x="50006" y="100459"/>
                </a:moveTo>
                <a:lnTo>
                  <a:pt x="135731" y="100459"/>
                </a:lnTo>
                <a:cubicBezTo>
                  <a:pt x="137815" y="100459"/>
                  <a:pt x="139527" y="101129"/>
                  <a:pt x="140866" y="102468"/>
                </a:cubicBezTo>
                <a:cubicBezTo>
                  <a:pt x="142206" y="103808"/>
                  <a:pt x="142875" y="105445"/>
                  <a:pt x="142875" y="107380"/>
                </a:cubicBezTo>
                <a:cubicBezTo>
                  <a:pt x="142875" y="109314"/>
                  <a:pt x="142206" y="111026"/>
                  <a:pt x="140866" y="112514"/>
                </a:cubicBezTo>
                <a:cubicBezTo>
                  <a:pt x="139527" y="114002"/>
                  <a:pt x="137815" y="114747"/>
                  <a:pt x="135731" y="114747"/>
                </a:cubicBezTo>
                <a:lnTo>
                  <a:pt x="50006" y="114747"/>
                </a:lnTo>
                <a:cubicBezTo>
                  <a:pt x="47923" y="114747"/>
                  <a:pt x="46211" y="114002"/>
                  <a:pt x="44872" y="112514"/>
                </a:cubicBezTo>
                <a:cubicBezTo>
                  <a:pt x="43532" y="111026"/>
                  <a:pt x="42863" y="109314"/>
                  <a:pt x="42863" y="107380"/>
                </a:cubicBezTo>
                <a:cubicBezTo>
                  <a:pt x="42863" y="105445"/>
                  <a:pt x="43532" y="103808"/>
                  <a:pt x="44872" y="102468"/>
                </a:cubicBezTo>
                <a:cubicBezTo>
                  <a:pt x="46211" y="101129"/>
                  <a:pt x="47923" y="100459"/>
                  <a:pt x="50006" y="100459"/>
                </a:cubicBezTo>
                <a:close/>
                <a:moveTo>
                  <a:pt x="50006" y="71884"/>
                </a:moveTo>
                <a:lnTo>
                  <a:pt x="178594" y="71884"/>
                </a:lnTo>
                <a:cubicBezTo>
                  <a:pt x="180678" y="71884"/>
                  <a:pt x="182389" y="72554"/>
                  <a:pt x="183729" y="73893"/>
                </a:cubicBezTo>
                <a:cubicBezTo>
                  <a:pt x="185068" y="75233"/>
                  <a:pt x="185738" y="76870"/>
                  <a:pt x="185738" y="78805"/>
                </a:cubicBezTo>
                <a:cubicBezTo>
                  <a:pt x="185738" y="80739"/>
                  <a:pt x="185068" y="82451"/>
                  <a:pt x="183729" y="83939"/>
                </a:cubicBezTo>
                <a:cubicBezTo>
                  <a:pt x="182389" y="85427"/>
                  <a:pt x="180678" y="86172"/>
                  <a:pt x="178594" y="86172"/>
                </a:cubicBezTo>
                <a:lnTo>
                  <a:pt x="50006" y="86172"/>
                </a:lnTo>
                <a:cubicBezTo>
                  <a:pt x="47923" y="86172"/>
                  <a:pt x="46211" y="85427"/>
                  <a:pt x="44872" y="83939"/>
                </a:cubicBezTo>
                <a:cubicBezTo>
                  <a:pt x="43532" y="82451"/>
                  <a:pt x="42863" y="80739"/>
                  <a:pt x="42863" y="78805"/>
                </a:cubicBezTo>
                <a:cubicBezTo>
                  <a:pt x="42863" y="76870"/>
                  <a:pt x="43532" y="75233"/>
                  <a:pt x="44872" y="73893"/>
                </a:cubicBezTo>
                <a:cubicBezTo>
                  <a:pt x="46211" y="72554"/>
                  <a:pt x="47923" y="71884"/>
                  <a:pt x="50006" y="71884"/>
                </a:cubicBezTo>
                <a:close/>
                <a:moveTo>
                  <a:pt x="50006" y="43309"/>
                </a:moveTo>
                <a:lnTo>
                  <a:pt x="178594" y="43309"/>
                </a:lnTo>
                <a:cubicBezTo>
                  <a:pt x="180678" y="43309"/>
                  <a:pt x="182389" y="43979"/>
                  <a:pt x="183729" y="45318"/>
                </a:cubicBezTo>
                <a:cubicBezTo>
                  <a:pt x="185068" y="46658"/>
                  <a:pt x="185738" y="48295"/>
                  <a:pt x="185738" y="50230"/>
                </a:cubicBezTo>
                <a:cubicBezTo>
                  <a:pt x="185738" y="52164"/>
                  <a:pt x="185068" y="53876"/>
                  <a:pt x="183729" y="55364"/>
                </a:cubicBezTo>
                <a:cubicBezTo>
                  <a:pt x="182389" y="56852"/>
                  <a:pt x="180678" y="57597"/>
                  <a:pt x="178594" y="57597"/>
                </a:cubicBezTo>
                <a:lnTo>
                  <a:pt x="50006" y="57597"/>
                </a:lnTo>
                <a:cubicBezTo>
                  <a:pt x="47923" y="57597"/>
                  <a:pt x="46211" y="56852"/>
                  <a:pt x="44872" y="55364"/>
                </a:cubicBezTo>
                <a:cubicBezTo>
                  <a:pt x="43532" y="53876"/>
                  <a:pt x="42863" y="52164"/>
                  <a:pt x="42863" y="50230"/>
                </a:cubicBezTo>
                <a:cubicBezTo>
                  <a:pt x="42863" y="48295"/>
                  <a:pt x="43532" y="46658"/>
                  <a:pt x="44872" y="45318"/>
                </a:cubicBezTo>
                <a:cubicBezTo>
                  <a:pt x="46211" y="43979"/>
                  <a:pt x="47923" y="43309"/>
                  <a:pt x="50006" y="43309"/>
                </a:cubicBezTo>
                <a:close/>
                <a:moveTo>
                  <a:pt x="14288" y="14288"/>
                </a:moveTo>
                <a:lnTo>
                  <a:pt x="14288" y="143322"/>
                </a:lnTo>
                <a:lnTo>
                  <a:pt x="57150" y="143322"/>
                </a:lnTo>
                <a:lnTo>
                  <a:pt x="57150" y="175915"/>
                </a:lnTo>
                <a:lnTo>
                  <a:pt x="90190" y="143322"/>
                </a:lnTo>
                <a:lnTo>
                  <a:pt x="214313" y="143322"/>
                </a:lnTo>
                <a:lnTo>
                  <a:pt x="214313" y="14288"/>
                </a:lnTo>
                <a:close/>
                <a:moveTo>
                  <a:pt x="14288" y="0"/>
                </a:moveTo>
                <a:lnTo>
                  <a:pt x="214313" y="0"/>
                </a:lnTo>
                <a:cubicBezTo>
                  <a:pt x="218182" y="0"/>
                  <a:pt x="221531" y="1414"/>
                  <a:pt x="224359" y="4242"/>
                </a:cubicBezTo>
                <a:cubicBezTo>
                  <a:pt x="227186" y="7069"/>
                  <a:pt x="228600" y="10418"/>
                  <a:pt x="228600" y="14288"/>
                </a:cubicBezTo>
                <a:lnTo>
                  <a:pt x="228600" y="143322"/>
                </a:lnTo>
                <a:cubicBezTo>
                  <a:pt x="228600" y="147191"/>
                  <a:pt x="227186" y="150540"/>
                  <a:pt x="224359" y="153368"/>
                </a:cubicBezTo>
                <a:cubicBezTo>
                  <a:pt x="221531" y="156195"/>
                  <a:pt x="218182" y="157609"/>
                  <a:pt x="214313" y="157609"/>
                </a:cubicBezTo>
                <a:lnTo>
                  <a:pt x="95994" y="157609"/>
                </a:lnTo>
                <a:lnTo>
                  <a:pt x="54918" y="198239"/>
                </a:lnTo>
                <a:cubicBezTo>
                  <a:pt x="53430" y="199430"/>
                  <a:pt x="51792" y="200025"/>
                  <a:pt x="50006" y="200025"/>
                </a:cubicBezTo>
                <a:cubicBezTo>
                  <a:pt x="49114" y="200025"/>
                  <a:pt x="48221" y="199876"/>
                  <a:pt x="47328" y="199579"/>
                </a:cubicBezTo>
                <a:cubicBezTo>
                  <a:pt x="44351" y="198388"/>
                  <a:pt x="42863" y="196156"/>
                  <a:pt x="42863" y="192881"/>
                </a:cubicBezTo>
                <a:lnTo>
                  <a:pt x="42863" y="157609"/>
                </a:lnTo>
                <a:lnTo>
                  <a:pt x="14288" y="157609"/>
                </a:lnTo>
                <a:cubicBezTo>
                  <a:pt x="10418" y="157609"/>
                  <a:pt x="7070" y="156195"/>
                  <a:pt x="4242" y="153368"/>
                </a:cubicBezTo>
                <a:cubicBezTo>
                  <a:pt x="1414" y="150540"/>
                  <a:pt x="0" y="147191"/>
                  <a:pt x="0" y="143322"/>
                </a:cubicBezTo>
                <a:lnTo>
                  <a:pt x="0" y="14288"/>
                </a:lnTo>
                <a:cubicBezTo>
                  <a:pt x="0" y="10418"/>
                  <a:pt x="1414" y="7069"/>
                  <a:pt x="4242" y="4242"/>
                </a:cubicBezTo>
                <a:cubicBezTo>
                  <a:pt x="7070" y="1414"/>
                  <a:pt x="10418" y="0"/>
                  <a:pt x="142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53" name="Freeform 52"/>
          <p:cNvSpPr/>
          <p:nvPr/>
        </p:nvSpPr>
        <p:spPr>
          <a:xfrm>
            <a:off x="2297979" y="238908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2514" y="14734"/>
                </a:moveTo>
                <a:lnTo>
                  <a:pt x="90636" y="36611"/>
                </a:lnTo>
                <a:cubicBezTo>
                  <a:pt x="99863" y="38993"/>
                  <a:pt x="107379" y="43978"/>
                  <a:pt x="113184" y="51569"/>
                </a:cubicBezTo>
                <a:cubicBezTo>
                  <a:pt x="118988" y="59159"/>
                  <a:pt x="121890" y="68014"/>
                  <a:pt x="121890" y="78134"/>
                </a:cubicBezTo>
                <a:cubicBezTo>
                  <a:pt x="121890" y="90041"/>
                  <a:pt x="117872" y="100161"/>
                  <a:pt x="109835" y="108495"/>
                </a:cubicBezTo>
                <a:cubicBezTo>
                  <a:pt x="101798" y="116830"/>
                  <a:pt x="91976" y="120997"/>
                  <a:pt x="80367" y="120997"/>
                </a:cubicBezTo>
                <a:cubicBezTo>
                  <a:pt x="70544" y="120997"/>
                  <a:pt x="61763" y="117872"/>
                  <a:pt x="54024" y="111621"/>
                </a:cubicBezTo>
                <a:cubicBezTo>
                  <a:pt x="46285" y="105370"/>
                  <a:pt x="41225" y="97631"/>
                  <a:pt x="38844" y="88404"/>
                </a:cubicBezTo>
                <a:lnTo>
                  <a:pt x="14734" y="112514"/>
                </a:lnTo>
                <a:cubicBezTo>
                  <a:pt x="13543" y="113704"/>
                  <a:pt x="13692" y="114895"/>
                  <a:pt x="15180" y="116086"/>
                </a:cubicBezTo>
                <a:lnTo>
                  <a:pt x="112514" y="213419"/>
                </a:lnTo>
                <a:cubicBezTo>
                  <a:pt x="113704" y="214907"/>
                  <a:pt x="114895" y="214907"/>
                  <a:pt x="116086" y="213419"/>
                </a:cubicBezTo>
                <a:lnTo>
                  <a:pt x="213419" y="116086"/>
                </a:lnTo>
                <a:cubicBezTo>
                  <a:pt x="214908" y="114895"/>
                  <a:pt x="214908" y="113704"/>
                  <a:pt x="213419" y="112514"/>
                </a:cubicBezTo>
                <a:lnTo>
                  <a:pt x="179486" y="78134"/>
                </a:lnTo>
                <a:cubicBezTo>
                  <a:pt x="176808" y="75753"/>
                  <a:pt x="176212" y="73000"/>
                  <a:pt x="177701" y="69874"/>
                </a:cubicBezTo>
                <a:cubicBezTo>
                  <a:pt x="179189" y="66749"/>
                  <a:pt x="181719" y="65335"/>
                  <a:pt x="185291" y="65633"/>
                </a:cubicBezTo>
                <a:lnTo>
                  <a:pt x="186184" y="66079"/>
                </a:lnTo>
                <a:cubicBezTo>
                  <a:pt x="187077" y="66079"/>
                  <a:pt x="187672" y="66079"/>
                  <a:pt x="187970" y="66079"/>
                </a:cubicBezTo>
                <a:cubicBezTo>
                  <a:pt x="194816" y="66079"/>
                  <a:pt x="200694" y="63624"/>
                  <a:pt x="205606" y="58712"/>
                </a:cubicBezTo>
                <a:cubicBezTo>
                  <a:pt x="210517" y="53801"/>
                  <a:pt x="212973" y="47922"/>
                  <a:pt x="212973" y="41076"/>
                </a:cubicBezTo>
                <a:cubicBezTo>
                  <a:pt x="212973" y="34230"/>
                  <a:pt x="210517" y="28351"/>
                  <a:pt x="205606" y="23440"/>
                </a:cubicBezTo>
                <a:cubicBezTo>
                  <a:pt x="200694" y="18529"/>
                  <a:pt x="194816" y="16073"/>
                  <a:pt x="187970" y="16073"/>
                </a:cubicBezTo>
                <a:cubicBezTo>
                  <a:pt x="181124" y="16073"/>
                  <a:pt x="175245" y="18529"/>
                  <a:pt x="170334" y="23440"/>
                </a:cubicBezTo>
                <a:cubicBezTo>
                  <a:pt x="165422" y="28351"/>
                  <a:pt x="162967" y="34230"/>
                  <a:pt x="162967" y="41076"/>
                </a:cubicBezTo>
                <a:cubicBezTo>
                  <a:pt x="162967" y="41374"/>
                  <a:pt x="163115" y="41969"/>
                  <a:pt x="163413" y="42862"/>
                </a:cubicBezTo>
                <a:lnTo>
                  <a:pt x="163413" y="44202"/>
                </a:lnTo>
                <a:cubicBezTo>
                  <a:pt x="163711" y="47476"/>
                  <a:pt x="162371" y="49857"/>
                  <a:pt x="159395" y="51345"/>
                </a:cubicBezTo>
                <a:cubicBezTo>
                  <a:pt x="156418" y="52834"/>
                  <a:pt x="153739" y="52387"/>
                  <a:pt x="151358" y="50006"/>
                </a:cubicBezTo>
                <a:lnTo>
                  <a:pt x="116086" y="14734"/>
                </a:lnTo>
                <a:cubicBezTo>
                  <a:pt x="114895" y="13543"/>
                  <a:pt x="113704" y="13543"/>
                  <a:pt x="112514" y="14734"/>
                </a:cubicBezTo>
                <a:close/>
                <a:moveTo>
                  <a:pt x="114300" y="0"/>
                </a:moveTo>
                <a:cubicBezTo>
                  <a:pt x="119062" y="0"/>
                  <a:pt x="123081" y="1637"/>
                  <a:pt x="126355" y="4911"/>
                </a:cubicBezTo>
                <a:lnTo>
                  <a:pt x="150465" y="29021"/>
                </a:lnTo>
                <a:cubicBezTo>
                  <a:pt x="153144" y="20984"/>
                  <a:pt x="157906" y="14436"/>
                  <a:pt x="164752" y="9376"/>
                </a:cubicBezTo>
                <a:cubicBezTo>
                  <a:pt x="171599" y="4316"/>
                  <a:pt x="179338" y="1786"/>
                  <a:pt x="187970" y="1786"/>
                </a:cubicBezTo>
                <a:cubicBezTo>
                  <a:pt x="198983" y="1786"/>
                  <a:pt x="208285" y="5655"/>
                  <a:pt x="215875" y="13394"/>
                </a:cubicBezTo>
                <a:cubicBezTo>
                  <a:pt x="223465" y="21133"/>
                  <a:pt x="227260" y="30361"/>
                  <a:pt x="227260" y="41076"/>
                </a:cubicBezTo>
                <a:cubicBezTo>
                  <a:pt x="227260" y="49708"/>
                  <a:pt x="224730" y="57447"/>
                  <a:pt x="219670" y="64293"/>
                </a:cubicBezTo>
                <a:cubicBezTo>
                  <a:pt x="214610" y="71139"/>
                  <a:pt x="208061" y="75902"/>
                  <a:pt x="200025" y="78581"/>
                </a:cubicBezTo>
                <a:lnTo>
                  <a:pt x="223688" y="102245"/>
                </a:lnTo>
                <a:cubicBezTo>
                  <a:pt x="226963" y="105519"/>
                  <a:pt x="228600" y="109537"/>
                  <a:pt x="228600" y="114300"/>
                </a:cubicBezTo>
                <a:cubicBezTo>
                  <a:pt x="228600" y="119062"/>
                  <a:pt x="226963" y="123080"/>
                  <a:pt x="223688" y="126355"/>
                </a:cubicBezTo>
                <a:lnTo>
                  <a:pt x="126355" y="223688"/>
                </a:lnTo>
                <a:cubicBezTo>
                  <a:pt x="123081" y="226963"/>
                  <a:pt x="119062" y="228600"/>
                  <a:pt x="114300" y="228600"/>
                </a:cubicBezTo>
                <a:cubicBezTo>
                  <a:pt x="109537" y="228600"/>
                  <a:pt x="105519" y="226963"/>
                  <a:pt x="102245" y="223688"/>
                </a:cubicBezTo>
                <a:lnTo>
                  <a:pt x="4911" y="126355"/>
                </a:lnTo>
                <a:cubicBezTo>
                  <a:pt x="1637" y="123080"/>
                  <a:pt x="0" y="119062"/>
                  <a:pt x="0" y="114300"/>
                </a:cubicBezTo>
                <a:cubicBezTo>
                  <a:pt x="0" y="109537"/>
                  <a:pt x="1637" y="105519"/>
                  <a:pt x="4911" y="102245"/>
                </a:cubicBezTo>
                <a:lnTo>
                  <a:pt x="40630" y="66526"/>
                </a:lnTo>
                <a:cubicBezTo>
                  <a:pt x="43011" y="64145"/>
                  <a:pt x="45764" y="63772"/>
                  <a:pt x="48890" y="65410"/>
                </a:cubicBezTo>
                <a:cubicBezTo>
                  <a:pt x="52015" y="67047"/>
                  <a:pt x="53280" y="69502"/>
                  <a:pt x="52685" y="72777"/>
                </a:cubicBezTo>
                <a:cubicBezTo>
                  <a:pt x="52387" y="74860"/>
                  <a:pt x="52238" y="76646"/>
                  <a:pt x="52238" y="78134"/>
                </a:cubicBezTo>
                <a:cubicBezTo>
                  <a:pt x="52238" y="85873"/>
                  <a:pt x="54992" y="92571"/>
                  <a:pt x="60498" y="98226"/>
                </a:cubicBezTo>
                <a:cubicBezTo>
                  <a:pt x="66005" y="103882"/>
                  <a:pt x="72628" y="106709"/>
                  <a:pt x="80367" y="106709"/>
                </a:cubicBezTo>
                <a:cubicBezTo>
                  <a:pt x="88106" y="106709"/>
                  <a:pt x="94580" y="103882"/>
                  <a:pt x="99789" y="98226"/>
                </a:cubicBezTo>
                <a:cubicBezTo>
                  <a:pt x="104998" y="92571"/>
                  <a:pt x="107602" y="85799"/>
                  <a:pt x="107602" y="77911"/>
                </a:cubicBezTo>
                <a:cubicBezTo>
                  <a:pt x="107602" y="70023"/>
                  <a:pt x="104998" y="63326"/>
                  <a:pt x="99789" y="57819"/>
                </a:cubicBezTo>
                <a:cubicBezTo>
                  <a:pt x="94580" y="52313"/>
                  <a:pt x="88106" y="49559"/>
                  <a:pt x="80367" y="49559"/>
                </a:cubicBezTo>
                <a:cubicBezTo>
                  <a:pt x="78879" y="49559"/>
                  <a:pt x="77242" y="49708"/>
                  <a:pt x="75456" y="50006"/>
                </a:cubicBezTo>
                <a:cubicBezTo>
                  <a:pt x="71884" y="50601"/>
                  <a:pt x="69279" y="49411"/>
                  <a:pt x="67642" y="46434"/>
                </a:cubicBezTo>
                <a:cubicBezTo>
                  <a:pt x="66005" y="43457"/>
                  <a:pt x="66526" y="40630"/>
                  <a:pt x="69205" y="37951"/>
                </a:cubicBezTo>
                <a:lnTo>
                  <a:pt x="102245" y="4911"/>
                </a:lnTo>
                <a:cubicBezTo>
                  <a:pt x="105519" y="1637"/>
                  <a:pt x="109537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54" name="Freeform 53"/>
          <p:cNvSpPr/>
          <p:nvPr/>
        </p:nvSpPr>
        <p:spPr>
          <a:xfrm>
            <a:off x="2630670" y="238908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35731"/>
                </a:moveTo>
                <a:lnTo>
                  <a:pt x="57150" y="214312"/>
                </a:lnTo>
                <a:lnTo>
                  <a:pt x="171450" y="214312"/>
                </a:lnTo>
                <a:lnTo>
                  <a:pt x="171450" y="135731"/>
                </a:lnTo>
                <a:close/>
                <a:moveTo>
                  <a:pt x="178593" y="85725"/>
                </a:moveTo>
                <a:lnTo>
                  <a:pt x="185737" y="85725"/>
                </a:lnTo>
                <a:cubicBezTo>
                  <a:pt x="187821" y="85725"/>
                  <a:pt x="189532" y="86394"/>
                  <a:pt x="190872" y="87734"/>
                </a:cubicBezTo>
                <a:cubicBezTo>
                  <a:pt x="192211" y="89073"/>
                  <a:pt x="192881" y="90710"/>
                  <a:pt x="192881" y="92645"/>
                </a:cubicBezTo>
                <a:cubicBezTo>
                  <a:pt x="192881" y="94580"/>
                  <a:pt x="192211" y="96291"/>
                  <a:pt x="190872" y="97780"/>
                </a:cubicBezTo>
                <a:cubicBezTo>
                  <a:pt x="189532" y="99268"/>
                  <a:pt x="187821" y="100012"/>
                  <a:pt x="185737" y="100012"/>
                </a:cubicBezTo>
                <a:lnTo>
                  <a:pt x="178593" y="100012"/>
                </a:lnTo>
                <a:cubicBezTo>
                  <a:pt x="176510" y="100012"/>
                  <a:pt x="174798" y="99268"/>
                  <a:pt x="173459" y="97780"/>
                </a:cubicBezTo>
                <a:cubicBezTo>
                  <a:pt x="172119" y="96291"/>
                  <a:pt x="171450" y="94580"/>
                  <a:pt x="171450" y="92645"/>
                </a:cubicBezTo>
                <a:cubicBezTo>
                  <a:pt x="171450" y="90710"/>
                  <a:pt x="172119" y="89073"/>
                  <a:pt x="173459" y="87734"/>
                </a:cubicBezTo>
                <a:cubicBezTo>
                  <a:pt x="174798" y="86394"/>
                  <a:pt x="176510" y="85725"/>
                  <a:pt x="178593" y="85725"/>
                </a:cubicBezTo>
                <a:close/>
                <a:moveTo>
                  <a:pt x="16073" y="70991"/>
                </a:moveTo>
                <a:cubicBezTo>
                  <a:pt x="14883" y="70991"/>
                  <a:pt x="14287" y="71586"/>
                  <a:pt x="14287" y="72777"/>
                </a:cubicBezTo>
                <a:lnTo>
                  <a:pt x="14287" y="169664"/>
                </a:lnTo>
                <a:cubicBezTo>
                  <a:pt x="14287" y="170854"/>
                  <a:pt x="14883" y="171450"/>
                  <a:pt x="16073" y="171450"/>
                </a:cubicBezTo>
                <a:lnTo>
                  <a:pt x="42862" y="171450"/>
                </a:lnTo>
                <a:lnTo>
                  <a:pt x="42862" y="121443"/>
                </a:lnTo>
                <a:lnTo>
                  <a:pt x="185737" y="121443"/>
                </a:lnTo>
                <a:lnTo>
                  <a:pt x="185737" y="171450"/>
                </a:lnTo>
                <a:lnTo>
                  <a:pt x="212526" y="171450"/>
                </a:lnTo>
                <a:cubicBezTo>
                  <a:pt x="213717" y="171450"/>
                  <a:pt x="214312" y="170854"/>
                  <a:pt x="214312" y="169664"/>
                </a:cubicBezTo>
                <a:lnTo>
                  <a:pt x="214312" y="72777"/>
                </a:lnTo>
                <a:cubicBezTo>
                  <a:pt x="214312" y="71586"/>
                  <a:pt x="213717" y="70991"/>
                  <a:pt x="212526" y="70991"/>
                </a:cubicBezTo>
                <a:close/>
                <a:moveTo>
                  <a:pt x="57150" y="14287"/>
                </a:moveTo>
                <a:lnTo>
                  <a:pt x="57150" y="56703"/>
                </a:lnTo>
                <a:lnTo>
                  <a:pt x="171450" y="56703"/>
                </a:lnTo>
                <a:lnTo>
                  <a:pt x="171450" y="14287"/>
                </a:lnTo>
                <a:close/>
                <a:moveTo>
                  <a:pt x="42862" y="0"/>
                </a:moveTo>
                <a:lnTo>
                  <a:pt x="185737" y="0"/>
                </a:lnTo>
                <a:lnTo>
                  <a:pt x="185737" y="56703"/>
                </a:lnTo>
                <a:lnTo>
                  <a:pt x="212526" y="56703"/>
                </a:lnTo>
                <a:cubicBezTo>
                  <a:pt x="216991" y="56703"/>
                  <a:pt x="220786" y="58266"/>
                  <a:pt x="223912" y="61391"/>
                </a:cubicBezTo>
                <a:cubicBezTo>
                  <a:pt x="227037" y="64517"/>
                  <a:pt x="228600" y="68312"/>
                  <a:pt x="228600" y="72777"/>
                </a:cubicBezTo>
                <a:lnTo>
                  <a:pt x="228600" y="169664"/>
                </a:lnTo>
                <a:cubicBezTo>
                  <a:pt x="228600" y="174129"/>
                  <a:pt x="227037" y="177924"/>
                  <a:pt x="223912" y="181049"/>
                </a:cubicBezTo>
                <a:cubicBezTo>
                  <a:pt x="220786" y="184174"/>
                  <a:pt x="216991" y="185737"/>
                  <a:pt x="212526" y="185737"/>
                </a:cubicBezTo>
                <a:lnTo>
                  <a:pt x="185737" y="185737"/>
                </a:lnTo>
                <a:lnTo>
                  <a:pt x="185737" y="228600"/>
                </a:lnTo>
                <a:lnTo>
                  <a:pt x="42862" y="228600"/>
                </a:lnTo>
                <a:lnTo>
                  <a:pt x="42862" y="185737"/>
                </a:lnTo>
                <a:lnTo>
                  <a:pt x="16073" y="185737"/>
                </a:lnTo>
                <a:cubicBezTo>
                  <a:pt x="11608" y="185737"/>
                  <a:pt x="7813" y="184174"/>
                  <a:pt x="4688" y="181049"/>
                </a:cubicBezTo>
                <a:cubicBezTo>
                  <a:pt x="1562" y="177924"/>
                  <a:pt x="0" y="174129"/>
                  <a:pt x="0" y="169664"/>
                </a:cubicBezTo>
                <a:lnTo>
                  <a:pt x="0" y="72777"/>
                </a:lnTo>
                <a:cubicBezTo>
                  <a:pt x="0" y="68312"/>
                  <a:pt x="1562" y="64517"/>
                  <a:pt x="4688" y="61391"/>
                </a:cubicBezTo>
                <a:cubicBezTo>
                  <a:pt x="7813" y="58266"/>
                  <a:pt x="11608" y="56703"/>
                  <a:pt x="16073" y="56703"/>
                </a:cubicBezTo>
                <a:lnTo>
                  <a:pt x="42862" y="5670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55" name="Freeform 54"/>
          <p:cNvSpPr/>
          <p:nvPr/>
        </p:nvSpPr>
        <p:spPr>
          <a:xfrm>
            <a:off x="2963362" y="2395221"/>
            <a:ext cx="196447" cy="184169"/>
          </a:xfrm>
          <a:custGeom>
            <a:avLst/>
            <a:gdLst/>
            <a:ahLst/>
            <a:cxnLst/>
            <a:rect l="l" t="t" r="r" b="b"/>
            <a:pathLst>
              <a:path w="228600" h="214313">
                <a:moveTo>
                  <a:pt x="121444" y="107157"/>
                </a:moveTo>
                <a:lnTo>
                  <a:pt x="121444" y="200025"/>
                </a:lnTo>
                <a:lnTo>
                  <a:pt x="200025" y="200025"/>
                </a:lnTo>
                <a:lnTo>
                  <a:pt x="200025" y="107157"/>
                </a:lnTo>
                <a:close/>
                <a:moveTo>
                  <a:pt x="28575" y="107157"/>
                </a:moveTo>
                <a:lnTo>
                  <a:pt x="28575" y="200025"/>
                </a:lnTo>
                <a:lnTo>
                  <a:pt x="107156" y="200025"/>
                </a:lnTo>
                <a:lnTo>
                  <a:pt x="107156" y="107157"/>
                </a:lnTo>
                <a:close/>
                <a:moveTo>
                  <a:pt x="121444" y="64294"/>
                </a:moveTo>
                <a:lnTo>
                  <a:pt x="121444" y="92869"/>
                </a:lnTo>
                <a:lnTo>
                  <a:pt x="214313" y="92869"/>
                </a:lnTo>
                <a:lnTo>
                  <a:pt x="214313" y="64294"/>
                </a:lnTo>
                <a:close/>
                <a:moveTo>
                  <a:pt x="14288" y="64294"/>
                </a:moveTo>
                <a:lnTo>
                  <a:pt x="14288" y="92869"/>
                </a:lnTo>
                <a:lnTo>
                  <a:pt x="107156" y="92869"/>
                </a:lnTo>
                <a:lnTo>
                  <a:pt x="107156" y="64294"/>
                </a:lnTo>
                <a:close/>
                <a:moveTo>
                  <a:pt x="173236" y="14288"/>
                </a:moveTo>
                <a:cubicBezTo>
                  <a:pt x="158949" y="14288"/>
                  <a:pt x="143619" y="26194"/>
                  <a:pt x="127248" y="50007"/>
                </a:cubicBezTo>
                <a:lnTo>
                  <a:pt x="151805" y="50007"/>
                </a:lnTo>
                <a:cubicBezTo>
                  <a:pt x="160735" y="50007"/>
                  <a:pt x="168697" y="47849"/>
                  <a:pt x="175692" y="43533"/>
                </a:cubicBezTo>
                <a:cubicBezTo>
                  <a:pt x="182687" y="39217"/>
                  <a:pt x="186184" y="33338"/>
                  <a:pt x="186184" y="25896"/>
                </a:cubicBezTo>
                <a:cubicBezTo>
                  <a:pt x="186184" y="18157"/>
                  <a:pt x="181868" y="14288"/>
                  <a:pt x="173236" y="14288"/>
                </a:cubicBezTo>
                <a:close/>
                <a:moveTo>
                  <a:pt x="55364" y="14288"/>
                </a:moveTo>
                <a:cubicBezTo>
                  <a:pt x="47030" y="14288"/>
                  <a:pt x="42863" y="18009"/>
                  <a:pt x="42863" y="25450"/>
                </a:cubicBezTo>
                <a:cubicBezTo>
                  <a:pt x="42863" y="32891"/>
                  <a:pt x="46435" y="38845"/>
                  <a:pt x="53578" y="43309"/>
                </a:cubicBezTo>
                <a:cubicBezTo>
                  <a:pt x="60722" y="47774"/>
                  <a:pt x="68759" y="50007"/>
                  <a:pt x="77689" y="50007"/>
                </a:cubicBezTo>
                <a:lnTo>
                  <a:pt x="102245" y="50007"/>
                </a:lnTo>
                <a:cubicBezTo>
                  <a:pt x="95697" y="40779"/>
                  <a:pt x="88255" y="32519"/>
                  <a:pt x="79921" y="25227"/>
                </a:cubicBezTo>
                <a:cubicBezTo>
                  <a:pt x="71587" y="17934"/>
                  <a:pt x="63401" y="14288"/>
                  <a:pt x="55364" y="14288"/>
                </a:cubicBezTo>
                <a:close/>
                <a:moveTo>
                  <a:pt x="55364" y="0"/>
                </a:moveTo>
                <a:cubicBezTo>
                  <a:pt x="66973" y="0"/>
                  <a:pt x="77986" y="4465"/>
                  <a:pt x="88404" y="13395"/>
                </a:cubicBezTo>
                <a:cubicBezTo>
                  <a:pt x="98822" y="22325"/>
                  <a:pt x="107603" y="32296"/>
                  <a:pt x="114747" y="43309"/>
                </a:cubicBezTo>
                <a:cubicBezTo>
                  <a:pt x="133797" y="14437"/>
                  <a:pt x="153293" y="0"/>
                  <a:pt x="173236" y="0"/>
                </a:cubicBezTo>
                <a:cubicBezTo>
                  <a:pt x="182464" y="0"/>
                  <a:pt x="189310" y="2530"/>
                  <a:pt x="193774" y="7591"/>
                </a:cubicBezTo>
                <a:cubicBezTo>
                  <a:pt x="198239" y="12651"/>
                  <a:pt x="200472" y="18753"/>
                  <a:pt x="200472" y="25896"/>
                </a:cubicBezTo>
                <a:cubicBezTo>
                  <a:pt x="200472" y="35124"/>
                  <a:pt x="196900" y="43161"/>
                  <a:pt x="189756" y="50007"/>
                </a:cubicBezTo>
                <a:lnTo>
                  <a:pt x="214313" y="50007"/>
                </a:lnTo>
                <a:cubicBezTo>
                  <a:pt x="218182" y="50007"/>
                  <a:pt x="221531" y="51420"/>
                  <a:pt x="224359" y="54248"/>
                </a:cubicBezTo>
                <a:cubicBezTo>
                  <a:pt x="227186" y="57076"/>
                  <a:pt x="228600" y="60425"/>
                  <a:pt x="228600" y="64294"/>
                </a:cubicBezTo>
                <a:lnTo>
                  <a:pt x="228600" y="107157"/>
                </a:lnTo>
                <a:lnTo>
                  <a:pt x="214313" y="107157"/>
                </a:lnTo>
                <a:lnTo>
                  <a:pt x="214313" y="200025"/>
                </a:lnTo>
                <a:cubicBezTo>
                  <a:pt x="214313" y="204193"/>
                  <a:pt x="212899" y="207616"/>
                  <a:pt x="210071" y="210295"/>
                </a:cubicBezTo>
                <a:cubicBezTo>
                  <a:pt x="207243" y="212973"/>
                  <a:pt x="203895" y="214313"/>
                  <a:pt x="200025" y="214313"/>
                </a:cubicBezTo>
                <a:lnTo>
                  <a:pt x="28575" y="214313"/>
                </a:lnTo>
                <a:cubicBezTo>
                  <a:pt x="24706" y="214313"/>
                  <a:pt x="21357" y="212973"/>
                  <a:pt x="18529" y="210295"/>
                </a:cubicBezTo>
                <a:cubicBezTo>
                  <a:pt x="15702" y="207616"/>
                  <a:pt x="14288" y="204193"/>
                  <a:pt x="14288" y="200025"/>
                </a:cubicBezTo>
                <a:lnTo>
                  <a:pt x="14288" y="107157"/>
                </a:lnTo>
                <a:lnTo>
                  <a:pt x="0" y="107157"/>
                </a:lnTo>
                <a:lnTo>
                  <a:pt x="0" y="64294"/>
                </a:lnTo>
                <a:cubicBezTo>
                  <a:pt x="0" y="60425"/>
                  <a:pt x="1414" y="57076"/>
                  <a:pt x="4242" y="54248"/>
                </a:cubicBezTo>
                <a:cubicBezTo>
                  <a:pt x="7070" y="51420"/>
                  <a:pt x="10418" y="50007"/>
                  <a:pt x="14288" y="50007"/>
                </a:cubicBezTo>
                <a:lnTo>
                  <a:pt x="39291" y="50007"/>
                </a:lnTo>
                <a:cubicBezTo>
                  <a:pt x="32147" y="43161"/>
                  <a:pt x="28575" y="35124"/>
                  <a:pt x="28575" y="25896"/>
                </a:cubicBezTo>
                <a:cubicBezTo>
                  <a:pt x="28575" y="18753"/>
                  <a:pt x="30733" y="12651"/>
                  <a:pt x="35049" y="7591"/>
                </a:cubicBezTo>
                <a:cubicBezTo>
                  <a:pt x="39365" y="2530"/>
                  <a:pt x="46137" y="0"/>
                  <a:pt x="553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56" name="Freeform 55"/>
          <p:cNvSpPr/>
          <p:nvPr/>
        </p:nvSpPr>
        <p:spPr>
          <a:xfrm>
            <a:off x="3296055" y="2389082"/>
            <a:ext cx="196111" cy="196447"/>
          </a:xfrm>
          <a:custGeom>
            <a:avLst/>
            <a:gdLst/>
            <a:ahLst/>
            <a:cxnLst/>
            <a:rect l="l" t="t" r="r" b="b"/>
            <a:pathLst>
              <a:path w="228210" h="228600">
                <a:moveTo>
                  <a:pt x="114300" y="171450"/>
                </a:moveTo>
                <a:cubicBezTo>
                  <a:pt x="106263" y="171450"/>
                  <a:pt x="99491" y="173682"/>
                  <a:pt x="93985" y="178147"/>
                </a:cubicBezTo>
                <a:cubicBezTo>
                  <a:pt x="88478" y="182612"/>
                  <a:pt x="85725" y="187523"/>
                  <a:pt x="85725" y="192881"/>
                </a:cubicBezTo>
                <a:cubicBezTo>
                  <a:pt x="85725" y="198239"/>
                  <a:pt x="88478" y="203150"/>
                  <a:pt x="93985" y="207615"/>
                </a:cubicBezTo>
                <a:cubicBezTo>
                  <a:pt x="99491" y="212080"/>
                  <a:pt x="106263" y="214312"/>
                  <a:pt x="114300" y="214312"/>
                </a:cubicBezTo>
                <a:cubicBezTo>
                  <a:pt x="122039" y="214312"/>
                  <a:pt x="128662" y="212154"/>
                  <a:pt x="134168" y="207838"/>
                </a:cubicBezTo>
                <a:cubicBezTo>
                  <a:pt x="139675" y="203522"/>
                  <a:pt x="142577" y="198834"/>
                  <a:pt x="142875" y="193774"/>
                </a:cubicBezTo>
                <a:lnTo>
                  <a:pt x="142875" y="191988"/>
                </a:lnTo>
                <a:cubicBezTo>
                  <a:pt x="142577" y="186928"/>
                  <a:pt x="139675" y="182240"/>
                  <a:pt x="134168" y="177924"/>
                </a:cubicBezTo>
                <a:cubicBezTo>
                  <a:pt x="128662" y="173608"/>
                  <a:pt x="122039" y="171450"/>
                  <a:pt x="114300" y="171450"/>
                </a:cubicBezTo>
                <a:close/>
                <a:moveTo>
                  <a:pt x="7143" y="85725"/>
                </a:moveTo>
                <a:lnTo>
                  <a:pt x="107156" y="85725"/>
                </a:lnTo>
                <a:cubicBezTo>
                  <a:pt x="109240" y="85725"/>
                  <a:pt x="110951" y="86394"/>
                  <a:pt x="112291" y="87734"/>
                </a:cubicBezTo>
                <a:cubicBezTo>
                  <a:pt x="113630" y="89073"/>
                  <a:pt x="114300" y="90785"/>
                  <a:pt x="114300" y="92868"/>
                </a:cubicBezTo>
                <a:cubicBezTo>
                  <a:pt x="114300" y="94952"/>
                  <a:pt x="113630" y="96664"/>
                  <a:pt x="112291" y="98003"/>
                </a:cubicBezTo>
                <a:cubicBezTo>
                  <a:pt x="110951" y="99342"/>
                  <a:pt x="109240" y="100012"/>
                  <a:pt x="107156" y="100012"/>
                </a:cubicBezTo>
                <a:lnTo>
                  <a:pt x="7143" y="100012"/>
                </a:lnTo>
                <a:cubicBezTo>
                  <a:pt x="5060" y="100012"/>
                  <a:pt x="3348" y="99342"/>
                  <a:pt x="2009" y="98003"/>
                </a:cubicBezTo>
                <a:cubicBezTo>
                  <a:pt x="669" y="96664"/>
                  <a:pt x="0" y="94952"/>
                  <a:pt x="0" y="92868"/>
                </a:cubicBezTo>
                <a:cubicBezTo>
                  <a:pt x="0" y="90785"/>
                  <a:pt x="669" y="89073"/>
                  <a:pt x="2009" y="87734"/>
                </a:cubicBezTo>
                <a:cubicBezTo>
                  <a:pt x="3348" y="86394"/>
                  <a:pt x="5060" y="85725"/>
                  <a:pt x="7143" y="85725"/>
                </a:cubicBezTo>
                <a:close/>
                <a:moveTo>
                  <a:pt x="7143" y="42862"/>
                </a:moveTo>
                <a:lnTo>
                  <a:pt x="107156" y="42862"/>
                </a:lnTo>
                <a:cubicBezTo>
                  <a:pt x="109240" y="42862"/>
                  <a:pt x="110951" y="43532"/>
                  <a:pt x="112291" y="44871"/>
                </a:cubicBezTo>
                <a:cubicBezTo>
                  <a:pt x="113630" y="46211"/>
                  <a:pt x="114300" y="47922"/>
                  <a:pt x="114300" y="50006"/>
                </a:cubicBezTo>
                <a:cubicBezTo>
                  <a:pt x="114300" y="52089"/>
                  <a:pt x="113630" y="53801"/>
                  <a:pt x="112291" y="55140"/>
                </a:cubicBezTo>
                <a:cubicBezTo>
                  <a:pt x="110951" y="56480"/>
                  <a:pt x="109240" y="57150"/>
                  <a:pt x="107156" y="57150"/>
                </a:cubicBezTo>
                <a:lnTo>
                  <a:pt x="7143" y="57150"/>
                </a:lnTo>
                <a:cubicBezTo>
                  <a:pt x="5060" y="57150"/>
                  <a:pt x="3348" y="56480"/>
                  <a:pt x="2009" y="55140"/>
                </a:cubicBezTo>
                <a:cubicBezTo>
                  <a:pt x="669" y="53801"/>
                  <a:pt x="0" y="52089"/>
                  <a:pt x="0" y="50006"/>
                </a:cubicBezTo>
                <a:cubicBezTo>
                  <a:pt x="0" y="47922"/>
                  <a:pt x="669" y="46211"/>
                  <a:pt x="2009" y="44871"/>
                </a:cubicBezTo>
                <a:cubicBezTo>
                  <a:pt x="3348" y="43532"/>
                  <a:pt x="5060" y="42862"/>
                  <a:pt x="7143" y="42862"/>
                </a:cubicBezTo>
                <a:close/>
                <a:moveTo>
                  <a:pt x="152028" y="558"/>
                </a:moveTo>
                <a:cubicBezTo>
                  <a:pt x="153367" y="781"/>
                  <a:pt x="154632" y="1488"/>
                  <a:pt x="155823" y="2679"/>
                </a:cubicBezTo>
                <a:lnTo>
                  <a:pt x="225474" y="72330"/>
                </a:lnTo>
                <a:cubicBezTo>
                  <a:pt x="229046" y="75902"/>
                  <a:pt x="229121" y="79325"/>
                  <a:pt x="225698" y="82599"/>
                </a:cubicBezTo>
                <a:cubicBezTo>
                  <a:pt x="222275" y="85873"/>
                  <a:pt x="218926" y="85873"/>
                  <a:pt x="215652" y="82599"/>
                </a:cubicBezTo>
                <a:lnTo>
                  <a:pt x="157162" y="24110"/>
                </a:lnTo>
                <a:lnTo>
                  <a:pt x="157162" y="190202"/>
                </a:lnTo>
                <a:cubicBezTo>
                  <a:pt x="157162" y="191393"/>
                  <a:pt x="157162" y="192286"/>
                  <a:pt x="157162" y="192881"/>
                </a:cubicBezTo>
                <a:cubicBezTo>
                  <a:pt x="157162" y="202704"/>
                  <a:pt x="152995" y="211112"/>
                  <a:pt x="144661" y="218107"/>
                </a:cubicBezTo>
                <a:cubicBezTo>
                  <a:pt x="136326" y="225102"/>
                  <a:pt x="126206" y="228600"/>
                  <a:pt x="114300" y="228600"/>
                </a:cubicBezTo>
                <a:cubicBezTo>
                  <a:pt x="102393" y="228600"/>
                  <a:pt x="92273" y="225102"/>
                  <a:pt x="83939" y="218107"/>
                </a:cubicBezTo>
                <a:cubicBezTo>
                  <a:pt x="75604" y="211112"/>
                  <a:pt x="71437" y="202704"/>
                  <a:pt x="71437" y="192881"/>
                </a:cubicBezTo>
                <a:cubicBezTo>
                  <a:pt x="71437" y="183058"/>
                  <a:pt x="75604" y="174649"/>
                  <a:pt x="83939" y="167655"/>
                </a:cubicBezTo>
                <a:cubicBezTo>
                  <a:pt x="92273" y="160660"/>
                  <a:pt x="102393" y="157162"/>
                  <a:pt x="114300" y="157162"/>
                </a:cubicBezTo>
                <a:cubicBezTo>
                  <a:pt x="125313" y="157162"/>
                  <a:pt x="134838" y="160139"/>
                  <a:pt x="142875" y="166092"/>
                </a:cubicBezTo>
                <a:lnTo>
                  <a:pt x="142875" y="8036"/>
                </a:lnTo>
                <a:cubicBezTo>
                  <a:pt x="142875" y="4762"/>
                  <a:pt x="144512" y="2530"/>
                  <a:pt x="147786" y="1339"/>
                </a:cubicBezTo>
                <a:cubicBezTo>
                  <a:pt x="149274" y="595"/>
                  <a:pt x="150688" y="334"/>
                  <a:pt x="152028" y="558"/>
                </a:cubicBezTo>
                <a:close/>
                <a:moveTo>
                  <a:pt x="7143" y="0"/>
                </a:moveTo>
                <a:lnTo>
                  <a:pt x="107156" y="0"/>
                </a:lnTo>
                <a:cubicBezTo>
                  <a:pt x="109240" y="0"/>
                  <a:pt x="110951" y="669"/>
                  <a:pt x="112291" y="2009"/>
                </a:cubicBezTo>
                <a:cubicBezTo>
                  <a:pt x="113630" y="3348"/>
                  <a:pt x="114300" y="5060"/>
                  <a:pt x="114300" y="7143"/>
                </a:cubicBezTo>
                <a:cubicBezTo>
                  <a:pt x="114300" y="9227"/>
                  <a:pt x="113630" y="10938"/>
                  <a:pt x="112291" y="12278"/>
                </a:cubicBezTo>
                <a:cubicBezTo>
                  <a:pt x="110951" y="13617"/>
                  <a:pt x="109240" y="14287"/>
                  <a:pt x="107156" y="14287"/>
                </a:cubicBezTo>
                <a:lnTo>
                  <a:pt x="7143" y="14287"/>
                </a:lnTo>
                <a:cubicBezTo>
                  <a:pt x="5060" y="14287"/>
                  <a:pt x="3348" y="13617"/>
                  <a:pt x="2009" y="12278"/>
                </a:cubicBezTo>
                <a:cubicBezTo>
                  <a:pt x="669" y="10938"/>
                  <a:pt x="0" y="9227"/>
                  <a:pt x="0" y="7143"/>
                </a:cubicBezTo>
                <a:cubicBezTo>
                  <a:pt x="0" y="5060"/>
                  <a:pt x="669" y="3348"/>
                  <a:pt x="2009" y="2009"/>
                </a:cubicBezTo>
                <a:cubicBezTo>
                  <a:pt x="3348" y="669"/>
                  <a:pt x="5060" y="0"/>
                  <a:pt x="71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57" name="Freeform 56"/>
          <p:cNvSpPr/>
          <p:nvPr/>
        </p:nvSpPr>
        <p:spPr>
          <a:xfrm>
            <a:off x="3628411" y="2389051"/>
            <a:ext cx="196506" cy="196508"/>
          </a:xfrm>
          <a:custGeom>
            <a:avLst/>
            <a:gdLst/>
            <a:ahLst/>
            <a:cxnLst/>
            <a:rect l="l" t="t" r="r" b="b"/>
            <a:pathLst>
              <a:path w="228670" h="228671">
                <a:moveTo>
                  <a:pt x="44648" y="93386"/>
                </a:moveTo>
                <a:lnTo>
                  <a:pt x="134838" y="184022"/>
                </a:lnTo>
                <a:cubicBezTo>
                  <a:pt x="136029" y="172414"/>
                  <a:pt x="134540" y="160731"/>
                  <a:pt x="130373" y="148973"/>
                </a:cubicBezTo>
                <a:cubicBezTo>
                  <a:pt x="126206" y="137216"/>
                  <a:pt x="119658" y="127021"/>
                  <a:pt x="110728" y="118389"/>
                </a:cubicBezTo>
                <a:cubicBezTo>
                  <a:pt x="101798" y="109162"/>
                  <a:pt x="91455" y="102390"/>
                  <a:pt x="79697" y="98074"/>
                </a:cubicBezTo>
                <a:cubicBezTo>
                  <a:pt x="67940" y="93758"/>
                  <a:pt x="56257" y="92195"/>
                  <a:pt x="44648" y="93386"/>
                </a:cubicBezTo>
                <a:close/>
                <a:moveTo>
                  <a:pt x="136624" y="62578"/>
                </a:moveTo>
                <a:lnTo>
                  <a:pt x="104477" y="94725"/>
                </a:lnTo>
                <a:cubicBezTo>
                  <a:pt x="110430" y="98595"/>
                  <a:pt x="115862" y="102985"/>
                  <a:pt x="120774" y="107897"/>
                </a:cubicBezTo>
                <a:cubicBezTo>
                  <a:pt x="125685" y="112808"/>
                  <a:pt x="130076" y="118240"/>
                  <a:pt x="133945" y="124193"/>
                </a:cubicBezTo>
                <a:lnTo>
                  <a:pt x="166092" y="92046"/>
                </a:lnTo>
                <a:cubicBezTo>
                  <a:pt x="160139" y="88772"/>
                  <a:pt x="154632" y="84456"/>
                  <a:pt x="149572" y="79098"/>
                </a:cubicBezTo>
                <a:cubicBezTo>
                  <a:pt x="144214" y="73741"/>
                  <a:pt x="139898" y="68234"/>
                  <a:pt x="136624" y="62578"/>
                </a:cubicBezTo>
                <a:close/>
                <a:moveTo>
                  <a:pt x="143321" y="21502"/>
                </a:moveTo>
                <a:cubicBezTo>
                  <a:pt x="140642" y="39659"/>
                  <a:pt x="146000" y="55435"/>
                  <a:pt x="159395" y="68829"/>
                </a:cubicBezTo>
                <a:cubicBezTo>
                  <a:pt x="173384" y="82819"/>
                  <a:pt x="189309" y="88475"/>
                  <a:pt x="207168" y="85796"/>
                </a:cubicBezTo>
                <a:close/>
                <a:moveTo>
                  <a:pt x="141200" y="238"/>
                </a:moveTo>
                <a:cubicBezTo>
                  <a:pt x="142317" y="573"/>
                  <a:pt x="143321" y="1261"/>
                  <a:pt x="144214" y="2303"/>
                </a:cubicBezTo>
                <a:lnTo>
                  <a:pt x="226367" y="84903"/>
                </a:lnTo>
                <a:cubicBezTo>
                  <a:pt x="228451" y="86689"/>
                  <a:pt x="229121" y="88921"/>
                  <a:pt x="228376" y="91600"/>
                </a:cubicBezTo>
                <a:cubicBezTo>
                  <a:pt x="227632" y="94279"/>
                  <a:pt x="226070" y="95916"/>
                  <a:pt x="223688" y="96511"/>
                </a:cubicBezTo>
                <a:cubicBezTo>
                  <a:pt x="215652" y="99190"/>
                  <a:pt x="207317" y="100530"/>
                  <a:pt x="198685" y="100530"/>
                </a:cubicBezTo>
                <a:cubicBezTo>
                  <a:pt x="192732" y="100530"/>
                  <a:pt x="186630" y="99637"/>
                  <a:pt x="180379" y="97851"/>
                </a:cubicBezTo>
                <a:cubicBezTo>
                  <a:pt x="180379" y="97851"/>
                  <a:pt x="180379" y="98000"/>
                  <a:pt x="180379" y="98297"/>
                </a:cubicBezTo>
                <a:lnTo>
                  <a:pt x="141089" y="137141"/>
                </a:lnTo>
                <a:cubicBezTo>
                  <a:pt x="150614" y="158275"/>
                  <a:pt x="152102" y="179409"/>
                  <a:pt x="145554" y="200542"/>
                </a:cubicBezTo>
                <a:cubicBezTo>
                  <a:pt x="144958" y="203221"/>
                  <a:pt x="143321" y="204858"/>
                  <a:pt x="140642" y="205453"/>
                </a:cubicBezTo>
                <a:cubicBezTo>
                  <a:pt x="140047" y="205453"/>
                  <a:pt x="139452" y="205453"/>
                  <a:pt x="138856" y="205453"/>
                </a:cubicBezTo>
                <a:cubicBezTo>
                  <a:pt x="136773" y="205453"/>
                  <a:pt x="135136" y="204858"/>
                  <a:pt x="133945" y="203668"/>
                </a:cubicBezTo>
                <a:lnTo>
                  <a:pt x="84385" y="153661"/>
                </a:lnTo>
                <a:lnTo>
                  <a:pt x="14287" y="222866"/>
                </a:lnTo>
                <a:lnTo>
                  <a:pt x="0" y="228671"/>
                </a:lnTo>
                <a:lnTo>
                  <a:pt x="5804" y="213044"/>
                </a:lnTo>
                <a:lnTo>
                  <a:pt x="74116" y="143392"/>
                </a:lnTo>
                <a:lnTo>
                  <a:pt x="25449" y="94279"/>
                </a:lnTo>
                <a:cubicBezTo>
                  <a:pt x="23366" y="92493"/>
                  <a:pt x="22696" y="90260"/>
                  <a:pt x="23440" y="87582"/>
                </a:cubicBezTo>
                <a:cubicBezTo>
                  <a:pt x="24184" y="84903"/>
                  <a:pt x="25747" y="83266"/>
                  <a:pt x="28128" y="82670"/>
                </a:cubicBezTo>
                <a:cubicBezTo>
                  <a:pt x="36165" y="79991"/>
                  <a:pt x="44351" y="78652"/>
                  <a:pt x="52685" y="78652"/>
                </a:cubicBezTo>
                <a:cubicBezTo>
                  <a:pt x="66079" y="78652"/>
                  <a:pt x="79027" y="81628"/>
                  <a:pt x="91529" y="87582"/>
                </a:cubicBezTo>
                <a:lnTo>
                  <a:pt x="129927" y="49630"/>
                </a:lnTo>
                <a:cubicBezTo>
                  <a:pt x="130224" y="49333"/>
                  <a:pt x="130522" y="49035"/>
                  <a:pt x="130820" y="48737"/>
                </a:cubicBezTo>
                <a:cubicBezTo>
                  <a:pt x="126950" y="35641"/>
                  <a:pt x="127545" y="21055"/>
                  <a:pt x="132606" y="4982"/>
                </a:cubicBezTo>
                <a:cubicBezTo>
                  <a:pt x="133201" y="2601"/>
                  <a:pt x="134838" y="1038"/>
                  <a:pt x="137517" y="294"/>
                </a:cubicBezTo>
                <a:cubicBezTo>
                  <a:pt x="138856" y="-78"/>
                  <a:pt x="140084" y="-97"/>
                  <a:pt x="141200" y="23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58" name="Freeform 57"/>
          <p:cNvSpPr/>
          <p:nvPr/>
        </p:nvSpPr>
        <p:spPr>
          <a:xfrm>
            <a:off x="3961162" y="2404430"/>
            <a:ext cx="196447" cy="165751"/>
          </a:xfrm>
          <a:custGeom>
            <a:avLst/>
            <a:gdLst/>
            <a:ahLst/>
            <a:cxnLst/>
            <a:rect l="l" t="t" r="r" b="b"/>
            <a:pathLst>
              <a:path w="228600" h="192881">
                <a:moveTo>
                  <a:pt x="71438" y="80814"/>
                </a:moveTo>
                <a:lnTo>
                  <a:pt x="14288" y="136624"/>
                </a:lnTo>
                <a:lnTo>
                  <a:pt x="14288" y="178594"/>
                </a:lnTo>
                <a:lnTo>
                  <a:pt x="214313" y="178594"/>
                </a:lnTo>
                <a:lnTo>
                  <a:pt x="214313" y="165199"/>
                </a:lnTo>
                <a:cubicBezTo>
                  <a:pt x="214015" y="165199"/>
                  <a:pt x="213866" y="165050"/>
                  <a:pt x="213866" y="164753"/>
                </a:cubicBezTo>
                <a:lnTo>
                  <a:pt x="166539" y="116532"/>
                </a:lnTo>
                <a:lnTo>
                  <a:pt x="140643" y="140196"/>
                </a:lnTo>
                <a:cubicBezTo>
                  <a:pt x="136773" y="143173"/>
                  <a:pt x="133499" y="143173"/>
                  <a:pt x="130820" y="140196"/>
                </a:cubicBezTo>
                <a:close/>
                <a:moveTo>
                  <a:pt x="164306" y="42863"/>
                </a:moveTo>
                <a:cubicBezTo>
                  <a:pt x="168176" y="42863"/>
                  <a:pt x="171525" y="44276"/>
                  <a:pt x="174352" y="47104"/>
                </a:cubicBezTo>
                <a:cubicBezTo>
                  <a:pt x="177180" y="49932"/>
                  <a:pt x="178594" y="53280"/>
                  <a:pt x="178594" y="57150"/>
                </a:cubicBezTo>
                <a:cubicBezTo>
                  <a:pt x="178594" y="61020"/>
                  <a:pt x="177180" y="64368"/>
                  <a:pt x="174352" y="67196"/>
                </a:cubicBezTo>
                <a:cubicBezTo>
                  <a:pt x="171525" y="70024"/>
                  <a:pt x="168176" y="71438"/>
                  <a:pt x="164306" y="71438"/>
                </a:cubicBezTo>
                <a:cubicBezTo>
                  <a:pt x="160437" y="71438"/>
                  <a:pt x="157088" y="70024"/>
                  <a:pt x="154261" y="67196"/>
                </a:cubicBezTo>
                <a:cubicBezTo>
                  <a:pt x="151433" y="64368"/>
                  <a:pt x="150019" y="61020"/>
                  <a:pt x="150019" y="57150"/>
                </a:cubicBezTo>
                <a:cubicBezTo>
                  <a:pt x="150019" y="53280"/>
                  <a:pt x="151433" y="49932"/>
                  <a:pt x="154261" y="47104"/>
                </a:cubicBezTo>
                <a:cubicBezTo>
                  <a:pt x="157088" y="44276"/>
                  <a:pt x="160437" y="42863"/>
                  <a:pt x="164306" y="42863"/>
                </a:cubicBezTo>
                <a:close/>
                <a:moveTo>
                  <a:pt x="14288" y="14288"/>
                </a:moveTo>
                <a:lnTo>
                  <a:pt x="14288" y="116532"/>
                </a:lnTo>
                <a:lnTo>
                  <a:pt x="66526" y="65633"/>
                </a:lnTo>
                <a:cubicBezTo>
                  <a:pt x="68015" y="64443"/>
                  <a:pt x="69801" y="63847"/>
                  <a:pt x="71884" y="63847"/>
                </a:cubicBezTo>
                <a:cubicBezTo>
                  <a:pt x="73968" y="63847"/>
                  <a:pt x="75605" y="64740"/>
                  <a:pt x="76796" y="66526"/>
                </a:cubicBezTo>
                <a:lnTo>
                  <a:pt x="136178" y="125016"/>
                </a:lnTo>
                <a:lnTo>
                  <a:pt x="162967" y="101352"/>
                </a:lnTo>
                <a:cubicBezTo>
                  <a:pt x="166241" y="98971"/>
                  <a:pt x="169367" y="99268"/>
                  <a:pt x="172343" y="102245"/>
                </a:cubicBezTo>
                <a:lnTo>
                  <a:pt x="214313" y="145107"/>
                </a:lnTo>
                <a:lnTo>
                  <a:pt x="214313" y="14288"/>
                </a:lnTo>
                <a:close/>
                <a:moveTo>
                  <a:pt x="14288" y="0"/>
                </a:moveTo>
                <a:lnTo>
                  <a:pt x="214313" y="0"/>
                </a:lnTo>
                <a:cubicBezTo>
                  <a:pt x="218182" y="0"/>
                  <a:pt x="221531" y="1414"/>
                  <a:pt x="224359" y="4242"/>
                </a:cubicBezTo>
                <a:cubicBezTo>
                  <a:pt x="227186" y="7069"/>
                  <a:pt x="228600" y="10418"/>
                  <a:pt x="228600" y="14288"/>
                </a:cubicBezTo>
                <a:lnTo>
                  <a:pt x="228600" y="178594"/>
                </a:lnTo>
                <a:cubicBezTo>
                  <a:pt x="228600" y="182463"/>
                  <a:pt x="227186" y="185812"/>
                  <a:pt x="224359" y="188640"/>
                </a:cubicBezTo>
                <a:cubicBezTo>
                  <a:pt x="221531" y="191467"/>
                  <a:pt x="218182" y="192881"/>
                  <a:pt x="214313" y="192881"/>
                </a:cubicBezTo>
                <a:lnTo>
                  <a:pt x="14288" y="192881"/>
                </a:lnTo>
                <a:cubicBezTo>
                  <a:pt x="10418" y="192881"/>
                  <a:pt x="7070" y="191467"/>
                  <a:pt x="4242" y="188640"/>
                </a:cubicBezTo>
                <a:cubicBezTo>
                  <a:pt x="1414" y="185812"/>
                  <a:pt x="0" y="182463"/>
                  <a:pt x="0" y="178594"/>
                </a:cubicBezTo>
                <a:lnTo>
                  <a:pt x="0" y="14288"/>
                </a:lnTo>
                <a:cubicBezTo>
                  <a:pt x="0" y="10418"/>
                  <a:pt x="1414" y="7069"/>
                  <a:pt x="4242" y="4242"/>
                </a:cubicBezTo>
                <a:cubicBezTo>
                  <a:pt x="7070" y="1414"/>
                  <a:pt x="10418" y="0"/>
                  <a:pt x="142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59" name="Freeform 58"/>
          <p:cNvSpPr/>
          <p:nvPr/>
        </p:nvSpPr>
        <p:spPr>
          <a:xfrm>
            <a:off x="4293854" y="238908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9198"/>
                </a:moveTo>
                <a:lnTo>
                  <a:pt x="14288" y="187077"/>
                </a:lnTo>
                <a:lnTo>
                  <a:pt x="71438" y="210740"/>
                </a:lnTo>
                <a:lnTo>
                  <a:pt x="71438" y="40630"/>
                </a:lnTo>
                <a:close/>
                <a:moveTo>
                  <a:pt x="157163" y="18305"/>
                </a:moveTo>
                <a:lnTo>
                  <a:pt x="157163" y="187970"/>
                </a:lnTo>
                <a:lnTo>
                  <a:pt x="214313" y="209401"/>
                </a:lnTo>
                <a:lnTo>
                  <a:pt x="214313" y="42862"/>
                </a:lnTo>
                <a:close/>
                <a:moveTo>
                  <a:pt x="142875" y="17859"/>
                </a:moveTo>
                <a:lnTo>
                  <a:pt x="85725" y="40630"/>
                </a:lnTo>
                <a:lnTo>
                  <a:pt x="85725" y="210740"/>
                </a:lnTo>
                <a:lnTo>
                  <a:pt x="142875" y="187970"/>
                </a:lnTo>
                <a:close/>
                <a:moveTo>
                  <a:pt x="4912" y="0"/>
                </a:moveTo>
                <a:cubicBezTo>
                  <a:pt x="5805" y="0"/>
                  <a:pt x="6400" y="148"/>
                  <a:pt x="6698" y="446"/>
                </a:cubicBezTo>
                <a:lnTo>
                  <a:pt x="78581" y="28575"/>
                </a:lnTo>
                <a:lnTo>
                  <a:pt x="150019" y="446"/>
                </a:lnTo>
                <a:lnTo>
                  <a:pt x="221903" y="30361"/>
                </a:lnTo>
                <a:cubicBezTo>
                  <a:pt x="223689" y="30658"/>
                  <a:pt x="225252" y="31700"/>
                  <a:pt x="226591" y="33486"/>
                </a:cubicBezTo>
                <a:cubicBezTo>
                  <a:pt x="227930" y="35272"/>
                  <a:pt x="228600" y="37207"/>
                  <a:pt x="228600" y="39290"/>
                </a:cubicBezTo>
                <a:lnTo>
                  <a:pt x="228600" y="222349"/>
                </a:lnTo>
                <a:cubicBezTo>
                  <a:pt x="228600" y="225921"/>
                  <a:pt x="226963" y="227707"/>
                  <a:pt x="223689" y="227707"/>
                </a:cubicBezTo>
                <a:cubicBezTo>
                  <a:pt x="223094" y="227707"/>
                  <a:pt x="222498" y="227707"/>
                  <a:pt x="221903" y="227707"/>
                </a:cubicBezTo>
                <a:lnTo>
                  <a:pt x="150019" y="199578"/>
                </a:lnTo>
                <a:lnTo>
                  <a:pt x="79028" y="228600"/>
                </a:lnTo>
                <a:lnTo>
                  <a:pt x="6698" y="200025"/>
                </a:lnTo>
                <a:cubicBezTo>
                  <a:pt x="4912" y="199429"/>
                  <a:pt x="3349" y="198239"/>
                  <a:pt x="2009" y="196453"/>
                </a:cubicBezTo>
                <a:cubicBezTo>
                  <a:pt x="670" y="194667"/>
                  <a:pt x="0" y="192881"/>
                  <a:pt x="0" y="191095"/>
                </a:cubicBezTo>
                <a:lnTo>
                  <a:pt x="0" y="5804"/>
                </a:lnTo>
                <a:cubicBezTo>
                  <a:pt x="0" y="1934"/>
                  <a:pt x="1637" y="0"/>
                  <a:pt x="491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60" name="Freeform 59"/>
          <p:cNvSpPr/>
          <p:nvPr/>
        </p:nvSpPr>
        <p:spPr>
          <a:xfrm>
            <a:off x="4626546" y="2389081"/>
            <a:ext cx="196447" cy="196448"/>
          </a:xfrm>
          <a:custGeom>
            <a:avLst/>
            <a:gdLst/>
            <a:ahLst/>
            <a:cxnLst/>
            <a:rect l="l" t="t" r="r" b="b"/>
            <a:pathLst>
              <a:path w="228600" h="228601">
                <a:moveTo>
                  <a:pt x="25003" y="147340"/>
                </a:moveTo>
                <a:lnTo>
                  <a:pt x="40183" y="155824"/>
                </a:lnTo>
                <a:lnTo>
                  <a:pt x="22324" y="163860"/>
                </a:lnTo>
                <a:lnTo>
                  <a:pt x="112960" y="213420"/>
                </a:lnTo>
                <a:lnTo>
                  <a:pt x="204936" y="163860"/>
                </a:lnTo>
                <a:lnTo>
                  <a:pt x="187970" y="155824"/>
                </a:lnTo>
                <a:lnTo>
                  <a:pt x="203597" y="147340"/>
                </a:lnTo>
                <a:lnTo>
                  <a:pt x="223688" y="157163"/>
                </a:lnTo>
                <a:cubicBezTo>
                  <a:pt x="226070" y="158651"/>
                  <a:pt x="227335" y="160809"/>
                  <a:pt x="227483" y="163637"/>
                </a:cubicBezTo>
                <a:cubicBezTo>
                  <a:pt x="227632" y="166465"/>
                  <a:pt x="226367" y="168623"/>
                  <a:pt x="223688" y="170111"/>
                </a:cubicBezTo>
                <a:lnTo>
                  <a:pt x="116532" y="227708"/>
                </a:lnTo>
                <a:cubicBezTo>
                  <a:pt x="115342" y="228303"/>
                  <a:pt x="114151" y="228601"/>
                  <a:pt x="112960" y="228601"/>
                </a:cubicBezTo>
                <a:cubicBezTo>
                  <a:pt x="111770" y="228601"/>
                  <a:pt x="110728" y="228303"/>
                  <a:pt x="109835" y="227708"/>
                </a:cubicBezTo>
                <a:lnTo>
                  <a:pt x="3572" y="169665"/>
                </a:lnTo>
                <a:cubicBezTo>
                  <a:pt x="1190" y="168474"/>
                  <a:pt x="0" y="166390"/>
                  <a:pt x="0" y="163414"/>
                </a:cubicBezTo>
                <a:cubicBezTo>
                  <a:pt x="0" y="160437"/>
                  <a:pt x="1339" y="158354"/>
                  <a:pt x="4018" y="157163"/>
                </a:cubicBezTo>
                <a:close/>
                <a:moveTo>
                  <a:pt x="26342" y="95995"/>
                </a:moveTo>
                <a:lnTo>
                  <a:pt x="41523" y="104478"/>
                </a:lnTo>
                <a:lnTo>
                  <a:pt x="22324" y="113854"/>
                </a:lnTo>
                <a:lnTo>
                  <a:pt x="112960" y="163414"/>
                </a:lnTo>
                <a:lnTo>
                  <a:pt x="204936" y="113854"/>
                </a:lnTo>
                <a:lnTo>
                  <a:pt x="187077" y="104924"/>
                </a:lnTo>
                <a:lnTo>
                  <a:pt x="202257" y="96441"/>
                </a:lnTo>
                <a:lnTo>
                  <a:pt x="223688" y="107157"/>
                </a:lnTo>
                <a:cubicBezTo>
                  <a:pt x="226070" y="108645"/>
                  <a:pt x="227335" y="110803"/>
                  <a:pt x="227483" y="113631"/>
                </a:cubicBezTo>
                <a:cubicBezTo>
                  <a:pt x="227632" y="116459"/>
                  <a:pt x="226367" y="118468"/>
                  <a:pt x="223688" y="119658"/>
                </a:cubicBezTo>
                <a:lnTo>
                  <a:pt x="116532" y="177701"/>
                </a:lnTo>
                <a:cubicBezTo>
                  <a:pt x="115342" y="178297"/>
                  <a:pt x="114151" y="178594"/>
                  <a:pt x="112960" y="178594"/>
                </a:cubicBezTo>
                <a:cubicBezTo>
                  <a:pt x="111770" y="178594"/>
                  <a:pt x="110728" y="178297"/>
                  <a:pt x="109835" y="177701"/>
                </a:cubicBezTo>
                <a:lnTo>
                  <a:pt x="3572" y="119658"/>
                </a:lnTo>
                <a:cubicBezTo>
                  <a:pt x="1190" y="118468"/>
                  <a:pt x="0" y="116384"/>
                  <a:pt x="0" y="113408"/>
                </a:cubicBezTo>
                <a:cubicBezTo>
                  <a:pt x="0" y="110431"/>
                  <a:pt x="1339" y="108348"/>
                  <a:pt x="4018" y="107157"/>
                </a:cubicBezTo>
                <a:close/>
                <a:moveTo>
                  <a:pt x="115639" y="15181"/>
                </a:moveTo>
                <a:lnTo>
                  <a:pt x="23663" y="61169"/>
                </a:lnTo>
                <a:lnTo>
                  <a:pt x="114300" y="110729"/>
                </a:lnTo>
                <a:lnTo>
                  <a:pt x="206276" y="61169"/>
                </a:lnTo>
                <a:close/>
                <a:moveTo>
                  <a:pt x="112067" y="894"/>
                </a:moveTo>
                <a:cubicBezTo>
                  <a:pt x="114449" y="-297"/>
                  <a:pt x="116681" y="-297"/>
                  <a:pt x="118765" y="894"/>
                </a:cubicBezTo>
                <a:lnTo>
                  <a:pt x="224581" y="54918"/>
                </a:lnTo>
                <a:cubicBezTo>
                  <a:pt x="227260" y="56109"/>
                  <a:pt x="228600" y="58118"/>
                  <a:pt x="228600" y="60946"/>
                </a:cubicBezTo>
                <a:cubicBezTo>
                  <a:pt x="228600" y="63773"/>
                  <a:pt x="227409" y="65931"/>
                  <a:pt x="225028" y="67420"/>
                </a:cubicBezTo>
                <a:lnTo>
                  <a:pt x="117872" y="125016"/>
                </a:lnTo>
                <a:cubicBezTo>
                  <a:pt x="116681" y="125612"/>
                  <a:pt x="115490" y="125909"/>
                  <a:pt x="114300" y="125909"/>
                </a:cubicBezTo>
                <a:cubicBezTo>
                  <a:pt x="113109" y="125909"/>
                  <a:pt x="111918" y="125612"/>
                  <a:pt x="110728" y="125016"/>
                </a:cubicBezTo>
                <a:lnTo>
                  <a:pt x="4911" y="67420"/>
                </a:lnTo>
                <a:cubicBezTo>
                  <a:pt x="2232" y="65931"/>
                  <a:pt x="967" y="63773"/>
                  <a:pt x="1116" y="60946"/>
                </a:cubicBezTo>
                <a:cubicBezTo>
                  <a:pt x="1265" y="58118"/>
                  <a:pt x="2530" y="56109"/>
                  <a:pt x="4911" y="549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61" name="Freeform 60"/>
          <p:cNvSpPr/>
          <p:nvPr/>
        </p:nvSpPr>
        <p:spPr>
          <a:xfrm>
            <a:off x="4959238" y="2389082"/>
            <a:ext cx="195946" cy="196447"/>
          </a:xfrm>
          <a:custGeom>
            <a:avLst/>
            <a:gdLst/>
            <a:ahLst/>
            <a:cxnLst/>
            <a:rect l="l" t="t" r="r" b="b"/>
            <a:pathLst>
              <a:path w="228018" h="228600">
                <a:moveTo>
                  <a:pt x="47044" y="85725"/>
                </a:moveTo>
                <a:cubicBezTo>
                  <a:pt x="43174" y="85725"/>
                  <a:pt x="39751" y="87139"/>
                  <a:pt x="36774" y="89966"/>
                </a:cubicBezTo>
                <a:cubicBezTo>
                  <a:pt x="33798" y="92794"/>
                  <a:pt x="32012" y="95994"/>
                  <a:pt x="31417" y="99566"/>
                </a:cubicBezTo>
                <a:lnTo>
                  <a:pt x="14004" y="212080"/>
                </a:lnTo>
                <a:cubicBezTo>
                  <a:pt x="14004" y="213568"/>
                  <a:pt x="14748" y="214312"/>
                  <a:pt x="16236" y="214312"/>
                </a:cubicBezTo>
                <a:lnTo>
                  <a:pt x="211350" y="214312"/>
                </a:lnTo>
                <a:cubicBezTo>
                  <a:pt x="213136" y="214312"/>
                  <a:pt x="214029" y="213717"/>
                  <a:pt x="214029" y="212526"/>
                </a:cubicBezTo>
                <a:lnTo>
                  <a:pt x="195276" y="100012"/>
                </a:lnTo>
                <a:cubicBezTo>
                  <a:pt x="194681" y="96143"/>
                  <a:pt x="192895" y="92794"/>
                  <a:pt x="189919" y="89966"/>
                </a:cubicBezTo>
                <a:cubicBezTo>
                  <a:pt x="186942" y="87139"/>
                  <a:pt x="183519" y="85725"/>
                  <a:pt x="179649" y="85725"/>
                </a:cubicBezTo>
                <a:lnTo>
                  <a:pt x="164022" y="85725"/>
                </a:lnTo>
                <a:lnTo>
                  <a:pt x="164022" y="102245"/>
                </a:lnTo>
                <a:cubicBezTo>
                  <a:pt x="168785" y="104923"/>
                  <a:pt x="171166" y="108942"/>
                  <a:pt x="171166" y="114300"/>
                </a:cubicBezTo>
                <a:cubicBezTo>
                  <a:pt x="171166" y="118467"/>
                  <a:pt x="169752" y="121890"/>
                  <a:pt x="166925" y="124569"/>
                </a:cubicBezTo>
                <a:cubicBezTo>
                  <a:pt x="164097" y="127248"/>
                  <a:pt x="160748" y="128587"/>
                  <a:pt x="156879" y="128587"/>
                </a:cubicBezTo>
                <a:cubicBezTo>
                  <a:pt x="153009" y="128587"/>
                  <a:pt x="149661" y="127248"/>
                  <a:pt x="146833" y="124569"/>
                </a:cubicBezTo>
                <a:cubicBezTo>
                  <a:pt x="144005" y="121890"/>
                  <a:pt x="142591" y="118467"/>
                  <a:pt x="142591" y="114300"/>
                </a:cubicBezTo>
                <a:cubicBezTo>
                  <a:pt x="142591" y="108942"/>
                  <a:pt x="144972" y="104923"/>
                  <a:pt x="149735" y="102245"/>
                </a:cubicBezTo>
                <a:lnTo>
                  <a:pt x="149735" y="85725"/>
                </a:lnTo>
                <a:lnTo>
                  <a:pt x="78297" y="85725"/>
                </a:lnTo>
                <a:lnTo>
                  <a:pt x="78297" y="102245"/>
                </a:lnTo>
                <a:cubicBezTo>
                  <a:pt x="83060" y="104923"/>
                  <a:pt x="85441" y="108942"/>
                  <a:pt x="85441" y="114300"/>
                </a:cubicBezTo>
                <a:cubicBezTo>
                  <a:pt x="85441" y="118467"/>
                  <a:pt x="84027" y="121890"/>
                  <a:pt x="81200" y="124569"/>
                </a:cubicBezTo>
                <a:cubicBezTo>
                  <a:pt x="78372" y="127248"/>
                  <a:pt x="75023" y="128587"/>
                  <a:pt x="71154" y="128587"/>
                </a:cubicBezTo>
                <a:cubicBezTo>
                  <a:pt x="67284" y="128587"/>
                  <a:pt x="63936" y="127248"/>
                  <a:pt x="61108" y="124569"/>
                </a:cubicBezTo>
                <a:cubicBezTo>
                  <a:pt x="58280" y="121890"/>
                  <a:pt x="56866" y="118467"/>
                  <a:pt x="56866" y="114300"/>
                </a:cubicBezTo>
                <a:cubicBezTo>
                  <a:pt x="56866" y="108942"/>
                  <a:pt x="59247" y="104923"/>
                  <a:pt x="64010" y="102245"/>
                </a:cubicBezTo>
                <a:lnTo>
                  <a:pt x="64010" y="85725"/>
                </a:lnTo>
                <a:close/>
                <a:moveTo>
                  <a:pt x="114016" y="14287"/>
                </a:moveTo>
                <a:cubicBezTo>
                  <a:pt x="103598" y="14287"/>
                  <a:pt x="95041" y="17933"/>
                  <a:pt x="88343" y="25226"/>
                </a:cubicBezTo>
                <a:cubicBezTo>
                  <a:pt x="81646" y="32519"/>
                  <a:pt x="78297" y="41672"/>
                  <a:pt x="78297" y="52685"/>
                </a:cubicBezTo>
                <a:lnTo>
                  <a:pt x="78297" y="71437"/>
                </a:lnTo>
                <a:lnTo>
                  <a:pt x="149735" y="71437"/>
                </a:lnTo>
                <a:lnTo>
                  <a:pt x="149735" y="52685"/>
                </a:lnTo>
                <a:cubicBezTo>
                  <a:pt x="149735" y="41672"/>
                  <a:pt x="146386" y="32519"/>
                  <a:pt x="139689" y="25226"/>
                </a:cubicBezTo>
                <a:cubicBezTo>
                  <a:pt x="132992" y="17933"/>
                  <a:pt x="124434" y="14287"/>
                  <a:pt x="114016" y="14287"/>
                </a:cubicBezTo>
                <a:close/>
                <a:moveTo>
                  <a:pt x="114239" y="0"/>
                </a:moveTo>
                <a:cubicBezTo>
                  <a:pt x="128676" y="0"/>
                  <a:pt x="140582" y="5060"/>
                  <a:pt x="149958" y="15180"/>
                </a:cubicBezTo>
                <a:cubicBezTo>
                  <a:pt x="159334" y="25300"/>
                  <a:pt x="164022" y="37802"/>
                  <a:pt x="164022" y="52685"/>
                </a:cubicBezTo>
                <a:lnTo>
                  <a:pt x="164022" y="71437"/>
                </a:lnTo>
                <a:lnTo>
                  <a:pt x="179649" y="71437"/>
                </a:lnTo>
                <a:cubicBezTo>
                  <a:pt x="187091" y="71437"/>
                  <a:pt x="193714" y="74042"/>
                  <a:pt x="199518" y="79251"/>
                </a:cubicBezTo>
                <a:cubicBezTo>
                  <a:pt x="205322" y="84460"/>
                  <a:pt x="208671" y="90636"/>
                  <a:pt x="209564" y="97780"/>
                </a:cubicBezTo>
                <a:lnTo>
                  <a:pt x="227870" y="210294"/>
                </a:lnTo>
                <a:cubicBezTo>
                  <a:pt x="228465" y="215652"/>
                  <a:pt x="227274" y="219968"/>
                  <a:pt x="224298" y="223242"/>
                </a:cubicBezTo>
                <a:cubicBezTo>
                  <a:pt x="221024" y="226814"/>
                  <a:pt x="216410" y="228600"/>
                  <a:pt x="210457" y="228600"/>
                </a:cubicBezTo>
                <a:lnTo>
                  <a:pt x="15343" y="228600"/>
                </a:lnTo>
                <a:cubicBezTo>
                  <a:pt x="10283" y="228600"/>
                  <a:pt x="6265" y="227111"/>
                  <a:pt x="3288" y="224135"/>
                </a:cubicBezTo>
                <a:cubicBezTo>
                  <a:pt x="609" y="220861"/>
                  <a:pt x="-433" y="216247"/>
                  <a:pt x="163" y="210294"/>
                </a:cubicBezTo>
                <a:lnTo>
                  <a:pt x="17129" y="97780"/>
                </a:lnTo>
                <a:cubicBezTo>
                  <a:pt x="18022" y="90636"/>
                  <a:pt x="21371" y="84460"/>
                  <a:pt x="27175" y="79251"/>
                </a:cubicBezTo>
                <a:cubicBezTo>
                  <a:pt x="32979" y="74042"/>
                  <a:pt x="39602" y="71437"/>
                  <a:pt x="47044" y="71437"/>
                </a:cubicBezTo>
                <a:lnTo>
                  <a:pt x="64010" y="71437"/>
                </a:lnTo>
                <a:lnTo>
                  <a:pt x="64010" y="52685"/>
                </a:lnTo>
                <a:cubicBezTo>
                  <a:pt x="64010" y="37802"/>
                  <a:pt x="68772" y="25300"/>
                  <a:pt x="78297" y="15180"/>
                </a:cubicBezTo>
                <a:cubicBezTo>
                  <a:pt x="87822" y="5060"/>
                  <a:pt x="99803" y="0"/>
                  <a:pt x="11423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62" name="Freeform 61"/>
          <p:cNvSpPr/>
          <p:nvPr/>
        </p:nvSpPr>
        <p:spPr>
          <a:xfrm>
            <a:off x="5291429" y="2389082"/>
            <a:ext cx="160380" cy="196447"/>
          </a:xfrm>
          <a:custGeom>
            <a:avLst/>
            <a:gdLst/>
            <a:ahLst/>
            <a:cxnLst/>
            <a:rect l="l" t="t" r="r" b="b"/>
            <a:pathLst>
              <a:path w="186630" h="228601">
                <a:moveTo>
                  <a:pt x="78805" y="28576"/>
                </a:moveTo>
                <a:cubicBezTo>
                  <a:pt x="61094" y="28576"/>
                  <a:pt x="45913" y="34901"/>
                  <a:pt x="33263" y="47551"/>
                </a:cubicBezTo>
                <a:cubicBezTo>
                  <a:pt x="20613" y="60202"/>
                  <a:pt x="14288" y="75382"/>
                  <a:pt x="14288" y="93093"/>
                </a:cubicBezTo>
                <a:cubicBezTo>
                  <a:pt x="14288" y="110803"/>
                  <a:pt x="20613" y="125909"/>
                  <a:pt x="33263" y="138411"/>
                </a:cubicBezTo>
                <a:cubicBezTo>
                  <a:pt x="45913" y="150912"/>
                  <a:pt x="61094" y="157163"/>
                  <a:pt x="78805" y="157163"/>
                </a:cubicBezTo>
                <a:cubicBezTo>
                  <a:pt x="96515" y="157163"/>
                  <a:pt x="111696" y="150912"/>
                  <a:pt x="124346" y="138411"/>
                </a:cubicBezTo>
                <a:cubicBezTo>
                  <a:pt x="136996" y="125909"/>
                  <a:pt x="143321" y="110803"/>
                  <a:pt x="143321" y="93093"/>
                </a:cubicBezTo>
                <a:cubicBezTo>
                  <a:pt x="143321" y="75382"/>
                  <a:pt x="136996" y="60202"/>
                  <a:pt x="124346" y="47551"/>
                </a:cubicBezTo>
                <a:cubicBezTo>
                  <a:pt x="111696" y="34901"/>
                  <a:pt x="96515" y="28576"/>
                  <a:pt x="78805" y="28576"/>
                </a:cubicBezTo>
                <a:close/>
                <a:moveTo>
                  <a:pt x="78805" y="14288"/>
                </a:moveTo>
                <a:cubicBezTo>
                  <a:pt x="100385" y="14288"/>
                  <a:pt x="118914" y="22027"/>
                  <a:pt x="134392" y="37505"/>
                </a:cubicBezTo>
                <a:cubicBezTo>
                  <a:pt x="149870" y="52983"/>
                  <a:pt x="157609" y="71587"/>
                  <a:pt x="157609" y="93316"/>
                </a:cubicBezTo>
                <a:cubicBezTo>
                  <a:pt x="157609" y="115045"/>
                  <a:pt x="149944" y="133499"/>
                  <a:pt x="134615" y="148680"/>
                </a:cubicBezTo>
                <a:cubicBezTo>
                  <a:pt x="119286" y="163860"/>
                  <a:pt x="100682" y="171451"/>
                  <a:pt x="78805" y="171451"/>
                </a:cubicBezTo>
                <a:cubicBezTo>
                  <a:pt x="56927" y="171451"/>
                  <a:pt x="38323" y="163860"/>
                  <a:pt x="22994" y="148680"/>
                </a:cubicBezTo>
                <a:cubicBezTo>
                  <a:pt x="7665" y="133499"/>
                  <a:pt x="0" y="115045"/>
                  <a:pt x="0" y="93316"/>
                </a:cubicBezTo>
                <a:cubicBezTo>
                  <a:pt x="0" y="71587"/>
                  <a:pt x="7739" y="52983"/>
                  <a:pt x="23217" y="37505"/>
                </a:cubicBezTo>
                <a:cubicBezTo>
                  <a:pt x="38695" y="22027"/>
                  <a:pt x="57224" y="14288"/>
                  <a:pt x="78805" y="14288"/>
                </a:cubicBezTo>
                <a:close/>
                <a:moveTo>
                  <a:pt x="127918" y="224"/>
                </a:moveTo>
                <a:cubicBezTo>
                  <a:pt x="129853" y="-223"/>
                  <a:pt x="131713" y="1"/>
                  <a:pt x="133499" y="894"/>
                </a:cubicBezTo>
                <a:cubicBezTo>
                  <a:pt x="150168" y="10716"/>
                  <a:pt x="163190" y="23739"/>
                  <a:pt x="172566" y="39961"/>
                </a:cubicBezTo>
                <a:cubicBezTo>
                  <a:pt x="181942" y="56183"/>
                  <a:pt x="186630" y="73671"/>
                  <a:pt x="186630" y="92423"/>
                </a:cubicBezTo>
                <a:cubicBezTo>
                  <a:pt x="186630" y="120998"/>
                  <a:pt x="177924" y="145182"/>
                  <a:pt x="160511" y="164977"/>
                </a:cubicBezTo>
                <a:cubicBezTo>
                  <a:pt x="143098" y="184771"/>
                  <a:pt x="120700" y="196156"/>
                  <a:pt x="93315" y="199133"/>
                </a:cubicBezTo>
                <a:lnTo>
                  <a:pt x="93315" y="214313"/>
                </a:lnTo>
                <a:lnTo>
                  <a:pt x="114746" y="214313"/>
                </a:lnTo>
                <a:cubicBezTo>
                  <a:pt x="116830" y="214313"/>
                  <a:pt x="118616" y="214983"/>
                  <a:pt x="120104" y="216322"/>
                </a:cubicBezTo>
                <a:cubicBezTo>
                  <a:pt x="121593" y="217662"/>
                  <a:pt x="122337" y="219299"/>
                  <a:pt x="122337" y="221234"/>
                </a:cubicBezTo>
                <a:cubicBezTo>
                  <a:pt x="122337" y="223168"/>
                  <a:pt x="121593" y="224880"/>
                  <a:pt x="120104" y="226368"/>
                </a:cubicBezTo>
                <a:cubicBezTo>
                  <a:pt x="118616" y="227856"/>
                  <a:pt x="116830" y="228601"/>
                  <a:pt x="114746" y="228601"/>
                </a:cubicBezTo>
                <a:lnTo>
                  <a:pt x="58043" y="228601"/>
                </a:lnTo>
                <a:cubicBezTo>
                  <a:pt x="55959" y="228601"/>
                  <a:pt x="54248" y="227856"/>
                  <a:pt x="52908" y="226368"/>
                </a:cubicBezTo>
                <a:cubicBezTo>
                  <a:pt x="51569" y="224880"/>
                  <a:pt x="50899" y="223168"/>
                  <a:pt x="50899" y="221234"/>
                </a:cubicBezTo>
                <a:cubicBezTo>
                  <a:pt x="50899" y="219299"/>
                  <a:pt x="51569" y="217662"/>
                  <a:pt x="52908" y="216322"/>
                </a:cubicBezTo>
                <a:cubicBezTo>
                  <a:pt x="54248" y="214983"/>
                  <a:pt x="55959" y="214313"/>
                  <a:pt x="58043" y="214313"/>
                </a:cubicBezTo>
                <a:lnTo>
                  <a:pt x="79028" y="214313"/>
                </a:lnTo>
                <a:lnTo>
                  <a:pt x="79028" y="200026"/>
                </a:lnTo>
                <a:cubicBezTo>
                  <a:pt x="65038" y="200026"/>
                  <a:pt x="51495" y="197496"/>
                  <a:pt x="38398" y="192435"/>
                </a:cubicBezTo>
                <a:cubicBezTo>
                  <a:pt x="36612" y="191542"/>
                  <a:pt x="35347" y="190203"/>
                  <a:pt x="34603" y="188417"/>
                </a:cubicBezTo>
                <a:cubicBezTo>
                  <a:pt x="33858" y="186631"/>
                  <a:pt x="33858" y="184845"/>
                  <a:pt x="34603" y="183059"/>
                </a:cubicBezTo>
                <a:cubicBezTo>
                  <a:pt x="35347" y="181273"/>
                  <a:pt x="36612" y="180008"/>
                  <a:pt x="38398" y="179264"/>
                </a:cubicBezTo>
                <a:cubicBezTo>
                  <a:pt x="40184" y="178520"/>
                  <a:pt x="41970" y="178446"/>
                  <a:pt x="43755" y="179041"/>
                </a:cubicBezTo>
                <a:cubicBezTo>
                  <a:pt x="55066" y="183506"/>
                  <a:pt x="66824" y="185738"/>
                  <a:pt x="79028" y="185738"/>
                </a:cubicBezTo>
                <a:cubicBezTo>
                  <a:pt x="105817" y="185738"/>
                  <a:pt x="128067" y="176957"/>
                  <a:pt x="145777" y="159396"/>
                </a:cubicBezTo>
                <a:cubicBezTo>
                  <a:pt x="163488" y="141834"/>
                  <a:pt x="172343" y="119510"/>
                  <a:pt x="172343" y="92423"/>
                </a:cubicBezTo>
                <a:cubicBezTo>
                  <a:pt x="172343" y="76349"/>
                  <a:pt x="168250" y="61318"/>
                  <a:pt x="160065" y="47328"/>
                </a:cubicBezTo>
                <a:cubicBezTo>
                  <a:pt x="151879" y="33338"/>
                  <a:pt x="140643" y="22027"/>
                  <a:pt x="126355" y="13395"/>
                </a:cubicBezTo>
                <a:cubicBezTo>
                  <a:pt x="124569" y="12502"/>
                  <a:pt x="123453" y="11088"/>
                  <a:pt x="123006" y="9154"/>
                </a:cubicBezTo>
                <a:cubicBezTo>
                  <a:pt x="122560" y="7219"/>
                  <a:pt x="122783" y="5358"/>
                  <a:pt x="123676" y="3573"/>
                </a:cubicBezTo>
                <a:cubicBezTo>
                  <a:pt x="124569" y="1787"/>
                  <a:pt x="125983" y="670"/>
                  <a:pt x="127918" y="22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63" name="Freeform 62"/>
          <p:cNvSpPr/>
          <p:nvPr/>
        </p:nvSpPr>
        <p:spPr>
          <a:xfrm>
            <a:off x="5588055" y="2389082"/>
            <a:ext cx="197213" cy="196447"/>
          </a:xfrm>
          <a:custGeom>
            <a:avLst/>
            <a:gdLst/>
            <a:ahLst/>
            <a:cxnLst/>
            <a:rect l="l" t="t" r="r" b="b"/>
            <a:pathLst>
              <a:path w="229493" h="228600">
                <a:moveTo>
                  <a:pt x="174129" y="159395"/>
                </a:moveTo>
                <a:cubicBezTo>
                  <a:pt x="169962" y="178445"/>
                  <a:pt x="163414" y="194072"/>
                  <a:pt x="154484" y="206275"/>
                </a:cubicBezTo>
                <a:cubicBezTo>
                  <a:pt x="174724" y="197346"/>
                  <a:pt x="190500" y="183356"/>
                  <a:pt x="201811" y="164306"/>
                </a:cubicBezTo>
                <a:cubicBezTo>
                  <a:pt x="194370" y="162222"/>
                  <a:pt x="185142" y="160585"/>
                  <a:pt x="174129" y="159395"/>
                </a:cubicBezTo>
                <a:close/>
                <a:moveTo>
                  <a:pt x="55811" y="159395"/>
                </a:moveTo>
                <a:cubicBezTo>
                  <a:pt x="44798" y="160585"/>
                  <a:pt x="35421" y="161925"/>
                  <a:pt x="27682" y="163413"/>
                </a:cubicBezTo>
                <a:cubicBezTo>
                  <a:pt x="39886" y="184844"/>
                  <a:pt x="57448" y="199876"/>
                  <a:pt x="80367" y="208508"/>
                </a:cubicBezTo>
                <a:cubicBezTo>
                  <a:pt x="69354" y="195709"/>
                  <a:pt x="61169" y="179338"/>
                  <a:pt x="55811" y="159395"/>
                </a:cubicBezTo>
                <a:close/>
                <a:moveTo>
                  <a:pt x="121444" y="156716"/>
                </a:moveTo>
                <a:lnTo>
                  <a:pt x="121444" y="213419"/>
                </a:lnTo>
                <a:cubicBezTo>
                  <a:pt x="129778" y="211038"/>
                  <a:pt x="137294" y="204862"/>
                  <a:pt x="143991" y="194890"/>
                </a:cubicBezTo>
                <a:cubicBezTo>
                  <a:pt x="150689" y="184919"/>
                  <a:pt x="155823" y="172640"/>
                  <a:pt x="159395" y="158055"/>
                </a:cubicBezTo>
                <a:cubicBezTo>
                  <a:pt x="147787" y="157162"/>
                  <a:pt x="135136" y="156716"/>
                  <a:pt x="121444" y="156716"/>
                </a:cubicBezTo>
                <a:close/>
                <a:moveTo>
                  <a:pt x="107603" y="156716"/>
                </a:moveTo>
                <a:cubicBezTo>
                  <a:pt x="93911" y="156716"/>
                  <a:pt x="81260" y="157162"/>
                  <a:pt x="69652" y="158055"/>
                </a:cubicBezTo>
                <a:cubicBezTo>
                  <a:pt x="73224" y="172640"/>
                  <a:pt x="78433" y="184844"/>
                  <a:pt x="85279" y="194667"/>
                </a:cubicBezTo>
                <a:cubicBezTo>
                  <a:pt x="92125" y="204489"/>
                  <a:pt x="99566" y="210591"/>
                  <a:pt x="107603" y="212973"/>
                </a:cubicBezTo>
                <a:close/>
                <a:moveTo>
                  <a:pt x="163414" y="91082"/>
                </a:moveTo>
                <a:cubicBezTo>
                  <a:pt x="150614" y="91975"/>
                  <a:pt x="136624" y="92571"/>
                  <a:pt x="121444" y="92868"/>
                </a:cubicBezTo>
                <a:lnTo>
                  <a:pt x="121444" y="142428"/>
                </a:lnTo>
                <a:cubicBezTo>
                  <a:pt x="136327" y="142428"/>
                  <a:pt x="150019" y="143023"/>
                  <a:pt x="162521" y="144214"/>
                </a:cubicBezTo>
                <a:cubicBezTo>
                  <a:pt x="164009" y="134391"/>
                  <a:pt x="164753" y="124420"/>
                  <a:pt x="164753" y="114300"/>
                </a:cubicBezTo>
                <a:cubicBezTo>
                  <a:pt x="164753" y="106561"/>
                  <a:pt x="164306" y="98822"/>
                  <a:pt x="163414" y="91082"/>
                </a:cubicBezTo>
                <a:close/>
                <a:moveTo>
                  <a:pt x="65633" y="91082"/>
                </a:moveTo>
                <a:cubicBezTo>
                  <a:pt x="64740" y="98822"/>
                  <a:pt x="64294" y="106561"/>
                  <a:pt x="64294" y="114300"/>
                </a:cubicBezTo>
                <a:cubicBezTo>
                  <a:pt x="64294" y="124420"/>
                  <a:pt x="65038" y="134243"/>
                  <a:pt x="66526" y="143768"/>
                </a:cubicBezTo>
                <a:cubicBezTo>
                  <a:pt x="79326" y="142875"/>
                  <a:pt x="93018" y="142428"/>
                  <a:pt x="107603" y="142428"/>
                </a:cubicBezTo>
                <a:lnTo>
                  <a:pt x="107603" y="92868"/>
                </a:lnTo>
                <a:cubicBezTo>
                  <a:pt x="92720" y="92571"/>
                  <a:pt x="78730" y="91975"/>
                  <a:pt x="65633" y="91082"/>
                </a:cubicBezTo>
                <a:close/>
                <a:moveTo>
                  <a:pt x="19199" y="84385"/>
                </a:moveTo>
                <a:cubicBezTo>
                  <a:pt x="15925" y="93910"/>
                  <a:pt x="14288" y="103882"/>
                  <a:pt x="14288" y="114300"/>
                </a:cubicBezTo>
                <a:cubicBezTo>
                  <a:pt x="14288" y="126801"/>
                  <a:pt x="16669" y="138856"/>
                  <a:pt x="21431" y="150465"/>
                </a:cubicBezTo>
                <a:cubicBezTo>
                  <a:pt x="29468" y="148381"/>
                  <a:pt x="39886" y="146595"/>
                  <a:pt x="52685" y="145107"/>
                </a:cubicBezTo>
                <a:cubicBezTo>
                  <a:pt x="50899" y="134987"/>
                  <a:pt x="50006" y="124718"/>
                  <a:pt x="50006" y="114300"/>
                </a:cubicBezTo>
                <a:cubicBezTo>
                  <a:pt x="50006" y="105965"/>
                  <a:pt x="50602" y="97780"/>
                  <a:pt x="51792" y="89743"/>
                </a:cubicBezTo>
                <a:cubicBezTo>
                  <a:pt x="37803" y="88255"/>
                  <a:pt x="26938" y="86469"/>
                  <a:pt x="19199" y="84385"/>
                </a:cubicBezTo>
                <a:close/>
                <a:moveTo>
                  <a:pt x="209625" y="83544"/>
                </a:moveTo>
                <a:lnTo>
                  <a:pt x="196900" y="86506"/>
                </a:lnTo>
                <a:cubicBezTo>
                  <a:pt x="191542" y="87473"/>
                  <a:pt x="185142" y="88404"/>
                  <a:pt x="177701" y="89297"/>
                </a:cubicBezTo>
                <a:cubicBezTo>
                  <a:pt x="178594" y="97631"/>
                  <a:pt x="179040" y="105965"/>
                  <a:pt x="179040" y="114300"/>
                </a:cubicBezTo>
                <a:cubicBezTo>
                  <a:pt x="179040" y="125015"/>
                  <a:pt x="178296" y="135433"/>
                  <a:pt x="176808" y="145554"/>
                </a:cubicBezTo>
                <a:cubicBezTo>
                  <a:pt x="189905" y="147042"/>
                  <a:pt x="200323" y="148828"/>
                  <a:pt x="208062" y="150911"/>
                </a:cubicBezTo>
                <a:cubicBezTo>
                  <a:pt x="212824" y="139303"/>
                  <a:pt x="215206" y="127099"/>
                  <a:pt x="215206" y="114300"/>
                </a:cubicBezTo>
                <a:cubicBezTo>
                  <a:pt x="215206" y="107602"/>
                  <a:pt x="214536" y="101054"/>
                  <a:pt x="213197" y="94654"/>
                </a:cubicBezTo>
                <a:close/>
                <a:moveTo>
                  <a:pt x="154484" y="22324"/>
                </a:moveTo>
                <a:cubicBezTo>
                  <a:pt x="164306" y="36016"/>
                  <a:pt x="171301" y="53727"/>
                  <a:pt x="175469" y="75455"/>
                </a:cubicBezTo>
                <a:cubicBezTo>
                  <a:pt x="188268" y="73967"/>
                  <a:pt x="197942" y="72181"/>
                  <a:pt x="204490" y="70098"/>
                </a:cubicBezTo>
                <a:cubicBezTo>
                  <a:pt x="193774" y="48071"/>
                  <a:pt x="177106" y="32147"/>
                  <a:pt x="154484" y="22324"/>
                </a:cubicBezTo>
                <a:close/>
                <a:moveTo>
                  <a:pt x="80367" y="20091"/>
                </a:moveTo>
                <a:cubicBezTo>
                  <a:pt x="55067" y="29319"/>
                  <a:pt x="36463" y="46285"/>
                  <a:pt x="24557" y="70991"/>
                </a:cubicBezTo>
                <a:cubicBezTo>
                  <a:pt x="31998" y="72777"/>
                  <a:pt x="41821" y="74265"/>
                  <a:pt x="54025" y="75455"/>
                </a:cubicBezTo>
                <a:cubicBezTo>
                  <a:pt x="59383" y="52834"/>
                  <a:pt x="68164" y="34379"/>
                  <a:pt x="80367" y="20091"/>
                </a:cubicBezTo>
                <a:close/>
                <a:moveTo>
                  <a:pt x="107603" y="15627"/>
                </a:moveTo>
                <a:cubicBezTo>
                  <a:pt x="98971" y="18305"/>
                  <a:pt x="91083" y="25152"/>
                  <a:pt x="83939" y="36165"/>
                </a:cubicBezTo>
                <a:cubicBezTo>
                  <a:pt x="76796" y="47178"/>
                  <a:pt x="71438" y="60722"/>
                  <a:pt x="67866" y="76795"/>
                </a:cubicBezTo>
                <a:cubicBezTo>
                  <a:pt x="80367" y="77688"/>
                  <a:pt x="93613" y="78283"/>
                  <a:pt x="107603" y="78581"/>
                </a:cubicBezTo>
                <a:close/>
                <a:moveTo>
                  <a:pt x="121444" y="15180"/>
                </a:moveTo>
                <a:lnTo>
                  <a:pt x="121444" y="78581"/>
                </a:lnTo>
                <a:cubicBezTo>
                  <a:pt x="135731" y="78283"/>
                  <a:pt x="148828" y="77688"/>
                  <a:pt x="160735" y="76795"/>
                </a:cubicBezTo>
                <a:cubicBezTo>
                  <a:pt x="157460" y="60722"/>
                  <a:pt x="152326" y="47104"/>
                  <a:pt x="145331" y="35942"/>
                </a:cubicBezTo>
                <a:cubicBezTo>
                  <a:pt x="138336" y="24780"/>
                  <a:pt x="130374" y="17859"/>
                  <a:pt x="121444" y="15180"/>
                </a:cubicBezTo>
                <a:close/>
                <a:moveTo>
                  <a:pt x="114747" y="0"/>
                </a:moveTo>
                <a:cubicBezTo>
                  <a:pt x="115044" y="0"/>
                  <a:pt x="115416" y="0"/>
                  <a:pt x="115863" y="0"/>
                </a:cubicBezTo>
                <a:cubicBezTo>
                  <a:pt x="116309" y="0"/>
                  <a:pt x="116533" y="0"/>
                  <a:pt x="116533" y="0"/>
                </a:cubicBezTo>
                <a:cubicBezTo>
                  <a:pt x="116830" y="0"/>
                  <a:pt x="117128" y="0"/>
                  <a:pt x="117426" y="0"/>
                </a:cubicBezTo>
                <a:cubicBezTo>
                  <a:pt x="117723" y="0"/>
                  <a:pt x="117872" y="0"/>
                  <a:pt x="117872" y="0"/>
                </a:cubicBezTo>
                <a:cubicBezTo>
                  <a:pt x="119063" y="0"/>
                  <a:pt x="120253" y="0"/>
                  <a:pt x="121444" y="0"/>
                </a:cubicBezTo>
                <a:cubicBezTo>
                  <a:pt x="151507" y="1786"/>
                  <a:pt x="177031" y="13692"/>
                  <a:pt x="198016" y="35718"/>
                </a:cubicBezTo>
                <a:cubicBezTo>
                  <a:pt x="219001" y="57745"/>
                  <a:pt x="229493" y="83939"/>
                  <a:pt x="229493" y="114300"/>
                </a:cubicBezTo>
                <a:cubicBezTo>
                  <a:pt x="229493" y="144661"/>
                  <a:pt x="219001" y="170854"/>
                  <a:pt x="198016" y="192881"/>
                </a:cubicBezTo>
                <a:cubicBezTo>
                  <a:pt x="177031" y="214907"/>
                  <a:pt x="151507" y="226814"/>
                  <a:pt x="121444" y="228600"/>
                </a:cubicBezTo>
                <a:cubicBezTo>
                  <a:pt x="120253" y="228600"/>
                  <a:pt x="119063" y="228600"/>
                  <a:pt x="117872" y="228600"/>
                </a:cubicBezTo>
                <a:cubicBezTo>
                  <a:pt x="117872" y="228600"/>
                  <a:pt x="117723" y="228600"/>
                  <a:pt x="117426" y="228600"/>
                </a:cubicBezTo>
                <a:cubicBezTo>
                  <a:pt x="117128" y="228600"/>
                  <a:pt x="116979" y="228600"/>
                  <a:pt x="116979" y="228600"/>
                </a:cubicBezTo>
                <a:cubicBezTo>
                  <a:pt x="116681" y="228600"/>
                  <a:pt x="116309" y="228600"/>
                  <a:pt x="115863" y="228600"/>
                </a:cubicBezTo>
                <a:cubicBezTo>
                  <a:pt x="115416" y="228600"/>
                  <a:pt x="115044" y="228600"/>
                  <a:pt x="114747" y="228600"/>
                </a:cubicBezTo>
                <a:cubicBezTo>
                  <a:pt x="83195" y="228600"/>
                  <a:pt x="56183" y="217438"/>
                  <a:pt x="33710" y="195113"/>
                </a:cubicBezTo>
                <a:cubicBezTo>
                  <a:pt x="11237" y="172789"/>
                  <a:pt x="0" y="145851"/>
                  <a:pt x="0" y="114300"/>
                </a:cubicBezTo>
                <a:cubicBezTo>
                  <a:pt x="0" y="82748"/>
                  <a:pt x="11237" y="55810"/>
                  <a:pt x="33710" y="33486"/>
                </a:cubicBezTo>
                <a:cubicBezTo>
                  <a:pt x="56183" y="11162"/>
                  <a:pt x="83195" y="0"/>
                  <a:pt x="1147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64" name="Freeform 63"/>
          <p:cNvSpPr/>
          <p:nvPr/>
        </p:nvSpPr>
        <p:spPr>
          <a:xfrm>
            <a:off x="5921514" y="2410569"/>
            <a:ext cx="196447" cy="153474"/>
          </a:xfrm>
          <a:custGeom>
            <a:avLst/>
            <a:gdLst/>
            <a:ahLst/>
            <a:cxnLst/>
            <a:rect l="l" t="t" r="r" b="b"/>
            <a:pathLst>
              <a:path w="228600" h="178594">
                <a:moveTo>
                  <a:pt x="221456" y="121444"/>
                </a:moveTo>
                <a:cubicBezTo>
                  <a:pt x="223540" y="121444"/>
                  <a:pt x="225252" y="122113"/>
                  <a:pt x="226591" y="123453"/>
                </a:cubicBezTo>
                <a:cubicBezTo>
                  <a:pt x="227930" y="124792"/>
                  <a:pt x="228600" y="126504"/>
                  <a:pt x="228600" y="128587"/>
                </a:cubicBezTo>
                <a:lnTo>
                  <a:pt x="228600" y="171450"/>
                </a:lnTo>
                <a:cubicBezTo>
                  <a:pt x="228600" y="173533"/>
                  <a:pt x="227930" y="175245"/>
                  <a:pt x="226591" y="176584"/>
                </a:cubicBezTo>
                <a:cubicBezTo>
                  <a:pt x="225252" y="177924"/>
                  <a:pt x="223540" y="178594"/>
                  <a:pt x="221456" y="178594"/>
                </a:cubicBezTo>
                <a:lnTo>
                  <a:pt x="178594" y="178594"/>
                </a:lnTo>
                <a:cubicBezTo>
                  <a:pt x="176510" y="178594"/>
                  <a:pt x="174799" y="177924"/>
                  <a:pt x="173459" y="176584"/>
                </a:cubicBezTo>
                <a:cubicBezTo>
                  <a:pt x="172120" y="175245"/>
                  <a:pt x="171450" y="173533"/>
                  <a:pt x="171450" y="171450"/>
                </a:cubicBezTo>
                <a:cubicBezTo>
                  <a:pt x="171450" y="169366"/>
                  <a:pt x="172120" y="167655"/>
                  <a:pt x="173459" y="166315"/>
                </a:cubicBezTo>
                <a:cubicBezTo>
                  <a:pt x="174799" y="164976"/>
                  <a:pt x="176510" y="164306"/>
                  <a:pt x="178594" y="164306"/>
                </a:cubicBezTo>
                <a:lnTo>
                  <a:pt x="214313" y="164306"/>
                </a:lnTo>
                <a:lnTo>
                  <a:pt x="214313" y="128587"/>
                </a:lnTo>
                <a:cubicBezTo>
                  <a:pt x="214313" y="126504"/>
                  <a:pt x="214982" y="124792"/>
                  <a:pt x="216322" y="123453"/>
                </a:cubicBezTo>
                <a:cubicBezTo>
                  <a:pt x="217661" y="122113"/>
                  <a:pt x="219373" y="121444"/>
                  <a:pt x="221456" y="121444"/>
                </a:cubicBezTo>
                <a:close/>
                <a:moveTo>
                  <a:pt x="7144" y="121444"/>
                </a:moveTo>
                <a:cubicBezTo>
                  <a:pt x="9228" y="121444"/>
                  <a:pt x="10939" y="122113"/>
                  <a:pt x="12279" y="123453"/>
                </a:cubicBezTo>
                <a:cubicBezTo>
                  <a:pt x="13618" y="124792"/>
                  <a:pt x="14288" y="126504"/>
                  <a:pt x="14288" y="128587"/>
                </a:cubicBezTo>
                <a:lnTo>
                  <a:pt x="14288" y="164306"/>
                </a:lnTo>
                <a:lnTo>
                  <a:pt x="50006" y="164306"/>
                </a:lnTo>
                <a:cubicBezTo>
                  <a:pt x="52090" y="164306"/>
                  <a:pt x="53802" y="164976"/>
                  <a:pt x="55141" y="166315"/>
                </a:cubicBezTo>
                <a:cubicBezTo>
                  <a:pt x="56481" y="167655"/>
                  <a:pt x="57150" y="169366"/>
                  <a:pt x="57150" y="171450"/>
                </a:cubicBezTo>
                <a:cubicBezTo>
                  <a:pt x="57150" y="173533"/>
                  <a:pt x="56481" y="175245"/>
                  <a:pt x="55141" y="176584"/>
                </a:cubicBezTo>
                <a:cubicBezTo>
                  <a:pt x="53802" y="177924"/>
                  <a:pt x="52090" y="178594"/>
                  <a:pt x="50006" y="178594"/>
                </a:cubicBezTo>
                <a:lnTo>
                  <a:pt x="7144" y="178594"/>
                </a:lnTo>
                <a:cubicBezTo>
                  <a:pt x="5060" y="178594"/>
                  <a:pt x="3349" y="177924"/>
                  <a:pt x="2009" y="176584"/>
                </a:cubicBezTo>
                <a:cubicBezTo>
                  <a:pt x="670" y="175245"/>
                  <a:pt x="0" y="173533"/>
                  <a:pt x="0" y="171450"/>
                </a:cubicBezTo>
                <a:lnTo>
                  <a:pt x="0" y="128587"/>
                </a:lnTo>
                <a:cubicBezTo>
                  <a:pt x="0" y="126504"/>
                  <a:pt x="670" y="124792"/>
                  <a:pt x="2009" y="123453"/>
                </a:cubicBezTo>
                <a:cubicBezTo>
                  <a:pt x="3349" y="122113"/>
                  <a:pt x="5060" y="121444"/>
                  <a:pt x="7144" y="121444"/>
                </a:cubicBezTo>
                <a:close/>
                <a:moveTo>
                  <a:pt x="178594" y="0"/>
                </a:moveTo>
                <a:lnTo>
                  <a:pt x="221456" y="0"/>
                </a:lnTo>
                <a:cubicBezTo>
                  <a:pt x="223540" y="0"/>
                  <a:pt x="225252" y="669"/>
                  <a:pt x="226591" y="2009"/>
                </a:cubicBezTo>
                <a:cubicBezTo>
                  <a:pt x="227930" y="3348"/>
                  <a:pt x="228600" y="5060"/>
                  <a:pt x="228600" y="7144"/>
                </a:cubicBezTo>
                <a:lnTo>
                  <a:pt x="228600" y="50006"/>
                </a:lnTo>
                <a:cubicBezTo>
                  <a:pt x="228600" y="52090"/>
                  <a:pt x="227930" y="53801"/>
                  <a:pt x="226591" y="55141"/>
                </a:cubicBezTo>
                <a:cubicBezTo>
                  <a:pt x="225252" y="56480"/>
                  <a:pt x="223540" y="57150"/>
                  <a:pt x="221456" y="57150"/>
                </a:cubicBezTo>
                <a:cubicBezTo>
                  <a:pt x="219373" y="57150"/>
                  <a:pt x="217661" y="56480"/>
                  <a:pt x="216322" y="55141"/>
                </a:cubicBezTo>
                <a:cubicBezTo>
                  <a:pt x="214982" y="53801"/>
                  <a:pt x="214313" y="52090"/>
                  <a:pt x="214313" y="50006"/>
                </a:cubicBezTo>
                <a:lnTo>
                  <a:pt x="214313" y="14287"/>
                </a:lnTo>
                <a:lnTo>
                  <a:pt x="178594" y="14287"/>
                </a:lnTo>
                <a:cubicBezTo>
                  <a:pt x="176510" y="14287"/>
                  <a:pt x="174799" y="13618"/>
                  <a:pt x="173459" y="12278"/>
                </a:cubicBezTo>
                <a:cubicBezTo>
                  <a:pt x="172120" y="10939"/>
                  <a:pt x="171450" y="9227"/>
                  <a:pt x="171450" y="7144"/>
                </a:cubicBezTo>
                <a:cubicBezTo>
                  <a:pt x="171450" y="5060"/>
                  <a:pt x="172120" y="3348"/>
                  <a:pt x="173459" y="2009"/>
                </a:cubicBezTo>
                <a:cubicBezTo>
                  <a:pt x="174799" y="669"/>
                  <a:pt x="176510" y="0"/>
                  <a:pt x="178594" y="0"/>
                </a:cubicBezTo>
                <a:close/>
                <a:moveTo>
                  <a:pt x="7144" y="0"/>
                </a:moveTo>
                <a:lnTo>
                  <a:pt x="50006" y="0"/>
                </a:lnTo>
                <a:cubicBezTo>
                  <a:pt x="52090" y="0"/>
                  <a:pt x="53802" y="669"/>
                  <a:pt x="55141" y="2009"/>
                </a:cubicBezTo>
                <a:cubicBezTo>
                  <a:pt x="56481" y="3348"/>
                  <a:pt x="57150" y="5060"/>
                  <a:pt x="57150" y="7144"/>
                </a:cubicBezTo>
                <a:cubicBezTo>
                  <a:pt x="57150" y="9227"/>
                  <a:pt x="56481" y="10939"/>
                  <a:pt x="55141" y="12278"/>
                </a:cubicBezTo>
                <a:cubicBezTo>
                  <a:pt x="53802" y="13618"/>
                  <a:pt x="52090" y="14287"/>
                  <a:pt x="50006" y="14287"/>
                </a:cubicBezTo>
                <a:lnTo>
                  <a:pt x="14288" y="14287"/>
                </a:lnTo>
                <a:lnTo>
                  <a:pt x="14288" y="50006"/>
                </a:lnTo>
                <a:cubicBezTo>
                  <a:pt x="14288" y="52090"/>
                  <a:pt x="13618" y="53801"/>
                  <a:pt x="12279" y="55141"/>
                </a:cubicBezTo>
                <a:cubicBezTo>
                  <a:pt x="10939" y="56480"/>
                  <a:pt x="9228" y="57150"/>
                  <a:pt x="7144" y="57150"/>
                </a:cubicBezTo>
                <a:cubicBezTo>
                  <a:pt x="5060" y="57150"/>
                  <a:pt x="3349" y="56480"/>
                  <a:pt x="2009" y="55141"/>
                </a:cubicBezTo>
                <a:cubicBezTo>
                  <a:pt x="670" y="53801"/>
                  <a:pt x="0" y="52090"/>
                  <a:pt x="0" y="50006"/>
                </a:cubicBezTo>
                <a:lnTo>
                  <a:pt x="0" y="7144"/>
                </a:lnTo>
                <a:cubicBezTo>
                  <a:pt x="0" y="5060"/>
                  <a:pt x="670" y="3348"/>
                  <a:pt x="2009" y="2009"/>
                </a:cubicBezTo>
                <a:cubicBezTo>
                  <a:pt x="3349" y="669"/>
                  <a:pt x="5060" y="0"/>
                  <a:pt x="71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65" name="Freeform 64"/>
          <p:cNvSpPr/>
          <p:nvPr/>
        </p:nvSpPr>
        <p:spPr>
          <a:xfrm>
            <a:off x="6254205" y="2410569"/>
            <a:ext cx="196447" cy="153474"/>
          </a:xfrm>
          <a:custGeom>
            <a:avLst/>
            <a:gdLst/>
            <a:ahLst/>
            <a:cxnLst/>
            <a:rect l="l" t="t" r="r" b="b"/>
            <a:pathLst>
              <a:path w="228600" h="178594">
                <a:moveTo>
                  <a:pt x="14287" y="64294"/>
                </a:moveTo>
                <a:lnTo>
                  <a:pt x="14287" y="164306"/>
                </a:lnTo>
                <a:lnTo>
                  <a:pt x="214312" y="164306"/>
                </a:lnTo>
                <a:lnTo>
                  <a:pt x="214312" y="64294"/>
                </a:lnTo>
                <a:close/>
                <a:moveTo>
                  <a:pt x="14287" y="14287"/>
                </a:moveTo>
                <a:lnTo>
                  <a:pt x="14287" y="50006"/>
                </a:lnTo>
                <a:lnTo>
                  <a:pt x="214312" y="50006"/>
                </a:lnTo>
                <a:lnTo>
                  <a:pt x="214312" y="35719"/>
                </a:lnTo>
                <a:lnTo>
                  <a:pt x="101352" y="35719"/>
                </a:lnTo>
                <a:lnTo>
                  <a:pt x="96887" y="31700"/>
                </a:lnTo>
                <a:lnTo>
                  <a:pt x="79027" y="14287"/>
                </a:lnTo>
                <a:close/>
                <a:moveTo>
                  <a:pt x="14287" y="0"/>
                </a:moveTo>
                <a:lnTo>
                  <a:pt x="85725" y="0"/>
                </a:lnTo>
                <a:lnTo>
                  <a:pt x="107156" y="21431"/>
                </a:lnTo>
                <a:lnTo>
                  <a:pt x="214312" y="21431"/>
                </a:lnTo>
                <a:cubicBezTo>
                  <a:pt x="218182" y="21431"/>
                  <a:pt x="221530" y="22845"/>
                  <a:pt x="224358" y="25673"/>
                </a:cubicBezTo>
                <a:cubicBezTo>
                  <a:pt x="227186" y="28500"/>
                  <a:pt x="228600" y="31849"/>
                  <a:pt x="228600" y="35719"/>
                </a:cubicBezTo>
                <a:lnTo>
                  <a:pt x="228600" y="164306"/>
                </a:lnTo>
                <a:cubicBezTo>
                  <a:pt x="228600" y="168176"/>
                  <a:pt x="227186" y="171524"/>
                  <a:pt x="224358" y="174352"/>
                </a:cubicBezTo>
                <a:cubicBezTo>
                  <a:pt x="221530" y="177180"/>
                  <a:pt x="218182" y="178594"/>
                  <a:pt x="214312" y="178594"/>
                </a:cubicBezTo>
                <a:lnTo>
                  <a:pt x="14287" y="178594"/>
                </a:lnTo>
                <a:cubicBezTo>
                  <a:pt x="10418" y="178594"/>
                  <a:pt x="7069" y="177180"/>
                  <a:pt x="4241" y="174352"/>
                </a:cubicBezTo>
                <a:cubicBezTo>
                  <a:pt x="1414" y="171524"/>
                  <a:pt x="0" y="168176"/>
                  <a:pt x="0" y="164306"/>
                </a:cubicBezTo>
                <a:lnTo>
                  <a:pt x="0" y="64294"/>
                </a:lnTo>
                <a:lnTo>
                  <a:pt x="0" y="50006"/>
                </a:lnTo>
                <a:lnTo>
                  <a:pt x="0" y="14287"/>
                </a:lnTo>
                <a:cubicBezTo>
                  <a:pt x="0" y="10418"/>
                  <a:pt x="1414" y="7069"/>
                  <a:pt x="4241" y="4241"/>
                </a:cubicBezTo>
                <a:cubicBezTo>
                  <a:pt x="7069" y="1414"/>
                  <a:pt x="10418" y="0"/>
                  <a:pt x="142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66" name="Freeform 65"/>
          <p:cNvSpPr/>
          <p:nvPr/>
        </p:nvSpPr>
        <p:spPr>
          <a:xfrm>
            <a:off x="6586898" y="2392152"/>
            <a:ext cx="196447" cy="190307"/>
          </a:xfrm>
          <a:custGeom>
            <a:avLst/>
            <a:gdLst/>
            <a:ahLst/>
            <a:cxnLst/>
            <a:rect l="l" t="t" r="r" b="b"/>
            <a:pathLst>
              <a:path w="228600" h="221456">
                <a:moveTo>
                  <a:pt x="178594" y="164306"/>
                </a:moveTo>
                <a:lnTo>
                  <a:pt x="192881" y="164306"/>
                </a:lnTo>
                <a:cubicBezTo>
                  <a:pt x="194965" y="164306"/>
                  <a:pt x="196677" y="165050"/>
                  <a:pt x="198016" y="166538"/>
                </a:cubicBezTo>
                <a:cubicBezTo>
                  <a:pt x="199356" y="168026"/>
                  <a:pt x="200025" y="169664"/>
                  <a:pt x="200025" y="171450"/>
                </a:cubicBezTo>
                <a:lnTo>
                  <a:pt x="200025" y="178593"/>
                </a:lnTo>
                <a:cubicBezTo>
                  <a:pt x="200025" y="180677"/>
                  <a:pt x="199356" y="182388"/>
                  <a:pt x="198016" y="183728"/>
                </a:cubicBezTo>
                <a:cubicBezTo>
                  <a:pt x="196677" y="185067"/>
                  <a:pt x="194965" y="185737"/>
                  <a:pt x="192881" y="185737"/>
                </a:cubicBezTo>
                <a:lnTo>
                  <a:pt x="178594" y="185737"/>
                </a:lnTo>
                <a:cubicBezTo>
                  <a:pt x="176510" y="185737"/>
                  <a:pt x="174799" y="185067"/>
                  <a:pt x="173459" y="183728"/>
                </a:cubicBezTo>
                <a:cubicBezTo>
                  <a:pt x="172120" y="182388"/>
                  <a:pt x="171450" y="180677"/>
                  <a:pt x="171450" y="178593"/>
                </a:cubicBezTo>
                <a:lnTo>
                  <a:pt x="171450" y="171450"/>
                </a:lnTo>
                <a:cubicBezTo>
                  <a:pt x="171450" y="169664"/>
                  <a:pt x="172120" y="168026"/>
                  <a:pt x="173459" y="166538"/>
                </a:cubicBezTo>
                <a:cubicBezTo>
                  <a:pt x="174799" y="165050"/>
                  <a:pt x="176510" y="164306"/>
                  <a:pt x="178594" y="164306"/>
                </a:cubicBezTo>
                <a:close/>
                <a:moveTo>
                  <a:pt x="35719" y="164306"/>
                </a:moveTo>
                <a:lnTo>
                  <a:pt x="50006" y="164306"/>
                </a:lnTo>
                <a:cubicBezTo>
                  <a:pt x="52090" y="164306"/>
                  <a:pt x="53802" y="165050"/>
                  <a:pt x="55141" y="166538"/>
                </a:cubicBezTo>
                <a:cubicBezTo>
                  <a:pt x="56481" y="168026"/>
                  <a:pt x="57150" y="169664"/>
                  <a:pt x="57150" y="171450"/>
                </a:cubicBezTo>
                <a:lnTo>
                  <a:pt x="57150" y="178593"/>
                </a:lnTo>
                <a:cubicBezTo>
                  <a:pt x="57150" y="180677"/>
                  <a:pt x="56481" y="182388"/>
                  <a:pt x="55141" y="183728"/>
                </a:cubicBezTo>
                <a:cubicBezTo>
                  <a:pt x="53802" y="185067"/>
                  <a:pt x="52090" y="185737"/>
                  <a:pt x="50006" y="185737"/>
                </a:cubicBezTo>
                <a:lnTo>
                  <a:pt x="35719" y="185737"/>
                </a:lnTo>
                <a:cubicBezTo>
                  <a:pt x="33635" y="185737"/>
                  <a:pt x="31924" y="185067"/>
                  <a:pt x="30584" y="183728"/>
                </a:cubicBezTo>
                <a:cubicBezTo>
                  <a:pt x="29245" y="182388"/>
                  <a:pt x="28575" y="180677"/>
                  <a:pt x="28575" y="178593"/>
                </a:cubicBezTo>
                <a:lnTo>
                  <a:pt x="28575" y="171450"/>
                </a:lnTo>
                <a:cubicBezTo>
                  <a:pt x="28575" y="169664"/>
                  <a:pt x="29245" y="168026"/>
                  <a:pt x="30584" y="166538"/>
                </a:cubicBezTo>
                <a:cubicBezTo>
                  <a:pt x="31924" y="165050"/>
                  <a:pt x="33635" y="164306"/>
                  <a:pt x="35719" y="164306"/>
                </a:cubicBezTo>
                <a:close/>
                <a:moveTo>
                  <a:pt x="178594" y="121443"/>
                </a:moveTo>
                <a:lnTo>
                  <a:pt x="192881" y="121443"/>
                </a:lnTo>
                <a:cubicBezTo>
                  <a:pt x="194965" y="121443"/>
                  <a:pt x="196677" y="122187"/>
                  <a:pt x="198016" y="123676"/>
                </a:cubicBezTo>
                <a:cubicBezTo>
                  <a:pt x="199356" y="125164"/>
                  <a:pt x="200025" y="126801"/>
                  <a:pt x="200025" y="128587"/>
                </a:cubicBezTo>
                <a:lnTo>
                  <a:pt x="200025" y="135731"/>
                </a:lnTo>
                <a:cubicBezTo>
                  <a:pt x="200025" y="137814"/>
                  <a:pt x="199356" y="139526"/>
                  <a:pt x="198016" y="140865"/>
                </a:cubicBezTo>
                <a:cubicBezTo>
                  <a:pt x="196677" y="142205"/>
                  <a:pt x="194965" y="142875"/>
                  <a:pt x="192881" y="142875"/>
                </a:cubicBezTo>
                <a:lnTo>
                  <a:pt x="178594" y="142875"/>
                </a:lnTo>
                <a:cubicBezTo>
                  <a:pt x="176510" y="142875"/>
                  <a:pt x="174799" y="142205"/>
                  <a:pt x="173459" y="140865"/>
                </a:cubicBezTo>
                <a:cubicBezTo>
                  <a:pt x="172120" y="139526"/>
                  <a:pt x="171450" y="137814"/>
                  <a:pt x="171450" y="135731"/>
                </a:cubicBezTo>
                <a:lnTo>
                  <a:pt x="171450" y="128587"/>
                </a:lnTo>
                <a:cubicBezTo>
                  <a:pt x="171450" y="126801"/>
                  <a:pt x="172120" y="125164"/>
                  <a:pt x="173459" y="123676"/>
                </a:cubicBezTo>
                <a:cubicBezTo>
                  <a:pt x="174799" y="122187"/>
                  <a:pt x="176510" y="121443"/>
                  <a:pt x="178594" y="121443"/>
                </a:cubicBezTo>
                <a:close/>
                <a:moveTo>
                  <a:pt x="35719" y="121443"/>
                </a:moveTo>
                <a:lnTo>
                  <a:pt x="50006" y="121443"/>
                </a:lnTo>
                <a:cubicBezTo>
                  <a:pt x="52090" y="121443"/>
                  <a:pt x="53802" y="122187"/>
                  <a:pt x="55141" y="123676"/>
                </a:cubicBezTo>
                <a:cubicBezTo>
                  <a:pt x="56481" y="125164"/>
                  <a:pt x="57150" y="126801"/>
                  <a:pt x="57150" y="128587"/>
                </a:cubicBezTo>
                <a:lnTo>
                  <a:pt x="57150" y="135731"/>
                </a:lnTo>
                <a:cubicBezTo>
                  <a:pt x="57150" y="137814"/>
                  <a:pt x="56481" y="139526"/>
                  <a:pt x="55141" y="140865"/>
                </a:cubicBezTo>
                <a:cubicBezTo>
                  <a:pt x="53802" y="142205"/>
                  <a:pt x="52090" y="142875"/>
                  <a:pt x="50006" y="142875"/>
                </a:cubicBezTo>
                <a:lnTo>
                  <a:pt x="35719" y="142875"/>
                </a:lnTo>
                <a:cubicBezTo>
                  <a:pt x="33635" y="142875"/>
                  <a:pt x="31924" y="142205"/>
                  <a:pt x="30584" y="140865"/>
                </a:cubicBezTo>
                <a:cubicBezTo>
                  <a:pt x="29245" y="139526"/>
                  <a:pt x="28575" y="137814"/>
                  <a:pt x="28575" y="135731"/>
                </a:cubicBezTo>
                <a:lnTo>
                  <a:pt x="28575" y="128587"/>
                </a:lnTo>
                <a:cubicBezTo>
                  <a:pt x="28575" y="126801"/>
                  <a:pt x="29245" y="125164"/>
                  <a:pt x="30584" y="123676"/>
                </a:cubicBezTo>
                <a:cubicBezTo>
                  <a:pt x="31924" y="122187"/>
                  <a:pt x="33635" y="121443"/>
                  <a:pt x="35719" y="121443"/>
                </a:cubicBezTo>
                <a:close/>
                <a:moveTo>
                  <a:pt x="178594" y="78581"/>
                </a:moveTo>
                <a:lnTo>
                  <a:pt x="192881" y="78581"/>
                </a:lnTo>
                <a:cubicBezTo>
                  <a:pt x="194965" y="78581"/>
                  <a:pt x="196677" y="79325"/>
                  <a:pt x="198016" y="80813"/>
                </a:cubicBezTo>
                <a:cubicBezTo>
                  <a:pt x="199356" y="82301"/>
                  <a:pt x="200025" y="83939"/>
                  <a:pt x="200025" y="85725"/>
                </a:cubicBezTo>
                <a:lnTo>
                  <a:pt x="200025" y="92868"/>
                </a:lnTo>
                <a:cubicBezTo>
                  <a:pt x="200025" y="94952"/>
                  <a:pt x="199356" y="96663"/>
                  <a:pt x="198016" y="98003"/>
                </a:cubicBezTo>
                <a:cubicBezTo>
                  <a:pt x="196677" y="99342"/>
                  <a:pt x="194965" y="100012"/>
                  <a:pt x="192881" y="100012"/>
                </a:cubicBezTo>
                <a:lnTo>
                  <a:pt x="178594" y="100012"/>
                </a:lnTo>
                <a:cubicBezTo>
                  <a:pt x="176510" y="100012"/>
                  <a:pt x="174799" y="99342"/>
                  <a:pt x="173459" y="98003"/>
                </a:cubicBezTo>
                <a:cubicBezTo>
                  <a:pt x="172120" y="96663"/>
                  <a:pt x="171450" y="94952"/>
                  <a:pt x="171450" y="92868"/>
                </a:cubicBezTo>
                <a:lnTo>
                  <a:pt x="171450" y="85725"/>
                </a:lnTo>
                <a:cubicBezTo>
                  <a:pt x="171450" y="83939"/>
                  <a:pt x="172120" y="82301"/>
                  <a:pt x="173459" y="80813"/>
                </a:cubicBezTo>
                <a:cubicBezTo>
                  <a:pt x="174799" y="79325"/>
                  <a:pt x="176510" y="78581"/>
                  <a:pt x="178594" y="78581"/>
                </a:cubicBezTo>
                <a:close/>
                <a:moveTo>
                  <a:pt x="35719" y="78581"/>
                </a:moveTo>
                <a:lnTo>
                  <a:pt x="50006" y="78581"/>
                </a:lnTo>
                <a:cubicBezTo>
                  <a:pt x="52090" y="78581"/>
                  <a:pt x="53802" y="79325"/>
                  <a:pt x="55141" y="80813"/>
                </a:cubicBezTo>
                <a:cubicBezTo>
                  <a:pt x="56481" y="82301"/>
                  <a:pt x="57150" y="83939"/>
                  <a:pt x="57150" y="85725"/>
                </a:cubicBezTo>
                <a:lnTo>
                  <a:pt x="57150" y="92868"/>
                </a:lnTo>
                <a:cubicBezTo>
                  <a:pt x="57150" y="94952"/>
                  <a:pt x="56481" y="96663"/>
                  <a:pt x="55141" y="98003"/>
                </a:cubicBezTo>
                <a:cubicBezTo>
                  <a:pt x="53802" y="99342"/>
                  <a:pt x="52090" y="100012"/>
                  <a:pt x="50006" y="100012"/>
                </a:cubicBezTo>
                <a:lnTo>
                  <a:pt x="35719" y="100012"/>
                </a:lnTo>
                <a:cubicBezTo>
                  <a:pt x="33635" y="100012"/>
                  <a:pt x="31924" y="99342"/>
                  <a:pt x="30584" y="98003"/>
                </a:cubicBezTo>
                <a:cubicBezTo>
                  <a:pt x="29245" y="96663"/>
                  <a:pt x="28575" y="94952"/>
                  <a:pt x="28575" y="92868"/>
                </a:cubicBezTo>
                <a:lnTo>
                  <a:pt x="28575" y="85725"/>
                </a:lnTo>
                <a:cubicBezTo>
                  <a:pt x="28575" y="83939"/>
                  <a:pt x="29245" y="82301"/>
                  <a:pt x="30584" y="80813"/>
                </a:cubicBezTo>
                <a:cubicBezTo>
                  <a:pt x="31924" y="79325"/>
                  <a:pt x="33635" y="78581"/>
                  <a:pt x="35719" y="78581"/>
                </a:cubicBezTo>
                <a:close/>
                <a:moveTo>
                  <a:pt x="178594" y="35718"/>
                </a:moveTo>
                <a:lnTo>
                  <a:pt x="192881" y="35718"/>
                </a:lnTo>
                <a:cubicBezTo>
                  <a:pt x="194965" y="35718"/>
                  <a:pt x="196677" y="36462"/>
                  <a:pt x="198016" y="37951"/>
                </a:cubicBezTo>
                <a:cubicBezTo>
                  <a:pt x="199356" y="39439"/>
                  <a:pt x="200025" y="41076"/>
                  <a:pt x="200025" y="42862"/>
                </a:cubicBezTo>
                <a:lnTo>
                  <a:pt x="200025" y="50006"/>
                </a:lnTo>
                <a:cubicBezTo>
                  <a:pt x="200025" y="52089"/>
                  <a:pt x="199356" y="53801"/>
                  <a:pt x="198016" y="55140"/>
                </a:cubicBezTo>
                <a:cubicBezTo>
                  <a:pt x="196677" y="56480"/>
                  <a:pt x="194965" y="57150"/>
                  <a:pt x="192881" y="57150"/>
                </a:cubicBezTo>
                <a:lnTo>
                  <a:pt x="178594" y="57150"/>
                </a:lnTo>
                <a:cubicBezTo>
                  <a:pt x="176510" y="57150"/>
                  <a:pt x="174799" y="56480"/>
                  <a:pt x="173459" y="55140"/>
                </a:cubicBezTo>
                <a:cubicBezTo>
                  <a:pt x="172120" y="53801"/>
                  <a:pt x="171450" y="52089"/>
                  <a:pt x="171450" y="50006"/>
                </a:cubicBezTo>
                <a:lnTo>
                  <a:pt x="171450" y="42862"/>
                </a:lnTo>
                <a:cubicBezTo>
                  <a:pt x="171450" y="41076"/>
                  <a:pt x="172120" y="39439"/>
                  <a:pt x="173459" y="37951"/>
                </a:cubicBezTo>
                <a:cubicBezTo>
                  <a:pt x="174799" y="36462"/>
                  <a:pt x="176510" y="35718"/>
                  <a:pt x="178594" y="35718"/>
                </a:cubicBezTo>
                <a:close/>
                <a:moveTo>
                  <a:pt x="35719" y="35718"/>
                </a:moveTo>
                <a:lnTo>
                  <a:pt x="50006" y="35718"/>
                </a:lnTo>
                <a:cubicBezTo>
                  <a:pt x="52090" y="35718"/>
                  <a:pt x="53802" y="36462"/>
                  <a:pt x="55141" y="37951"/>
                </a:cubicBezTo>
                <a:cubicBezTo>
                  <a:pt x="56481" y="39439"/>
                  <a:pt x="57150" y="41076"/>
                  <a:pt x="57150" y="42862"/>
                </a:cubicBezTo>
                <a:lnTo>
                  <a:pt x="57150" y="50006"/>
                </a:lnTo>
                <a:cubicBezTo>
                  <a:pt x="57150" y="52089"/>
                  <a:pt x="56481" y="53801"/>
                  <a:pt x="55141" y="55140"/>
                </a:cubicBezTo>
                <a:cubicBezTo>
                  <a:pt x="53802" y="56480"/>
                  <a:pt x="52090" y="57150"/>
                  <a:pt x="50006" y="57150"/>
                </a:cubicBezTo>
                <a:lnTo>
                  <a:pt x="35719" y="57150"/>
                </a:lnTo>
                <a:cubicBezTo>
                  <a:pt x="33635" y="57150"/>
                  <a:pt x="31924" y="56480"/>
                  <a:pt x="30584" y="55140"/>
                </a:cubicBezTo>
                <a:cubicBezTo>
                  <a:pt x="29245" y="53801"/>
                  <a:pt x="28575" y="52089"/>
                  <a:pt x="28575" y="50006"/>
                </a:cubicBezTo>
                <a:lnTo>
                  <a:pt x="28575" y="42862"/>
                </a:lnTo>
                <a:cubicBezTo>
                  <a:pt x="28575" y="41076"/>
                  <a:pt x="29245" y="39439"/>
                  <a:pt x="30584" y="37951"/>
                </a:cubicBezTo>
                <a:cubicBezTo>
                  <a:pt x="31924" y="36462"/>
                  <a:pt x="33635" y="35718"/>
                  <a:pt x="35719" y="35718"/>
                </a:cubicBezTo>
                <a:close/>
                <a:moveTo>
                  <a:pt x="14288" y="14287"/>
                </a:moveTo>
                <a:lnTo>
                  <a:pt x="14288" y="207168"/>
                </a:lnTo>
                <a:lnTo>
                  <a:pt x="214313" y="207168"/>
                </a:lnTo>
                <a:lnTo>
                  <a:pt x="214313" y="14287"/>
                </a:lnTo>
                <a:close/>
                <a:moveTo>
                  <a:pt x="14288" y="0"/>
                </a:moveTo>
                <a:lnTo>
                  <a:pt x="214313" y="0"/>
                </a:lnTo>
                <a:cubicBezTo>
                  <a:pt x="218182" y="0"/>
                  <a:pt x="221531" y="1413"/>
                  <a:pt x="224359" y="4241"/>
                </a:cubicBezTo>
                <a:cubicBezTo>
                  <a:pt x="227186" y="7069"/>
                  <a:pt x="228600" y="10417"/>
                  <a:pt x="228600" y="14287"/>
                </a:cubicBezTo>
                <a:lnTo>
                  <a:pt x="228600" y="207168"/>
                </a:lnTo>
                <a:cubicBezTo>
                  <a:pt x="228600" y="211038"/>
                  <a:pt x="227186" y="214386"/>
                  <a:pt x="224359" y="217214"/>
                </a:cubicBezTo>
                <a:cubicBezTo>
                  <a:pt x="221531" y="220042"/>
                  <a:pt x="218182" y="221456"/>
                  <a:pt x="214313" y="221456"/>
                </a:cubicBezTo>
                <a:lnTo>
                  <a:pt x="14288" y="221456"/>
                </a:lnTo>
                <a:cubicBezTo>
                  <a:pt x="10418" y="221456"/>
                  <a:pt x="7070" y="220042"/>
                  <a:pt x="4242" y="217214"/>
                </a:cubicBezTo>
                <a:cubicBezTo>
                  <a:pt x="1414" y="214386"/>
                  <a:pt x="0" y="211038"/>
                  <a:pt x="0" y="207168"/>
                </a:cubicBezTo>
                <a:lnTo>
                  <a:pt x="0" y="14287"/>
                </a:lnTo>
                <a:cubicBezTo>
                  <a:pt x="0" y="10417"/>
                  <a:pt x="1414" y="7069"/>
                  <a:pt x="4242" y="4241"/>
                </a:cubicBezTo>
                <a:cubicBezTo>
                  <a:pt x="7070" y="1413"/>
                  <a:pt x="10418" y="0"/>
                  <a:pt x="142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67" name="Freeform 66"/>
          <p:cNvSpPr/>
          <p:nvPr/>
        </p:nvSpPr>
        <p:spPr>
          <a:xfrm>
            <a:off x="6919591" y="2389467"/>
            <a:ext cx="194912" cy="195679"/>
          </a:xfrm>
          <a:custGeom>
            <a:avLst/>
            <a:gdLst/>
            <a:ahLst/>
            <a:cxnLst/>
            <a:rect l="l" t="t" r="r" b="b"/>
            <a:pathLst>
              <a:path w="226814" h="227707">
                <a:moveTo>
                  <a:pt x="40184" y="160734"/>
                </a:moveTo>
                <a:cubicBezTo>
                  <a:pt x="33040" y="160734"/>
                  <a:pt x="26864" y="163339"/>
                  <a:pt x="21655" y="168548"/>
                </a:cubicBezTo>
                <a:cubicBezTo>
                  <a:pt x="16446" y="173757"/>
                  <a:pt x="13841" y="180008"/>
                  <a:pt x="13841" y="187300"/>
                </a:cubicBezTo>
                <a:cubicBezTo>
                  <a:pt x="13841" y="194593"/>
                  <a:pt x="16446" y="200769"/>
                  <a:pt x="21655" y="205829"/>
                </a:cubicBezTo>
                <a:cubicBezTo>
                  <a:pt x="26864" y="210890"/>
                  <a:pt x="33040" y="213420"/>
                  <a:pt x="40184" y="213420"/>
                </a:cubicBezTo>
                <a:cubicBezTo>
                  <a:pt x="47328" y="213420"/>
                  <a:pt x="53504" y="210890"/>
                  <a:pt x="58713" y="205829"/>
                </a:cubicBezTo>
                <a:cubicBezTo>
                  <a:pt x="63922" y="200769"/>
                  <a:pt x="66526" y="194593"/>
                  <a:pt x="66526" y="187300"/>
                </a:cubicBezTo>
                <a:cubicBezTo>
                  <a:pt x="66526" y="180008"/>
                  <a:pt x="63922" y="173757"/>
                  <a:pt x="58713" y="168548"/>
                </a:cubicBezTo>
                <a:cubicBezTo>
                  <a:pt x="53504" y="163339"/>
                  <a:pt x="47328" y="160734"/>
                  <a:pt x="40184" y="160734"/>
                </a:cubicBezTo>
                <a:close/>
                <a:moveTo>
                  <a:pt x="40184" y="146893"/>
                </a:moveTo>
                <a:cubicBezTo>
                  <a:pt x="51197" y="146893"/>
                  <a:pt x="60648" y="150837"/>
                  <a:pt x="68536" y="158725"/>
                </a:cubicBezTo>
                <a:cubicBezTo>
                  <a:pt x="76423" y="166613"/>
                  <a:pt x="80367" y="176138"/>
                  <a:pt x="80367" y="187300"/>
                </a:cubicBezTo>
                <a:cubicBezTo>
                  <a:pt x="80367" y="198462"/>
                  <a:pt x="76423" y="207987"/>
                  <a:pt x="68536" y="215875"/>
                </a:cubicBezTo>
                <a:cubicBezTo>
                  <a:pt x="60648" y="223763"/>
                  <a:pt x="51197" y="227707"/>
                  <a:pt x="40184" y="227707"/>
                </a:cubicBezTo>
                <a:cubicBezTo>
                  <a:pt x="29171" y="227707"/>
                  <a:pt x="19720" y="223763"/>
                  <a:pt x="11832" y="215875"/>
                </a:cubicBezTo>
                <a:cubicBezTo>
                  <a:pt x="3944" y="207987"/>
                  <a:pt x="0" y="198462"/>
                  <a:pt x="0" y="187300"/>
                </a:cubicBezTo>
                <a:cubicBezTo>
                  <a:pt x="0" y="176138"/>
                  <a:pt x="3944" y="166613"/>
                  <a:pt x="11832" y="158725"/>
                </a:cubicBezTo>
                <a:cubicBezTo>
                  <a:pt x="19720" y="150837"/>
                  <a:pt x="29171" y="146893"/>
                  <a:pt x="40184" y="146893"/>
                </a:cubicBezTo>
                <a:close/>
                <a:moveTo>
                  <a:pt x="21878" y="73224"/>
                </a:moveTo>
                <a:cubicBezTo>
                  <a:pt x="59680" y="73224"/>
                  <a:pt x="91083" y="85800"/>
                  <a:pt x="116086" y="110951"/>
                </a:cubicBezTo>
                <a:cubicBezTo>
                  <a:pt x="141089" y="136103"/>
                  <a:pt x="153591" y="167729"/>
                  <a:pt x="153591" y="205829"/>
                </a:cubicBezTo>
                <a:cubicBezTo>
                  <a:pt x="153591" y="207615"/>
                  <a:pt x="152921" y="209252"/>
                  <a:pt x="151582" y="210741"/>
                </a:cubicBezTo>
                <a:cubicBezTo>
                  <a:pt x="150242" y="212229"/>
                  <a:pt x="148531" y="212973"/>
                  <a:pt x="146447" y="212973"/>
                </a:cubicBezTo>
                <a:cubicBezTo>
                  <a:pt x="144363" y="212973"/>
                  <a:pt x="142652" y="212229"/>
                  <a:pt x="141313" y="210741"/>
                </a:cubicBezTo>
                <a:cubicBezTo>
                  <a:pt x="139973" y="209252"/>
                  <a:pt x="139303" y="207615"/>
                  <a:pt x="139303" y="205829"/>
                </a:cubicBezTo>
                <a:cubicBezTo>
                  <a:pt x="139303" y="171897"/>
                  <a:pt x="128141" y="143768"/>
                  <a:pt x="105817" y="121444"/>
                </a:cubicBezTo>
                <a:cubicBezTo>
                  <a:pt x="83493" y="99120"/>
                  <a:pt x="55513" y="87958"/>
                  <a:pt x="21878" y="87958"/>
                </a:cubicBezTo>
                <a:cubicBezTo>
                  <a:pt x="19794" y="87958"/>
                  <a:pt x="18083" y="87213"/>
                  <a:pt x="16743" y="85725"/>
                </a:cubicBezTo>
                <a:cubicBezTo>
                  <a:pt x="15404" y="84237"/>
                  <a:pt x="14734" y="82525"/>
                  <a:pt x="14734" y="80591"/>
                </a:cubicBezTo>
                <a:cubicBezTo>
                  <a:pt x="14734" y="78656"/>
                  <a:pt x="15404" y="76944"/>
                  <a:pt x="16743" y="75456"/>
                </a:cubicBezTo>
                <a:cubicBezTo>
                  <a:pt x="18083" y="73968"/>
                  <a:pt x="19794" y="73224"/>
                  <a:pt x="21878" y="73224"/>
                </a:cubicBezTo>
                <a:close/>
                <a:moveTo>
                  <a:pt x="21878" y="0"/>
                </a:moveTo>
                <a:cubicBezTo>
                  <a:pt x="49560" y="0"/>
                  <a:pt x="76051" y="5432"/>
                  <a:pt x="101352" y="16297"/>
                </a:cubicBezTo>
                <a:cubicBezTo>
                  <a:pt x="126653" y="27161"/>
                  <a:pt x="148456" y="41746"/>
                  <a:pt x="166762" y="60052"/>
                </a:cubicBezTo>
                <a:cubicBezTo>
                  <a:pt x="185068" y="78358"/>
                  <a:pt x="199653" y="100161"/>
                  <a:pt x="210518" y="125462"/>
                </a:cubicBezTo>
                <a:cubicBezTo>
                  <a:pt x="221382" y="150763"/>
                  <a:pt x="226814" y="177254"/>
                  <a:pt x="226814" y="204936"/>
                </a:cubicBezTo>
                <a:cubicBezTo>
                  <a:pt x="226814" y="207020"/>
                  <a:pt x="226145" y="208806"/>
                  <a:pt x="224805" y="210294"/>
                </a:cubicBezTo>
                <a:cubicBezTo>
                  <a:pt x="223466" y="211783"/>
                  <a:pt x="221754" y="212527"/>
                  <a:pt x="219671" y="212527"/>
                </a:cubicBezTo>
                <a:cubicBezTo>
                  <a:pt x="217587" y="212527"/>
                  <a:pt x="215801" y="211783"/>
                  <a:pt x="214313" y="210294"/>
                </a:cubicBezTo>
                <a:cubicBezTo>
                  <a:pt x="212824" y="208806"/>
                  <a:pt x="212080" y="207020"/>
                  <a:pt x="212080" y="204936"/>
                </a:cubicBezTo>
                <a:cubicBezTo>
                  <a:pt x="212080" y="170706"/>
                  <a:pt x="203597" y="138931"/>
                  <a:pt x="186631" y="109612"/>
                </a:cubicBezTo>
                <a:cubicBezTo>
                  <a:pt x="169664" y="80293"/>
                  <a:pt x="146596" y="57150"/>
                  <a:pt x="117426" y="40184"/>
                </a:cubicBezTo>
                <a:cubicBezTo>
                  <a:pt x="88255" y="23217"/>
                  <a:pt x="56406" y="14734"/>
                  <a:pt x="21878" y="14734"/>
                </a:cubicBezTo>
                <a:cubicBezTo>
                  <a:pt x="19794" y="14734"/>
                  <a:pt x="18083" y="13990"/>
                  <a:pt x="16743" y="12502"/>
                </a:cubicBezTo>
                <a:cubicBezTo>
                  <a:pt x="15404" y="11013"/>
                  <a:pt x="14734" y="9302"/>
                  <a:pt x="14734" y="7367"/>
                </a:cubicBezTo>
                <a:cubicBezTo>
                  <a:pt x="14734" y="5432"/>
                  <a:pt x="15404" y="3721"/>
                  <a:pt x="16743" y="2233"/>
                </a:cubicBezTo>
                <a:cubicBezTo>
                  <a:pt x="18083" y="744"/>
                  <a:pt x="19794" y="0"/>
                  <a:pt x="2187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68" name="Freeform 67"/>
          <p:cNvSpPr/>
          <p:nvPr/>
        </p:nvSpPr>
        <p:spPr>
          <a:xfrm>
            <a:off x="633740" y="272653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0649" y="128587"/>
                </a:moveTo>
                <a:cubicBezTo>
                  <a:pt x="189161" y="128587"/>
                  <a:pt x="187970" y="129034"/>
                  <a:pt x="187077" y="129927"/>
                </a:cubicBezTo>
                <a:cubicBezTo>
                  <a:pt x="186184" y="130820"/>
                  <a:pt x="185738" y="131861"/>
                  <a:pt x="185738" y="133052"/>
                </a:cubicBezTo>
                <a:lnTo>
                  <a:pt x="185738" y="180826"/>
                </a:lnTo>
                <a:cubicBezTo>
                  <a:pt x="185738" y="182314"/>
                  <a:pt x="186184" y="183505"/>
                  <a:pt x="187077" y="184398"/>
                </a:cubicBezTo>
                <a:cubicBezTo>
                  <a:pt x="187970" y="185291"/>
                  <a:pt x="189161" y="185737"/>
                  <a:pt x="190649" y="185737"/>
                </a:cubicBezTo>
                <a:lnTo>
                  <a:pt x="209401" y="185737"/>
                </a:lnTo>
                <a:cubicBezTo>
                  <a:pt x="210890" y="185737"/>
                  <a:pt x="212080" y="185291"/>
                  <a:pt x="212973" y="184398"/>
                </a:cubicBezTo>
                <a:cubicBezTo>
                  <a:pt x="213866" y="183505"/>
                  <a:pt x="214313" y="182314"/>
                  <a:pt x="214313" y="180826"/>
                </a:cubicBezTo>
                <a:lnTo>
                  <a:pt x="214313" y="133052"/>
                </a:lnTo>
                <a:cubicBezTo>
                  <a:pt x="214313" y="131861"/>
                  <a:pt x="213866" y="130820"/>
                  <a:pt x="212973" y="129927"/>
                </a:cubicBezTo>
                <a:cubicBezTo>
                  <a:pt x="212080" y="129034"/>
                  <a:pt x="210890" y="128587"/>
                  <a:pt x="209401" y="128587"/>
                </a:cubicBezTo>
                <a:close/>
                <a:moveTo>
                  <a:pt x="19199" y="128587"/>
                </a:moveTo>
                <a:cubicBezTo>
                  <a:pt x="17711" y="128587"/>
                  <a:pt x="16520" y="129034"/>
                  <a:pt x="15627" y="129927"/>
                </a:cubicBezTo>
                <a:cubicBezTo>
                  <a:pt x="14734" y="130820"/>
                  <a:pt x="14288" y="131861"/>
                  <a:pt x="14288" y="133052"/>
                </a:cubicBezTo>
                <a:lnTo>
                  <a:pt x="14288" y="181272"/>
                </a:lnTo>
                <a:cubicBezTo>
                  <a:pt x="14288" y="182463"/>
                  <a:pt x="14734" y="183505"/>
                  <a:pt x="15627" y="184398"/>
                </a:cubicBezTo>
                <a:cubicBezTo>
                  <a:pt x="16520" y="185291"/>
                  <a:pt x="17711" y="185737"/>
                  <a:pt x="19199" y="185737"/>
                </a:cubicBezTo>
                <a:lnTo>
                  <a:pt x="38398" y="185737"/>
                </a:lnTo>
                <a:cubicBezTo>
                  <a:pt x="39589" y="185737"/>
                  <a:pt x="40630" y="185291"/>
                  <a:pt x="41523" y="184398"/>
                </a:cubicBezTo>
                <a:cubicBezTo>
                  <a:pt x="42416" y="183505"/>
                  <a:pt x="42863" y="182463"/>
                  <a:pt x="42863" y="181272"/>
                </a:cubicBezTo>
                <a:lnTo>
                  <a:pt x="42863" y="133052"/>
                </a:lnTo>
                <a:cubicBezTo>
                  <a:pt x="42863" y="131861"/>
                  <a:pt x="42416" y="130820"/>
                  <a:pt x="41523" y="129927"/>
                </a:cubicBezTo>
                <a:cubicBezTo>
                  <a:pt x="40630" y="129034"/>
                  <a:pt x="39589" y="128587"/>
                  <a:pt x="38398" y="128587"/>
                </a:cubicBezTo>
                <a:close/>
                <a:moveTo>
                  <a:pt x="114747" y="0"/>
                </a:moveTo>
                <a:cubicBezTo>
                  <a:pt x="144215" y="0"/>
                  <a:pt x="169515" y="9450"/>
                  <a:pt x="190649" y="28351"/>
                </a:cubicBezTo>
                <a:cubicBezTo>
                  <a:pt x="211783" y="47253"/>
                  <a:pt x="223987" y="71288"/>
                  <a:pt x="227261" y="100459"/>
                </a:cubicBezTo>
                <a:cubicBezTo>
                  <a:pt x="228154" y="108495"/>
                  <a:pt x="228600" y="117574"/>
                  <a:pt x="228600" y="127694"/>
                </a:cubicBezTo>
                <a:cubicBezTo>
                  <a:pt x="228600" y="128289"/>
                  <a:pt x="228451" y="129034"/>
                  <a:pt x="228154" y="129927"/>
                </a:cubicBezTo>
                <a:cubicBezTo>
                  <a:pt x="228451" y="131117"/>
                  <a:pt x="228600" y="132159"/>
                  <a:pt x="228600" y="133052"/>
                </a:cubicBezTo>
                <a:lnTo>
                  <a:pt x="228600" y="180826"/>
                </a:lnTo>
                <a:cubicBezTo>
                  <a:pt x="228600" y="188863"/>
                  <a:pt x="224880" y="194667"/>
                  <a:pt x="217438" y="198239"/>
                </a:cubicBezTo>
                <a:cubicBezTo>
                  <a:pt x="216843" y="198834"/>
                  <a:pt x="216099" y="199429"/>
                  <a:pt x="215206" y="200025"/>
                </a:cubicBezTo>
                <a:lnTo>
                  <a:pt x="141536" y="228600"/>
                </a:lnTo>
                <a:lnTo>
                  <a:pt x="128588" y="228600"/>
                </a:lnTo>
                <a:lnTo>
                  <a:pt x="107156" y="228600"/>
                </a:lnTo>
                <a:cubicBezTo>
                  <a:pt x="105073" y="228600"/>
                  <a:pt x="103361" y="227930"/>
                  <a:pt x="102022" y="226590"/>
                </a:cubicBezTo>
                <a:cubicBezTo>
                  <a:pt x="100682" y="225251"/>
                  <a:pt x="100013" y="223539"/>
                  <a:pt x="100013" y="221456"/>
                </a:cubicBezTo>
                <a:lnTo>
                  <a:pt x="100013" y="214312"/>
                </a:lnTo>
                <a:cubicBezTo>
                  <a:pt x="100013" y="212526"/>
                  <a:pt x="100682" y="210889"/>
                  <a:pt x="102022" y="209401"/>
                </a:cubicBezTo>
                <a:cubicBezTo>
                  <a:pt x="103361" y="207913"/>
                  <a:pt x="105073" y="207168"/>
                  <a:pt x="107156" y="207168"/>
                </a:cubicBezTo>
                <a:lnTo>
                  <a:pt x="128588" y="207168"/>
                </a:lnTo>
                <a:cubicBezTo>
                  <a:pt x="130671" y="207168"/>
                  <a:pt x="132383" y="207913"/>
                  <a:pt x="133722" y="209401"/>
                </a:cubicBezTo>
                <a:cubicBezTo>
                  <a:pt x="135062" y="210889"/>
                  <a:pt x="135731" y="212526"/>
                  <a:pt x="135731" y="214312"/>
                </a:cubicBezTo>
                <a:lnTo>
                  <a:pt x="135731" y="215652"/>
                </a:lnTo>
                <a:lnTo>
                  <a:pt x="181719" y="197792"/>
                </a:lnTo>
                <a:cubicBezTo>
                  <a:pt x="174873" y="194220"/>
                  <a:pt x="171450" y="188565"/>
                  <a:pt x="171450" y="180826"/>
                </a:cubicBezTo>
                <a:lnTo>
                  <a:pt x="171450" y="133052"/>
                </a:lnTo>
                <a:cubicBezTo>
                  <a:pt x="171450" y="127992"/>
                  <a:pt x="173311" y="123601"/>
                  <a:pt x="177031" y="119881"/>
                </a:cubicBezTo>
                <a:cubicBezTo>
                  <a:pt x="180752" y="116160"/>
                  <a:pt x="185291" y="114300"/>
                  <a:pt x="190649" y="114300"/>
                </a:cubicBezTo>
                <a:lnTo>
                  <a:pt x="209401" y="114300"/>
                </a:lnTo>
                <a:cubicBezTo>
                  <a:pt x="210890" y="114300"/>
                  <a:pt x="212378" y="114448"/>
                  <a:pt x="213866" y="114746"/>
                </a:cubicBezTo>
                <a:cubicBezTo>
                  <a:pt x="213569" y="108198"/>
                  <a:pt x="213271" y="103882"/>
                  <a:pt x="212973" y="101798"/>
                </a:cubicBezTo>
                <a:cubicBezTo>
                  <a:pt x="210294" y="76497"/>
                  <a:pt x="199653" y="55587"/>
                  <a:pt x="181050" y="39067"/>
                </a:cubicBezTo>
                <a:cubicBezTo>
                  <a:pt x="162446" y="22547"/>
                  <a:pt x="140345" y="14287"/>
                  <a:pt x="114747" y="14287"/>
                </a:cubicBezTo>
                <a:cubicBezTo>
                  <a:pt x="88255" y="14287"/>
                  <a:pt x="65410" y="23440"/>
                  <a:pt x="46211" y="41746"/>
                </a:cubicBezTo>
                <a:cubicBezTo>
                  <a:pt x="27013" y="60052"/>
                  <a:pt x="16669" y="82748"/>
                  <a:pt x="15181" y="109835"/>
                </a:cubicBezTo>
                <a:cubicBezTo>
                  <a:pt x="15181" y="110132"/>
                  <a:pt x="15181" y="110802"/>
                  <a:pt x="15181" y="111844"/>
                </a:cubicBezTo>
                <a:cubicBezTo>
                  <a:pt x="15181" y="112886"/>
                  <a:pt x="15181" y="113853"/>
                  <a:pt x="15181" y="114746"/>
                </a:cubicBezTo>
                <a:cubicBezTo>
                  <a:pt x="16371" y="114448"/>
                  <a:pt x="17711" y="114300"/>
                  <a:pt x="19199" y="114300"/>
                </a:cubicBezTo>
                <a:lnTo>
                  <a:pt x="38398" y="114300"/>
                </a:lnTo>
                <a:cubicBezTo>
                  <a:pt x="43458" y="114300"/>
                  <a:pt x="47848" y="116160"/>
                  <a:pt x="51569" y="119881"/>
                </a:cubicBezTo>
                <a:cubicBezTo>
                  <a:pt x="55290" y="123601"/>
                  <a:pt x="57150" y="127992"/>
                  <a:pt x="57150" y="133052"/>
                </a:cubicBezTo>
                <a:lnTo>
                  <a:pt x="57150" y="181272"/>
                </a:lnTo>
                <a:cubicBezTo>
                  <a:pt x="57150" y="186332"/>
                  <a:pt x="55290" y="190723"/>
                  <a:pt x="51569" y="194444"/>
                </a:cubicBezTo>
                <a:cubicBezTo>
                  <a:pt x="47848" y="198164"/>
                  <a:pt x="43458" y="200025"/>
                  <a:pt x="38398" y="200025"/>
                </a:cubicBezTo>
                <a:lnTo>
                  <a:pt x="19199" y="200025"/>
                </a:lnTo>
                <a:cubicBezTo>
                  <a:pt x="13841" y="200025"/>
                  <a:pt x="9302" y="198164"/>
                  <a:pt x="5581" y="194444"/>
                </a:cubicBezTo>
                <a:cubicBezTo>
                  <a:pt x="1861" y="190723"/>
                  <a:pt x="0" y="186332"/>
                  <a:pt x="0" y="181272"/>
                </a:cubicBezTo>
                <a:lnTo>
                  <a:pt x="0" y="133052"/>
                </a:lnTo>
                <a:cubicBezTo>
                  <a:pt x="0" y="131861"/>
                  <a:pt x="149" y="130522"/>
                  <a:pt x="447" y="129034"/>
                </a:cubicBezTo>
                <a:lnTo>
                  <a:pt x="447" y="125908"/>
                </a:lnTo>
                <a:cubicBezTo>
                  <a:pt x="447" y="122039"/>
                  <a:pt x="744" y="116532"/>
                  <a:pt x="1340" y="109388"/>
                </a:cubicBezTo>
                <a:cubicBezTo>
                  <a:pt x="2828" y="78134"/>
                  <a:pt x="14511" y="52089"/>
                  <a:pt x="36389" y="31254"/>
                </a:cubicBezTo>
                <a:cubicBezTo>
                  <a:pt x="58266" y="10418"/>
                  <a:pt x="84386" y="0"/>
                  <a:pt x="1147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69" name="Freeform 68"/>
          <p:cNvSpPr/>
          <p:nvPr/>
        </p:nvSpPr>
        <p:spPr>
          <a:xfrm>
            <a:off x="970188" y="2732670"/>
            <a:ext cx="196447" cy="184169"/>
          </a:xfrm>
          <a:custGeom>
            <a:avLst/>
            <a:gdLst/>
            <a:ahLst/>
            <a:cxnLst/>
            <a:rect l="l" t="t" r="r" b="b"/>
            <a:pathLst>
              <a:path w="228600" h="214313">
                <a:moveTo>
                  <a:pt x="190649" y="128588"/>
                </a:moveTo>
                <a:cubicBezTo>
                  <a:pt x="189161" y="128588"/>
                  <a:pt x="187970" y="129034"/>
                  <a:pt x="187077" y="129927"/>
                </a:cubicBezTo>
                <a:cubicBezTo>
                  <a:pt x="186184" y="130820"/>
                  <a:pt x="185738" y="132011"/>
                  <a:pt x="185738" y="133499"/>
                </a:cubicBezTo>
                <a:lnTo>
                  <a:pt x="185738" y="195114"/>
                </a:lnTo>
                <a:cubicBezTo>
                  <a:pt x="185738" y="196602"/>
                  <a:pt x="186184" y="197793"/>
                  <a:pt x="187077" y="198686"/>
                </a:cubicBezTo>
                <a:cubicBezTo>
                  <a:pt x="187970" y="199579"/>
                  <a:pt x="189161" y="200025"/>
                  <a:pt x="190649" y="200025"/>
                </a:cubicBezTo>
                <a:lnTo>
                  <a:pt x="209401" y="200025"/>
                </a:lnTo>
                <a:cubicBezTo>
                  <a:pt x="210890" y="200025"/>
                  <a:pt x="212080" y="199579"/>
                  <a:pt x="212973" y="198686"/>
                </a:cubicBezTo>
                <a:cubicBezTo>
                  <a:pt x="213866" y="197793"/>
                  <a:pt x="214313" y="196602"/>
                  <a:pt x="214313" y="195114"/>
                </a:cubicBezTo>
                <a:lnTo>
                  <a:pt x="214313" y="133499"/>
                </a:lnTo>
                <a:cubicBezTo>
                  <a:pt x="214313" y="132011"/>
                  <a:pt x="213866" y="130820"/>
                  <a:pt x="212973" y="129927"/>
                </a:cubicBezTo>
                <a:cubicBezTo>
                  <a:pt x="212080" y="129034"/>
                  <a:pt x="210890" y="128588"/>
                  <a:pt x="209401" y="128588"/>
                </a:cubicBezTo>
                <a:close/>
                <a:moveTo>
                  <a:pt x="19199" y="128588"/>
                </a:moveTo>
                <a:cubicBezTo>
                  <a:pt x="17711" y="128588"/>
                  <a:pt x="16520" y="129034"/>
                  <a:pt x="15627" y="129927"/>
                </a:cubicBezTo>
                <a:cubicBezTo>
                  <a:pt x="14734" y="130820"/>
                  <a:pt x="14288" y="132011"/>
                  <a:pt x="14288" y="133499"/>
                </a:cubicBezTo>
                <a:lnTo>
                  <a:pt x="14288" y="195561"/>
                </a:lnTo>
                <a:cubicBezTo>
                  <a:pt x="14288" y="196751"/>
                  <a:pt x="14734" y="197793"/>
                  <a:pt x="15627" y="198686"/>
                </a:cubicBezTo>
                <a:cubicBezTo>
                  <a:pt x="16520" y="199579"/>
                  <a:pt x="17711" y="200025"/>
                  <a:pt x="19199" y="200025"/>
                </a:cubicBezTo>
                <a:lnTo>
                  <a:pt x="38398" y="200025"/>
                </a:lnTo>
                <a:cubicBezTo>
                  <a:pt x="39589" y="200025"/>
                  <a:pt x="40630" y="199579"/>
                  <a:pt x="41523" y="198686"/>
                </a:cubicBezTo>
                <a:cubicBezTo>
                  <a:pt x="42416" y="197793"/>
                  <a:pt x="42863" y="196751"/>
                  <a:pt x="42863" y="195561"/>
                </a:cubicBezTo>
                <a:lnTo>
                  <a:pt x="42863" y="133499"/>
                </a:lnTo>
                <a:cubicBezTo>
                  <a:pt x="42863" y="132011"/>
                  <a:pt x="42416" y="130820"/>
                  <a:pt x="41523" y="129927"/>
                </a:cubicBezTo>
                <a:cubicBezTo>
                  <a:pt x="40630" y="129034"/>
                  <a:pt x="39589" y="128588"/>
                  <a:pt x="38398" y="128588"/>
                </a:cubicBezTo>
                <a:close/>
                <a:moveTo>
                  <a:pt x="114747" y="0"/>
                </a:moveTo>
                <a:cubicBezTo>
                  <a:pt x="144215" y="0"/>
                  <a:pt x="169515" y="9451"/>
                  <a:pt x="190649" y="28352"/>
                </a:cubicBezTo>
                <a:cubicBezTo>
                  <a:pt x="211783" y="47253"/>
                  <a:pt x="223987" y="71289"/>
                  <a:pt x="227261" y="100459"/>
                </a:cubicBezTo>
                <a:cubicBezTo>
                  <a:pt x="228154" y="108496"/>
                  <a:pt x="228600" y="117575"/>
                  <a:pt x="228600" y="127695"/>
                </a:cubicBezTo>
                <a:cubicBezTo>
                  <a:pt x="228600" y="128290"/>
                  <a:pt x="228451" y="129034"/>
                  <a:pt x="228154" y="129927"/>
                </a:cubicBezTo>
                <a:cubicBezTo>
                  <a:pt x="228451" y="131118"/>
                  <a:pt x="228600" y="132309"/>
                  <a:pt x="228600" y="133499"/>
                </a:cubicBezTo>
                <a:lnTo>
                  <a:pt x="228600" y="195114"/>
                </a:lnTo>
                <a:cubicBezTo>
                  <a:pt x="228600" y="200472"/>
                  <a:pt x="226740" y="205011"/>
                  <a:pt x="223019" y="208732"/>
                </a:cubicBezTo>
                <a:cubicBezTo>
                  <a:pt x="219298" y="212453"/>
                  <a:pt x="214759" y="214313"/>
                  <a:pt x="209401" y="214313"/>
                </a:cubicBezTo>
                <a:lnTo>
                  <a:pt x="190649" y="214313"/>
                </a:lnTo>
                <a:cubicBezTo>
                  <a:pt x="185291" y="214313"/>
                  <a:pt x="180752" y="212453"/>
                  <a:pt x="177031" y="208732"/>
                </a:cubicBezTo>
                <a:cubicBezTo>
                  <a:pt x="173311" y="205011"/>
                  <a:pt x="171450" y="200472"/>
                  <a:pt x="171450" y="195114"/>
                </a:cubicBezTo>
                <a:lnTo>
                  <a:pt x="171450" y="133499"/>
                </a:lnTo>
                <a:cubicBezTo>
                  <a:pt x="171450" y="128141"/>
                  <a:pt x="173311" y="123602"/>
                  <a:pt x="177031" y="119881"/>
                </a:cubicBezTo>
                <a:cubicBezTo>
                  <a:pt x="180752" y="116161"/>
                  <a:pt x="185291" y="114300"/>
                  <a:pt x="190649" y="114300"/>
                </a:cubicBezTo>
                <a:lnTo>
                  <a:pt x="209401" y="114300"/>
                </a:lnTo>
                <a:cubicBezTo>
                  <a:pt x="210890" y="114300"/>
                  <a:pt x="212378" y="114449"/>
                  <a:pt x="213866" y="114747"/>
                </a:cubicBezTo>
                <a:cubicBezTo>
                  <a:pt x="213569" y="108198"/>
                  <a:pt x="213271" y="103882"/>
                  <a:pt x="212973" y="101799"/>
                </a:cubicBezTo>
                <a:cubicBezTo>
                  <a:pt x="210294" y="76498"/>
                  <a:pt x="199653" y="55588"/>
                  <a:pt x="181050" y="39068"/>
                </a:cubicBezTo>
                <a:cubicBezTo>
                  <a:pt x="162446" y="22548"/>
                  <a:pt x="140345" y="14288"/>
                  <a:pt x="114747" y="14288"/>
                </a:cubicBezTo>
                <a:cubicBezTo>
                  <a:pt x="88255" y="14288"/>
                  <a:pt x="65410" y="23441"/>
                  <a:pt x="46211" y="41747"/>
                </a:cubicBezTo>
                <a:cubicBezTo>
                  <a:pt x="27013" y="60053"/>
                  <a:pt x="16669" y="82749"/>
                  <a:pt x="15181" y="109836"/>
                </a:cubicBezTo>
                <a:cubicBezTo>
                  <a:pt x="15181" y="110133"/>
                  <a:pt x="15181" y="110803"/>
                  <a:pt x="15181" y="111845"/>
                </a:cubicBezTo>
                <a:cubicBezTo>
                  <a:pt x="15181" y="112887"/>
                  <a:pt x="15181" y="113854"/>
                  <a:pt x="15181" y="114747"/>
                </a:cubicBezTo>
                <a:cubicBezTo>
                  <a:pt x="16371" y="114449"/>
                  <a:pt x="17711" y="114300"/>
                  <a:pt x="19199" y="114300"/>
                </a:cubicBezTo>
                <a:lnTo>
                  <a:pt x="38398" y="114300"/>
                </a:lnTo>
                <a:cubicBezTo>
                  <a:pt x="43458" y="114300"/>
                  <a:pt x="47848" y="116161"/>
                  <a:pt x="51569" y="119881"/>
                </a:cubicBezTo>
                <a:cubicBezTo>
                  <a:pt x="55290" y="123602"/>
                  <a:pt x="57150" y="128141"/>
                  <a:pt x="57150" y="133499"/>
                </a:cubicBezTo>
                <a:lnTo>
                  <a:pt x="57150" y="195561"/>
                </a:lnTo>
                <a:cubicBezTo>
                  <a:pt x="57150" y="200621"/>
                  <a:pt x="55290" y="205011"/>
                  <a:pt x="51569" y="208732"/>
                </a:cubicBezTo>
                <a:cubicBezTo>
                  <a:pt x="47848" y="212453"/>
                  <a:pt x="43458" y="214313"/>
                  <a:pt x="38398" y="214313"/>
                </a:cubicBezTo>
                <a:lnTo>
                  <a:pt x="19199" y="214313"/>
                </a:lnTo>
                <a:cubicBezTo>
                  <a:pt x="13841" y="214313"/>
                  <a:pt x="9302" y="212453"/>
                  <a:pt x="5581" y="208732"/>
                </a:cubicBezTo>
                <a:cubicBezTo>
                  <a:pt x="1861" y="205011"/>
                  <a:pt x="0" y="200621"/>
                  <a:pt x="0" y="195561"/>
                </a:cubicBezTo>
                <a:lnTo>
                  <a:pt x="0" y="133053"/>
                </a:lnTo>
                <a:cubicBezTo>
                  <a:pt x="0" y="131862"/>
                  <a:pt x="149" y="130523"/>
                  <a:pt x="447" y="129034"/>
                </a:cubicBezTo>
                <a:lnTo>
                  <a:pt x="447" y="125909"/>
                </a:lnTo>
                <a:cubicBezTo>
                  <a:pt x="447" y="122039"/>
                  <a:pt x="744" y="116533"/>
                  <a:pt x="1340" y="109389"/>
                </a:cubicBezTo>
                <a:cubicBezTo>
                  <a:pt x="2828" y="78135"/>
                  <a:pt x="14511" y="52090"/>
                  <a:pt x="36389" y="31254"/>
                </a:cubicBezTo>
                <a:cubicBezTo>
                  <a:pt x="58266" y="10418"/>
                  <a:pt x="84386" y="0"/>
                  <a:pt x="1147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70" name="Freeform 69"/>
          <p:cNvSpPr/>
          <p:nvPr/>
        </p:nvSpPr>
        <p:spPr>
          <a:xfrm>
            <a:off x="1306636" y="2726915"/>
            <a:ext cx="135056" cy="195679"/>
          </a:xfrm>
          <a:custGeom>
            <a:avLst/>
            <a:gdLst/>
            <a:ahLst/>
            <a:cxnLst/>
            <a:rect l="l" t="t" r="r" b="b"/>
            <a:pathLst>
              <a:path w="157162" h="227707">
                <a:moveTo>
                  <a:pt x="78135" y="19199"/>
                </a:moveTo>
                <a:cubicBezTo>
                  <a:pt x="69800" y="31105"/>
                  <a:pt x="61615" y="43384"/>
                  <a:pt x="53578" y="56034"/>
                </a:cubicBezTo>
                <a:cubicBezTo>
                  <a:pt x="45541" y="68684"/>
                  <a:pt x="36984" y="84758"/>
                  <a:pt x="27905" y="104254"/>
                </a:cubicBezTo>
                <a:cubicBezTo>
                  <a:pt x="18827" y="123751"/>
                  <a:pt x="14287" y="139154"/>
                  <a:pt x="14287" y="150465"/>
                </a:cubicBezTo>
                <a:cubicBezTo>
                  <a:pt x="14287" y="168027"/>
                  <a:pt x="20538" y="182910"/>
                  <a:pt x="33040" y="195114"/>
                </a:cubicBezTo>
                <a:cubicBezTo>
                  <a:pt x="45541" y="207318"/>
                  <a:pt x="60573" y="213420"/>
                  <a:pt x="78135" y="213420"/>
                </a:cubicBezTo>
                <a:cubicBezTo>
                  <a:pt x="95994" y="213420"/>
                  <a:pt x="111249" y="207318"/>
                  <a:pt x="123899" y="195114"/>
                </a:cubicBezTo>
                <a:cubicBezTo>
                  <a:pt x="136550" y="182910"/>
                  <a:pt x="142875" y="168027"/>
                  <a:pt x="142875" y="150465"/>
                </a:cubicBezTo>
                <a:cubicBezTo>
                  <a:pt x="142875" y="138857"/>
                  <a:pt x="138336" y="123304"/>
                  <a:pt x="129257" y="103808"/>
                </a:cubicBezTo>
                <a:cubicBezTo>
                  <a:pt x="120179" y="84311"/>
                  <a:pt x="111547" y="68238"/>
                  <a:pt x="103361" y="55587"/>
                </a:cubicBezTo>
                <a:cubicBezTo>
                  <a:pt x="95176" y="42937"/>
                  <a:pt x="86767" y="30808"/>
                  <a:pt x="78135" y="19199"/>
                </a:cubicBezTo>
                <a:close/>
                <a:moveTo>
                  <a:pt x="78135" y="0"/>
                </a:moveTo>
                <a:cubicBezTo>
                  <a:pt x="80516" y="0"/>
                  <a:pt x="82451" y="893"/>
                  <a:pt x="83939" y="2679"/>
                </a:cubicBezTo>
                <a:cubicBezTo>
                  <a:pt x="87511" y="7442"/>
                  <a:pt x="91976" y="13692"/>
                  <a:pt x="97334" y="21431"/>
                </a:cubicBezTo>
                <a:cubicBezTo>
                  <a:pt x="102691" y="29170"/>
                  <a:pt x="110579" y="41226"/>
                  <a:pt x="120997" y="57597"/>
                </a:cubicBezTo>
                <a:cubicBezTo>
                  <a:pt x="131415" y="73968"/>
                  <a:pt x="140047" y="90636"/>
                  <a:pt x="146893" y="107603"/>
                </a:cubicBezTo>
                <a:cubicBezTo>
                  <a:pt x="153739" y="124569"/>
                  <a:pt x="157162" y="138857"/>
                  <a:pt x="157162" y="150465"/>
                </a:cubicBezTo>
                <a:cubicBezTo>
                  <a:pt x="157162" y="171897"/>
                  <a:pt x="149423" y="190128"/>
                  <a:pt x="133945" y="205160"/>
                </a:cubicBezTo>
                <a:cubicBezTo>
                  <a:pt x="118467" y="220191"/>
                  <a:pt x="99864" y="227707"/>
                  <a:pt x="78135" y="227707"/>
                </a:cubicBezTo>
                <a:cubicBezTo>
                  <a:pt x="56704" y="227707"/>
                  <a:pt x="38323" y="220191"/>
                  <a:pt x="22994" y="205160"/>
                </a:cubicBezTo>
                <a:cubicBezTo>
                  <a:pt x="7665" y="190128"/>
                  <a:pt x="0" y="171897"/>
                  <a:pt x="0" y="150465"/>
                </a:cubicBezTo>
                <a:cubicBezTo>
                  <a:pt x="0" y="139154"/>
                  <a:pt x="3423" y="125090"/>
                  <a:pt x="10269" y="108273"/>
                </a:cubicBezTo>
                <a:cubicBezTo>
                  <a:pt x="17115" y="91455"/>
                  <a:pt x="25673" y="74786"/>
                  <a:pt x="35942" y="58266"/>
                </a:cubicBezTo>
                <a:cubicBezTo>
                  <a:pt x="46211" y="41746"/>
                  <a:pt x="53950" y="29542"/>
                  <a:pt x="59159" y="21655"/>
                </a:cubicBezTo>
                <a:cubicBezTo>
                  <a:pt x="64368" y="13767"/>
                  <a:pt x="68759" y="7442"/>
                  <a:pt x="72330" y="2679"/>
                </a:cubicBezTo>
                <a:cubicBezTo>
                  <a:pt x="73819" y="893"/>
                  <a:pt x="75754" y="0"/>
                  <a:pt x="781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71" name="Freeform 70"/>
          <p:cNvSpPr/>
          <p:nvPr/>
        </p:nvSpPr>
        <p:spPr>
          <a:xfrm>
            <a:off x="1581694" y="2741879"/>
            <a:ext cx="196574" cy="165751"/>
          </a:xfrm>
          <a:custGeom>
            <a:avLst/>
            <a:gdLst/>
            <a:ahLst/>
            <a:cxnLst/>
            <a:rect l="l" t="t" r="r" b="b"/>
            <a:pathLst>
              <a:path w="228749" h="192881">
                <a:moveTo>
                  <a:pt x="14437" y="100459"/>
                </a:moveTo>
                <a:lnTo>
                  <a:pt x="14437" y="178594"/>
                </a:lnTo>
                <a:lnTo>
                  <a:pt x="214462" y="178594"/>
                </a:lnTo>
                <a:lnTo>
                  <a:pt x="214462" y="100459"/>
                </a:lnTo>
                <a:lnTo>
                  <a:pt x="155972" y="100459"/>
                </a:lnTo>
                <a:cubicBezTo>
                  <a:pt x="152698" y="109389"/>
                  <a:pt x="147415" y="116384"/>
                  <a:pt x="140122" y="121444"/>
                </a:cubicBezTo>
                <a:cubicBezTo>
                  <a:pt x="132830" y="126504"/>
                  <a:pt x="124272" y="129034"/>
                  <a:pt x="114449" y="129034"/>
                </a:cubicBezTo>
                <a:cubicBezTo>
                  <a:pt x="104627" y="129034"/>
                  <a:pt x="96069" y="126504"/>
                  <a:pt x="88776" y="121444"/>
                </a:cubicBezTo>
                <a:cubicBezTo>
                  <a:pt x="81484" y="116384"/>
                  <a:pt x="76349" y="109389"/>
                  <a:pt x="73373" y="100459"/>
                </a:cubicBezTo>
                <a:close/>
                <a:moveTo>
                  <a:pt x="36761" y="14288"/>
                </a:moveTo>
                <a:lnTo>
                  <a:pt x="16669" y="86171"/>
                </a:lnTo>
                <a:lnTo>
                  <a:pt x="84981" y="86171"/>
                </a:lnTo>
                <a:cubicBezTo>
                  <a:pt x="85279" y="94506"/>
                  <a:pt x="88107" y="101352"/>
                  <a:pt x="93464" y="106710"/>
                </a:cubicBezTo>
                <a:cubicBezTo>
                  <a:pt x="98822" y="112068"/>
                  <a:pt x="105817" y="114746"/>
                  <a:pt x="114449" y="114746"/>
                </a:cubicBezTo>
                <a:cubicBezTo>
                  <a:pt x="123081" y="114746"/>
                  <a:pt x="130151" y="112068"/>
                  <a:pt x="135657" y="106710"/>
                </a:cubicBezTo>
                <a:cubicBezTo>
                  <a:pt x="141164" y="101352"/>
                  <a:pt x="144066" y="94506"/>
                  <a:pt x="144364" y="86171"/>
                </a:cubicBezTo>
                <a:lnTo>
                  <a:pt x="210890" y="86171"/>
                </a:lnTo>
                <a:lnTo>
                  <a:pt x="189905" y="14288"/>
                </a:lnTo>
                <a:close/>
                <a:moveTo>
                  <a:pt x="31403" y="0"/>
                </a:moveTo>
                <a:lnTo>
                  <a:pt x="195263" y="0"/>
                </a:lnTo>
                <a:cubicBezTo>
                  <a:pt x="198835" y="0"/>
                  <a:pt x="201216" y="1637"/>
                  <a:pt x="202407" y="4911"/>
                </a:cubicBezTo>
                <a:lnTo>
                  <a:pt x="228303" y="95994"/>
                </a:lnTo>
                <a:cubicBezTo>
                  <a:pt x="228600" y="96887"/>
                  <a:pt x="228749" y="97929"/>
                  <a:pt x="228749" y="99120"/>
                </a:cubicBezTo>
                <a:cubicBezTo>
                  <a:pt x="228749" y="99120"/>
                  <a:pt x="228749" y="99268"/>
                  <a:pt x="228749" y="99566"/>
                </a:cubicBezTo>
                <a:cubicBezTo>
                  <a:pt x="228749" y="99864"/>
                  <a:pt x="228749" y="100161"/>
                  <a:pt x="228749" y="100459"/>
                </a:cubicBezTo>
                <a:lnTo>
                  <a:pt x="228749" y="178594"/>
                </a:lnTo>
                <a:cubicBezTo>
                  <a:pt x="228749" y="182761"/>
                  <a:pt x="227335" y="186184"/>
                  <a:pt x="224508" y="188863"/>
                </a:cubicBezTo>
                <a:cubicBezTo>
                  <a:pt x="221680" y="191542"/>
                  <a:pt x="218331" y="192881"/>
                  <a:pt x="214462" y="192881"/>
                </a:cubicBezTo>
                <a:lnTo>
                  <a:pt x="14437" y="192881"/>
                </a:lnTo>
                <a:cubicBezTo>
                  <a:pt x="10567" y="192881"/>
                  <a:pt x="7219" y="191542"/>
                  <a:pt x="4391" y="188863"/>
                </a:cubicBezTo>
                <a:cubicBezTo>
                  <a:pt x="1563" y="186184"/>
                  <a:pt x="149" y="182761"/>
                  <a:pt x="149" y="178594"/>
                </a:cubicBezTo>
                <a:lnTo>
                  <a:pt x="149" y="100459"/>
                </a:lnTo>
                <a:cubicBezTo>
                  <a:pt x="149" y="98971"/>
                  <a:pt x="298" y="97631"/>
                  <a:pt x="596" y="96441"/>
                </a:cubicBezTo>
                <a:cubicBezTo>
                  <a:pt x="0" y="94655"/>
                  <a:pt x="-148" y="93018"/>
                  <a:pt x="149" y="91529"/>
                </a:cubicBezTo>
                <a:lnTo>
                  <a:pt x="24259" y="5358"/>
                </a:lnTo>
                <a:cubicBezTo>
                  <a:pt x="25152" y="1786"/>
                  <a:pt x="27534" y="0"/>
                  <a:pt x="314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72" name="Freeform 71"/>
          <p:cNvSpPr/>
          <p:nvPr/>
        </p:nvSpPr>
        <p:spPr>
          <a:xfrm>
            <a:off x="1918269" y="272653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2869" y="48666"/>
                </a:moveTo>
                <a:lnTo>
                  <a:pt x="92869" y="85725"/>
                </a:lnTo>
                <a:lnTo>
                  <a:pt x="129927" y="85725"/>
                </a:lnTo>
                <a:close/>
                <a:moveTo>
                  <a:pt x="14288" y="42862"/>
                </a:moveTo>
                <a:lnTo>
                  <a:pt x="14288" y="214312"/>
                </a:lnTo>
                <a:lnTo>
                  <a:pt x="135731" y="214312"/>
                </a:lnTo>
                <a:lnTo>
                  <a:pt x="135731" y="100012"/>
                </a:lnTo>
                <a:lnTo>
                  <a:pt x="78581" y="100012"/>
                </a:lnTo>
                <a:lnTo>
                  <a:pt x="78581" y="42862"/>
                </a:lnTo>
                <a:close/>
                <a:moveTo>
                  <a:pt x="14288" y="28575"/>
                </a:moveTo>
                <a:lnTo>
                  <a:pt x="92869" y="28575"/>
                </a:lnTo>
                <a:lnTo>
                  <a:pt x="150019" y="85725"/>
                </a:lnTo>
                <a:lnTo>
                  <a:pt x="150019" y="214312"/>
                </a:lnTo>
                <a:cubicBezTo>
                  <a:pt x="150019" y="218182"/>
                  <a:pt x="148605" y="221530"/>
                  <a:pt x="145777" y="224358"/>
                </a:cubicBezTo>
                <a:cubicBezTo>
                  <a:pt x="142950" y="227186"/>
                  <a:pt x="139601" y="228600"/>
                  <a:pt x="135731" y="228600"/>
                </a:cubicBezTo>
                <a:lnTo>
                  <a:pt x="14288" y="228600"/>
                </a:lnTo>
                <a:cubicBezTo>
                  <a:pt x="10418" y="228600"/>
                  <a:pt x="7070" y="227186"/>
                  <a:pt x="4242" y="224358"/>
                </a:cubicBezTo>
                <a:cubicBezTo>
                  <a:pt x="1414" y="221530"/>
                  <a:pt x="0" y="218182"/>
                  <a:pt x="0" y="214312"/>
                </a:cubicBezTo>
                <a:lnTo>
                  <a:pt x="0" y="42862"/>
                </a:lnTo>
                <a:cubicBezTo>
                  <a:pt x="0" y="38993"/>
                  <a:pt x="1414" y="35644"/>
                  <a:pt x="4242" y="32816"/>
                </a:cubicBezTo>
                <a:cubicBezTo>
                  <a:pt x="7070" y="29988"/>
                  <a:pt x="10418" y="28575"/>
                  <a:pt x="14288" y="28575"/>
                </a:cubicBezTo>
                <a:close/>
                <a:moveTo>
                  <a:pt x="171450" y="20091"/>
                </a:moveTo>
                <a:lnTo>
                  <a:pt x="171450" y="57150"/>
                </a:lnTo>
                <a:lnTo>
                  <a:pt x="208508" y="57150"/>
                </a:lnTo>
                <a:close/>
                <a:moveTo>
                  <a:pt x="92869" y="0"/>
                </a:moveTo>
                <a:lnTo>
                  <a:pt x="171450" y="0"/>
                </a:lnTo>
                <a:lnTo>
                  <a:pt x="228600" y="57150"/>
                </a:lnTo>
                <a:lnTo>
                  <a:pt x="228600" y="185737"/>
                </a:lnTo>
                <a:cubicBezTo>
                  <a:pt x="228600" y="189607"/>
                  <a:pt x="227186" y="192955"/>
                  <a:pt x="224359" y="195783"/>
                </a:cubicBezTo>
                <a:cubicBezTo>
                  <a:pt x="221531" y="198611"/>
                  <a:pt x="218182" y="200025"/>
                  <a:pt x="214313" y="200025"/>
                </a:cubicBezTo>
                <a:lnTo>
                  <a:pt x="164306" y="200025"/>
                </a:lnTo>
                <a:lnTo>
                  <a:pt x="164306" y="185737"/>
                </a:lnTo>
                <a:lnTo>
                  <a:pt x="214313" y="185737"/>
                </a:lnTo>
                <a:lnTo>
                  <a:pt x="214313" y="71437"/>
                </a:lnTo>
                <a:lnTo>
                  <a:pt x="157163" y="71437"/>
                </a:lnTo>
                <a:lnTo>
                  <a:pt x="157163" y="14287"/>
                </a:lnTo>
                <a:lnTo>
                  <a:pt x="78581" y="14287"/>
                </a:lnTo>
                <a:cubicBezTo>
                  <a:pt x="78581" y="10418"/>
                  <a:pt x="79995" y="7069"/>
                  <a:pt x="82823" y="4241"/>
                </a:cubicBezTo>
                <a:cubicBezTo>
                  <a:pt x="85651" y="1413"/>
                  <a:pt x="88999" y="0"/>
                  <a:pt x="928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73" name="Freeform 72"/>
          <p:cNvSpPr/>
          <p:nvPr/>
        </p:nvSpPr>
        <p:spPr>
          <a:xfrm>
            <a:off x="2254717" y="2726531"/>
            <a:ext cx="197598" cy="196447"/>
          </a:xfrm>
          <a:custGeom>
            <a:avLst/>
            <a:gdLst/>
            <a:ahLst/>
            <a:cxnLst/>
            <a:rect l="l" t="t" r="r" b="b"/>
            <a:pathLst>
              <a:path w="229940" h="228600">
                <a:moveTo>
                  <a:pt x="32817" y="107156"/>
                </a:moveTo>
                <a:lnTo>
                  <a:pt x="17190" y="125462"/>
                </a:lnTo>
                <a:lnTo>
                  <a:pt x="32817" y="142875"/>
                </a:lnTo>
                <a:lnTo>
                  <a:pt x="172120" y="142875"/>
                </a:lnTo>
                <a:lnTo>
                  <a:pt x="172120" y="107156"/>
                </a:lnTo>
                <a:close/>
                <a:moveTo>
                  <a:pt x="57820" y="28575"/>
                </a:moveTo>
                <a:lnTo>
                  <a:pt x="57820" y="64293"/>
                </a:lnTo>
                <a:lnTo>
                  <a:pt x="197123" y="64293"/>
                </a:lnTo>
                <a:lnTo>
                  <a:pt x="212750" y="46434"/>
                </a:lnTo>
                <a:lnTo>
                  <a:pt x="197123" y="28575"/>
                </a:lnTo>
                <a:close/>
                <a:moveTo>
                  <a:pt x="114747" y="0"/>
                </a:moveTo>
                <a:cubicBezTo>
                  <a:pt x="116682" y="0"/>
                  <a:pt x="118393" y="669"/>
                  <a:pt x="119882" y="2009"/>
                </a:cubicBezTo>
                <a:cubicBezTo>
                  <a:pt x="121370" y="3348"/>
                  <a:pt x="122114" y="4911"/>
                  <a:pt x="122114" y="6697"/>
                </a:cubicBezTo>
                <a:lnTo>
                  <a:pt x="122114" y="14287"/>
                </a:lnTo>
                <a:lnTo>
                  <a:pt x="200249" y="14287"/>
                </a:lnTo>
                <a:cubicBezTo>
                  <a:pt x="202332" y="14287"/>
                  <a:pt x="204118" y="15031"/>
                  <a:pt x="205607" y="16520"/>
                </a:cubicBezTo>
                <a:lnTo>
                  <a:pt x="227931" y="41523"/>
                </a:lnTo>
                <a:cubicBezTo>
                  <a:pt x="230610" y="44797"/>
                  <a:pt x="230610" y="47922"/>
                  <a:pt x="227931" y="50899"/>
                </a:cubicBezTo>
                <a:lnTo>
                  <a:pt x="205607" y="75902"/>
                </a:lnTo>
                <a:cubicBezTo>
                  <a:pt x="204118" y="77688"/>
                  <a:pt x="202332" y="78581"/>
                  <a:pt x="200249" y="78581"/>
                </a:cubicBezTo>
                <a:lnTo>
                  <a:pt x="122114" y="78581"/>
                </a:lnTo>
                <a:lnTo>
                  <a:pt x="122114" y="92868"/>
                </a:lnTo>
                <a:lnTo>
                  <a:pt x="179264" y="92868"/>
                </a:lnTo>
                <a:cubicBezTo>
                  <a:pt x="181050" y="92868"/>
                  <a:pt x="182687" y="93538"/>
                  <a:pt x="184175" y="94878"/>
                </a:cubicBezTo>
                <a:cubicBezTo>
                  <a:pt x="185664" y="96217"/>
                  <a:pt x="186408" y="97929"/>
                  <a:pt x="186408" y="100012"/>
                </a:cubicBezTo>
                <a:lnTo>
                  <a:pt x="186408" y="150018"/>
                </a:lnTo>
                <a:cubicBezTo>
                  <a:pt x="186408" y="152102"/>
                  <a:pt x="185664" y="153813"/>
                  <a:pt x="184175" y="155153"/>
                </a:cubicBezTo>
                <a:cubicBezTo>
                  <a:pt x="182687" y="156492"/>
                  <a:pt x="181050" y="157162"/>
                  <a:pt x="179264" y="157162"/>
                </a:cubicBezTo>
                <a:lnTo>
                  <a:pt x="122114" y="157162"/>
                </a:lnTo>
                <a:lnTo>
                  <a:pt x="122114" y="221902"/>
                </a:lnTo>
                <a:cubicBezTo>
                  <a:pt x="122114" y="223688"/>
                  <a:pt x="121370" y="225251"/>
                  <a:pt x="119882" y="226590"/>
                </a:cubicBezTo>
                <a:cubicBezTo>
                  <a:pt x="118393" y="227930"/>
                  <a:pt x="116682" y="228600"/>
                  <a:pt x="114747" y="228600"/>
                </a:cubicBezTo>
                <a:cubicBezTo>
                  <a:pt x="112812" y="228600"/>
                  <a:pt x="111175" y="227930"/>
                  <a:pt x="109836" y="226590"/>
                </a:cubicBezTo>
                <a:cubicBezTo>
                  <a:pt x="108496" y="225251"/>
                  <a:pt x="107826" y="223688"/>
                  <a:pt x="107826" y="221902"/>
                </a:cubicBezTo>
                <a:lnTo>
                  <a:pt x="107826" y="157162"/>
                </a:lnTo>
                <a:lnTo>
                  <a:pt x="29692" y="157162"/>
                </a:lnTo>
                <a:cubicBezTo>
                  <a:pt x="27608" y="157162"/>
                  <a:pt x="25822" y="156418"/>
                  <a:pt x="24334" y="154930"/>
                </a:cubicBezTo>
                <a:lnTo>
                  <a:pt x="2010" y="129927"/>
                </a:lnTo>
                <a:cubicBezTo>
                  <a:pt x="-669" y="126950"/>
                  <a:pt x="-669" y="123825"/>
                  <a:pt x="2010" y="120550"/>
                </a:cubicBezTo>
                <a:lnTo>
                  <a:pt x="24334" y="95101"/>
                </a:lnTo>
                <a:cubicBezTo>
                  <a:pt x="25822" y="93613"/>
                  <a:pt x="27608" y="92868"/>
                  <a:pt x="29692" y="92868"/>
                </a:cubicBezTo>
                <a:lnTo>
                  <a:pt x="107826" y="92868"/>
                </a:lnTo>
                <a:lnTo>
                  <a:pt x="107826" y="78581"/>
                </a:lnTo>
                <a:lnTo>
                  <a:pt x="50676" y="78581"/>
                </a:lnTo>
                <a:cubicBezTo>
                  <a:pt x="48593" y="78581"/>
                  <a:pt x="46881" y="77837"/>
                  <a:pt x="45542" y="76348"/>
                </a:cubicBezTo>
                <a:cubicBezTo>
                  <a:pt x="44202" y="74860"/>
                  <a:pt x="43533" y="73223"/>
                  <a:pt x="43533" y="71437"/>
                </a:cubicBezTo>
                <a:lnTo>
                  <a:pt x="43533" y="21431"/>
                </a:lnTo>
                <a:cubicBezTo>
                  <a:pt x="43533" y="19347"/>
                  <a:pt x="44202" y="17636"/>
                  <a:pt x="45542" y="16296"/>
                </a:cubicBezTo>
                <a:cubicBezTo>
                  <a:pt x="46881" y="14957"/>
                  <a:pt x="48593" y="14287"/>
                  <a:pt x="50676" y="14287"/>
                </a:cubicBezTo>
                <a:lnTo>
                  <a:pt x="107826" y="14287"/>
                </a:lnTo>
                <a:lnTo>
                  <a:pt x="107826" y="6697"/>
                </a:lnTo>
                <a:cubicBezTo>
                  <a:pt x="107826" y="4911"/>
                  <a:pt x="108496" y="3348"/>
                  <a:pt x="109836" y="2009"/>
                </a:cubicBezTo>
                <a:cubicBezTo>
                  <a:pt x="111175" y="669"/>
                  <a:pt x="112812" y="0"/>
                  <a:pt x="1147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74" name="Freeform 73"/>
          <p:cNvSpPr/>
          <p:nvPr/>
        </p:nvSpPr>
        <p:spPr>
          <a:xfrm>
            <a:off x="2592317" y="2726531"/>
            <a:ext cx="178221" cy="196447"/>
          </a:xfrm>
          <a:custGeom>
            <a:avLst/>
            <a:gdLst/>
            <a:ahLst/>
            <a:cxnLst/>
            <a:rect l="l" t="t" r="r" b="b"/>
            <a:pathLst>
              <a:path w="207391" h="228600">
                <a:moveTo>
                  <a:pt x="14287" y="35718"/>
                </a:moveTo>
                <a:lnTo>
                  <a:pt x="14287" y="107156"/>
                </a:lnTo>
                <a:lnTo>
                  <a:pt x="156716" y="107156"/>
                </a:lnTo>
                <a:lnTo>
                  <a:pt x="190202" y="71437"/>
                </a:lnTo>
                <a:lnTo>
                  <a:pt x="156716" y="35718"/>
                </a:lnTo>
                <a:close/>
                <a:moveTo>
                  <a:pt x="93092" y="0"/>
                </a:moveTo>
                <a:cubicBezTo>
                  <a:pt x="95027" y="0"/>
                  <a:pt x="96664" y="669"/>
                  <a:pt x="98003" y="2009"/>
                </a:cubicBezTo>
                <a:cubicBezTo>
                  <a:pt x="99343" y="3348"/>
                  <a:pt x="100012" y="4911"/>
                  <a:pt x="100012" y="6697"/>
                </a:cubicBezTo>
                <a:lnTo>
                  <a:pt x="100459" y="21431"/>
                </a:lnTo>
                <a:lnTo>
                  <a:pt x="159841" y="21431"/>
                </a:lnTo>
                <a:cubicBezTo>
                  <a:pt x="161925" y="21431"/>
                  <a:pt x="163711" y="22175"/>
                  <a:pt x="165199" y="23663"/>
                </a:cubicBezTo>
                <a:lnTo>
                  <a:pt x="204936" y="66526"/>
                </a:lnTo>
                <a:cubicBezTo>
                  <a:pt x="208210" y="69800"/>
                  <a:pt x="208210" y="73074"/>
                  <a:pt x="204936" y="76348"/>
                </a:cubicBezTo>
                <a:lnTo>
                  <a:pt x="165199" y="119211"/>
                </a:lnTo>
                <a:cubicBezTo>
                  <a:pt x="163711" y="120699"/>
                  <a:pt x="161925" y="121443"/>
                  <a:pt x="159841" y="121443"/>
                </a:cubicBezTo>
                <a:lnTo>
                  <a:pt x="100012" y="121443"/>
                </a:lnTo>
                <a:lnTo>
                  <a:pt x="100012" y="221902"/>
                </a:lnTo>
                <a:cubicBezTo>
                  <a:pt x="100012" y="223688"/>
                  <a:pt x="99343" y="225251"/>
                  <a:pt x="98003" y="226590"/>
                </a:cubicBezTo>
                <a:cubicBezTo>
                  <a:pt x="96664" y="227930"/>
                  <a:pt x="95027" y="228600"/>
                  <a:pt x="93092" y="228600"/>
                </a:cubicBezTo>
                <a:cubicBezTo>
                  <a:pt x="91157" y="228600"/>
                  <a:pt x="89446" y="227930"/>
                  <a:pt x="87957" y="226590"/>
                </a:cubicBezTo>
                <a:cubicBezTo>
                  <a:pt x="86469" y="225251"/>
                  <a:pt x="85725" y="223688"/>
                  <a:pt x="85725" y="221902"/>
                </a:cubicBezTo>
                <a:lnTo>
                  <a:pt x="85725" y="121443"/>
                </a:lnTo>
                <a:lnTo>
                  <a:pt x="7144" y="121443"/>
                </a:lnTo>
                <a:cubicBezTo>
                  <a:pt x="5358" y="121443"/>
                  <a:pt x="3721" y="120774"/>
                  <a:pt x="2232" y="119434"/>
                </a:cubicBezTo>
                <a:cubicBezTo>
                  <a:pt x="744" y="118095"/>
                  <a:pt x="0" y="116383"/>
                  <a:pt x="0" y="114300"/>
                </a:cubicBezTo>
                <a:lnTo>
                  <a:pt x="0" y="28575"/>
                </a:lnTo>
                <a:cubicBezTo>
                  <a:pt x="0" y="26491"/>
                  <a:pt x="744" y="24780"/>
                  <a:pt x="2232" y="23440"/>
                </a:cubicBezTo>
                <a:cubicBezTo>
                  <a:pt x="3721" y="22101"/>
                  <a:pt x="5358" y="21431"/>
                  <a:pt x="7144" y="21431"/>
                </a:cubicBezTo>
                <a:lnTo>
                  <a:pt x="86171" y="21431"/>
                </a:lnTo>
                <a:lnTo>
                  <a:pt x="86171" y="6697"/>
                </a:lnTo>
                <a:cubicBezTo>
                  <a:pt x="86171" y="4911"/>
                  <a:pt x="86841" y="3348"/>
                  <a:pt x="88181" y="2009"/>
                </a:cubicBezTo>
                <a:cubicBezTo>
                  <a:pt x="89520" y="669"/>
                  <a:pt x="91157" y="0"/>
                  <a:pt x="930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75" name="Freeform 74"/>
          <p:cNvSpPr/>
          <p:nvPr/>
        </p:nvSpPr>
        <p:spPr>
          <a:xfrm>
            <a:off x="2910539" y="2726531"/>
            <a:ext cx="196873" cy="196447"/>
          </a:xfrm>
          <a:custGeom>
            <a:avLst/>
            <a:gdLst/>
            <a:ahLst/>
            <a:cxnLst/>
            <a:rect l="l" t="t" r="r" b="b"/>
            <a:pathLst>
              <a:path w="229096" h="228600">
                <a:moveTo>
                  <a:pt x="167233" y="78581"/>
                </a:moveTo>
                <a:lnTo>
                  <a:pt x="129729" y="185737"/>
                </a:lnTo>
                <a:lnTo>
                  <a:pt x="208756" y="78581"/>
                </a:lnTo>
                <a:close/>
                <a:moveTo>
                  <a:pt x="77490" y="78581"/>
                </a:moveTo>
                <a:lnTo>
                  <a:pt x="113655" y="188416"/>
                </a:lnTo>
                <a:lnTo>
                  <a:pt x="152053" y="78581"/>
                </a:lnTo>
                <a:close/>
                <a:moveTo>
                  <a:pt x="20787" y="78581"/>
                </a:moveTo>
                <a:lnTo>
                  <a:pt x="97582" y="185737"/>
                </a:lnTo>
                <a:lnTo>
                  <a:pt x="62310" y="78581"/>
                </a:lnTo>
                <a:close/>
                <a:moveTo>
                  <a:pt x="187772" y="20538"/>
                </a:moveTo>
                <a:lnTo>
                  <a:pt x="172145" y="64293"/>
                </a:lnTo>
                <a:lnTo>
                  <a:pt x="210542" y="64293"/>
                </a:lnTo>
                <a:close/>
                <a:moveTo>
                  <a:pt x="114548" y="19198"/>
                </a:moveTo>
                <a:lnTo>
                  <a:pt x="82848" y="64293"/>
                </a:lnTo>
                <a:lnTo>
                  <a:pt x="149374" y="64293"/>
                </a:lnTo>
                <a:close/>
                <a:moveTo>
                  <a:pt x="42218" y="18305"/>
                </a:moveTo>
                <a:lnTo>
                  <a:pt x="18108" y="64293"/>
                </a:lnTo>
                <a:lnTo>
                  <a:pt x="57398" y="64293"/>
                </a:lnTo>
                <a:close/>
                <a:moveTo>
                  <a:pt x="128836" y="14287"/>
                </a:moveTo>
                <a:lnTo>
                  <a:pt x="160536" y="54917"/>
                </a:lnTo>
                <a:lnTo>
                  <a:pt x="174824" y="14287"/>
                </a:lnTo>
                <a:close/>
                <a:moveTo>
                  <a:pt x="56059" y="14287"/>
                </a:moveTo>
                <a:lnTo>
                  <a:pt x="70346" y="57596"/>
                </a:lnTo>
                <a:lnTo>
                  <a:pt x="100261" y="14287"/>
                </a:lnTo>
                <a:close/>
                <a:moveTo>
                  <a:pt x="43111" y="0"/>
                </a:moveTo>
                <a:lnTo>
                  <a:pt x="113655" y="0"/>
                </a:lnTo>
                <a:cubicBezTo>
                  <a:pt x="113953" y="0"/>
                  <a:pt x="114102" y="0"/>
                  <a:pt x="114102" y="0"/>
                </a:cubicBezTo>
                <a:lnTo>
                  <a:pt x="185986" y="0"/>
                </a:lnTo>
                <a:cubicBezTo>
                  <a:pt x="190748" y="0"/>
                  <a:pt x="194171" y="2083"/>
                  <a:pt x="196255" y="6250"/>
                </a:cubicBezTo>
                <a:lnTo>
                  <a:pt x="227509" y="66079"/>
                </a:lnTo>
                <a:cubicBezTo>
                  <a:pt x="229890" y="70247"/>
                  <a:pt x="229592" y="74265"/>
                  <a:pt x="226616" y="78134"/>
                </a:cubicBezTo>
                <a:lnTo>
                  <a:pt x="117674" y="226367"/>
                </a:lnTo>
                <a:cubicBezTo>
                  <a:pt x="116483" y="227855"/>
                  <a:pt x="115069" y="228600"/>
                  <a:pt x="113432" y="228600"/>
                </a:cubicBezTo>
                <a:cubicBezTo>
                  <a:pt x="111795" y="228600"/>
                  <a:pt x="110530" y="227855"/>
                  <a:pt x="109637" y="226367"/>
                </a:cubicBezTo>
                <a:lnTo>
                  <a:pt x="2481" y="76795"/>
                </a:lnTo>
                <a:cubicBezTo>
                  <a:pt x="-496" y="72925"/>
                  <a:pt x="-794" y="68907"/>
                  <a:pt x="1588" y="64740"/>
                </a:cubicBezTo>
                <a:lnTo>
                  <a:pt x="32395" y="6250"/>
                </a:lnTo>
                <a:cubicBezTo>
                  <a:pt x="34776" y="2083"/>
                  <a:pt x="38348" y="0"/>
                  <a:pt x="4311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76" name="Freeform 75"/>
          <p:cNvSpPr/>
          <p:nvPr/>
        </p:nvSpPr>
        <p:spPr>
          <a:xfrm>
            <a:off x="3247413" y="272653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1450" y="107156"/>
                </a:moveTo>
                <a:lnTo>
                  <a:pt x="171450" y="164306"/>
                </a:lnTo>
                <a:cubicBezTo>
                  <a:pt x="179784" y="164306"/>
                  <a:pt x="184547" y="164306"/>
                  <a:pt x="185737" y="164306"/>
                </a:cubicBezTo>
                <a:cubicBezTo>
                  <a:pt x="194072" y="164306"/>
                  <a:pt x="200992" y="161553"/>
                  <a:pt x="206499" y="156046"/>
                </a:cubicBezTo>
                <a:cubicBezTo>
                  <a:pt x="212005" y="150539"/>
                  <a:pt x="214759" y="143693"/>
                  <a:pt x="214759" y="135508"/>
                </a:cubicBezTo>
                <a:cubicBezTo>
                  <a:pt x="214759" y="127322"/>
                  <a:pt x="212005" y="120550"/>
                  <a:pt x="206499" y="115193"/>
                </a:cubicBezTo>
                <a:cubicBezTo>
                  <a:pt x="200992" y="109835"/>
                  <a:pt x="194072" y="107156"/>
                  <a:pt x="185737" y="107156"/>
                </a:cubicBezTo>
                <a:cubicBezTo>
                  <a:pt x="183951" y="107156"/>
                  <a:pt x="179189" y="107156"/>
                  <a:pt x="171450" y="107156"/>
                </a:cubicBezTo>
                <a:close/>
                <a:moveTo>
                  <a:pt x="14287" y="78581"/>
                </a:moveTo>
                <a:lnTo>
                  <a:pt x="14287" y="185737"/>
                </a:lnTo>
                <a:cubicBezTo>
                  <a:pt x="14287" y="193774"/>
                  <a:pt x="17041" y="200546"/>
                  <a:pt x="22547" y="206052"/>
                </a:cubicBezTo>
                <a:cubicBezTo>
                  <a:pt x="28054" y="211559"/>
                  <a:pt x="34826" y="214312"/>
                  <a:pt x="42862" y="214312"/>
                </a:cubicBezTo>
                <a:lnTo>
                  <a:pt x="128587" y="214312"/>
                </a:lnTo>
                <a:cubicBezTo>
                  <a:pt x="136624" y="214312"/>
                  <a:pt x="143396" y="211559"/>
                  <a:pt x="148902" y="206052"/>
                </a:cubicBezTo>
                <a:cubicBezTo>
                  <a:pt x="154409" y="200546"/>
                  <a:pt x="157162" y="193774"/>
                  <a:pt x="157162" y="185737"/>
                </a:cubicBezTo>
                <a:lnTo>
                  <a:pt x="157162" y="78581"/>
                </a:lnTo>
                <a:close/>
                <a:moveTo>
                  <a:pt x="14287" y="64293"/>
                </a:moveTo>
                <a:lnTo>
                  <a:pt x="157162" y="64293"/>
                </a:lnTo>
                <a:cubicBezTo>
                  <a:pt x="161032" y="64293"/>
                  <a:pt x="164380" y="65633"/>
                  <a:pt x="167208" y="68312"/>
                </a:cubicBezTo>
                <a:cubicBezTo>
                  <a:pt x="170036" y="70991"/>
                  <a:pt x="171450" y="74414"/>
                  <a:pt x="171450" y="78581"/>
                </a:cubicBezTo>
                <a:lnTo>
                  <a:pt x="171450" y="92868"/>
                </a:lnTo>
                <a:cubicBezTo>
                  <a:pt x="179189" y="92868"/>
                  <a:pt x="183951" y="92868"/>
                  <a:pt x="185737" y="92868"/>
                </a:cubicBezTo>
                <a:cubicBezTo>
                  <a:pt x="197643" y="92868"/>
                  <a:pt x="207764" y="97110"/>
                  <a:pt x="216098" y="105593"/>
                </a:cubicBezTo>
                <a:cubicBezTo>
                  <a:pt x="224433" y="114076"/>
                  <a:pt x="228600" y="124197"/>
                  <a:pt x="228600" y="135954"/>
                </a:cubicBezTo>
                <a:cubicBezTo>
                  <a:pt x="228600" y="147712"/>
                  <a:pt x="224433" y="157757"/>
                  <a:pt x="216098" y="166092"/>
                </a:cubicBezTo>
                <a:cubicBezTo>
                  <a:pt x="207764" y="174426"/>
                  <a:pt x="197643" y="178593"/>
                  <a:pt x="185737" y="178593"/>
                </a:cubicBezTo>
                <a:cubicBezTo>
                  <a:pt x="183951" y="178593"/>
                  <a:pt x="179189" y="178593"/>
                  <a:pt x="171450" y="178593"/>
                </a:cubicBezTo>
                <a:lnTo>
                  <a:pt x="171450" y="185737"/>
                </a:lnTo>
                <a:cubicBezTo>
                  <a:pt x="171450" y="197643"/>
                  <a:pt x="167283" y="207764"/>
                  <a:pt x="158948" y="216098"/>
                </a:cubicBezTo>
                <a:cubicBezTo>
                  <a:pt x="150614" y="224432"/>
                  <a:pt x="140493" y="228600"/>
                  <a:pt x="128587" y="228600"/>
                </a:cubicBezTo>
                <a:lnTo>
                  <a:pt x="42862" y="228600"/>
                </a:lnTo>
                <a:cubicBezTo>
                  <a:pt x="30956" y="228600"/>
                  <a:pt x="20836" y="224432"/>
                  <a:pt x="12501" y="216098"/>
                </a:cubicBezTo>
                <a:cubicBezTo>
                  <a:pt x="4167" y="207764"/>
                  <a:pt x="0" y="197643"/>
                  <a:pt x="0" y="185737"/>
                </a:cubicBezTo>
                <a:lnTo>
                  <a:pt x="0" y="78581"/>
                </a:lnTo>
                <a:cubicBezTo>
                  <a:pt x="0" y="74414"/>
                  <a:pt x="1414" y="70991"/>
                  <a:pt x="4241" y="68312"/>
                </a:cubicBezTo>
                <a:cubicBezTo>
                  <a:pt x="7069" y="65633"/>
                  <a:pt x="10418" y="64293"/>
                  <a:pt x="14287" y="64293"/>
                </a:cubicBezTo>
                <a:close/>
                <a:moveTo>
                  <a:pt x="128587" y="0"/>
                </a:moveTo>
                <a:cubicBezTo>
                  <a:pt x="130671" y="0"/>
                  <a:pt x="132382" y="669"/>
                  <a:pt x="133722" y="2009"/>
                </a:cubicBezTo>
                <a:cubicBezTo>
                  <a:pt x="135061" y="3348"/>
                  <a:pt x="135731" y="5060"/>
                  <a:pt x="135731" y="7143"/>
                </a:cubicBezTo>
                <a:lnTo>
                  <a:pt x="135731" y="42862"/>
                </a:lnTo>
                <a:cubicBezTo>
                  <a:pt x="135731" y="44946"/>
                  <a:pt x="135061" y="46657"/>
                  <a:pt x="133722" y="47997"/>
                </a:cubicBezTo>
                <a:cubicBezTo>
                  <a:pt x="132382" y="49336"/>
                  <a:pt x="130671" y="50006"/>
                  <a:pt x="128587" y="50006"/>
                </a:cubicBezTo>
                <a:cubicBezTo>
                  <a:pt x="126504" y="50006"/>
                  <a:pt x="124792" y="49336"/>
                  <a:pt x="123453" y="47997"/>
                </a:cubicBezTo>
                <a:cubicBezTo>
                  <a:pt x="122113" y="46657"/>
                  <a:pt x="121443" y="44946"/>
                  <a:pt x="121443" y="42862"/>
                </a:cubicBezTo>
                <a:lnTo>
                  <a:pt x="121443" y="7143"/>
                </a:lnTo>
                <a:cubicBezTo>
                  <a:pt x="121443" y="5060"/>
                  <a:pt x="122113" y="3348"/>
                  <a:pt x="123453" y="2009"/>
                </a:cubicBezTo>
                <a:cubicBezTo>
                  <a:pt x="124792" y="669"/>
                  <a:pt x="126504" y="0"/>
                  <a:pt x="128587" y="0"/>
                </a:cubicBezTo>
                <a:close/>
                <a:moveTo>
                  <a:pt x="85725" y="0"/>
                </a:moveTo>
                <a:cubicBezTo>
                  <a:pt x="87808" y="0"/>
                  <a:pt x="89520" y="669"/>
                  <a:pt x="90859" y="2009"/>
                </a:cubicBezTo>
                <a:cubicBezTo>
                  <a:pt x="92199" y="3348"/>
                  <a:pt x="92868" y="5060"/>
                  <a:pt x="92868" y="7143"/>
                </a:cubicBezTo>
                <a:lnTo>
                  <a:pt x="92868" y="42862"/>
                </a:lnTo>
                <a:cubicBezTo>
                  <a:pt x="92868" y="44946"/>
                  <a:pt x="92199" y="46657"/>
                  <a:pt x="90859" y="47997"/>
                </a:cubicBezTo>
                <a:cubicBezTo>
                  <a:pt x="89520" y="49336"/>
                  <a:pt x="87808" y="50006"/>
                  <a:pt x="85725" y="50006"/>
                </a:cubicBezTo>
                <a:cubicBezTo>
                  <a:pt x="83641" y="50006"/>
                  <a:pt x="81930" y="49336"/>
                  <a:pt x="80590" y="47997"/>
                </a:cubicBezTo>
                <a:cubicBezTo>
                  <a:pt x="79251" y="46657"/>
                  <a:pt x="78581" y="44946"/>
                  <a:pt x="78581" y="42862"/>
                </a:cubicBezTo>
                <a:lnTo>
                  <a:pt x="78581" y="7143"/>
                </a:lnTo>
                <a:cubicBezTo>
                  <a:pt x="78581" y="5060"/>
                  <a:pt x="79251" y="3348"/>
                  <a:pt x="80590" y="2009"/>
                </a:cubicBezTo>
                <a:cubicBezTo>
                  <a:pt x="81930" y="669"/>
                  <a:pt x="83641" y="0"/>
                  <a:pt x="85725" y="0"/>
                </a:cubicBezTo>
                <a:close/>
                <a:moveTo>
                  <a:pt x="42862" y="0"/>
                </a:moveTo>
                <a:cubicBezTo>
                  <a:pt x="44946" y="0"/>
                  <a:pt x="46657" y="669"/>
                  <a:pt x="47997" y="2009"/>
                </a:cubicBezTo>
                <a:cubicBezTo>
                  <a:pt x="49336" y="3348"/>
                  <a:pt x="50006" y="5060"/>
                  <a:pt x="50006" y="7143"/>
                </a:cubicBezTo>
                <a:lnTo>
                  <a:pt x="50006" y="42862"/>
                </a:lnTo>
                <a:cubicBezTo>
                  <a:pt x="50006" y="44946"/>
                  <a:pt x="49336" y="46657"/>
                  <a:pt x="47997" y="47997"/>
                </a:cubicBezTo>
                <a:cubicBezTo>
                  <a:pt x="46657" y="49336"/>
                  <a:pt x="44946" y="50006"/>
                  <a:pt x="42862" y="50006"/>
                </a:cubicBezTo>
                <a:cubicBezTo>
                  <a:pt x="40779" y="50006"/>
                  <a:pt x="39067" y="49336"/>
                  <a:pt x="37728" y="47997"/>
                </a:cubicBezTo>
                <a:cubicBezTo>
                  <a:pt x="36388" y="46657"/>
                  <a:pt x="35718" y="44946"/>
                  <a:pt x="35718" y="42862"/>
                </a:cubicBezTo>
                <a:lnTo>
                  <a:pt x="35718" y="7143"/>
                </a:lnTo>
                <a:cubicBezTo>
                  <a:pt x="35718" y="5060"/>
                  <a:pt x="36388" y="3348"/>
                  <a:pt x="37728" y="2009"/>
                </a:cubicBezTo>
                <a:cubicBezTo>
                  <a:pt x="39067" y="669"/>
                  <a:pt x="40779" y="0"/>
                  <a:pt x="4286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77" name="Freeform 76"/>
          <p:cNvSpPr/>
          <p:nvPr/>
        </p:nvSpPr>
        <p:spPr>
          <a:xfrm>
            <a:off x="3583861" y="272653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9120" y="108942"/>
                </a:moveTo>
                <a:lnTo>
                  <a:pt x="79921" y="148232"/>
                </a:lnTo>
                <a:lnTo>
                  <a:pt x="118765" y="133498"/>
                </a:lnTo>
                <a:close/>
                <a:moveTo>
                  <a:pt x="150019" y="84385"/>
                </a:moveTo>
                <a:lnTo>
                  <a:pt x="110728" y="100012"/>
                </a:lnTo>
                <a:lnTo>
                  <a:pt x="130374" y="125015"/>
                </a:lnTo>
                <a:close/>
                <a:moveTo>
                  <a:pt x="168046" y="61726"/>
                </a:moveTo>
                <a:cubicBezTo>
                  <a:pt x="169348" y="61949"/>
                  <a:pt x="170557" y="62656"/>
                  <a:pt x="171673" y="63847"/>
                </a:cubicBezTo>
                <a:cubicBezTo>
                  <a:pt x="173906" y="66228"/>
                  <a:pt x="174278" y="68907"/>
                  <a:pt x="172790" y="71884"/>
                </a:cubicBezTo>
                <a:lnTo>
                  <a:pt x="138857" y="137963"/>
                </a:lnTo>
                <a:cubicBezTo>
                  <a:pt x="138262" y="139154"/>
                  <a:pt x="137369" y="140196"/>
                  <a:pt x="136178" y="141089"/>
                </a:cubicBezTo>
                <a:lnTo>
                  <a:pt x="67866" y="169217"/>
                </a:lnTo>
                <a:cubicBezTo>
                  <a:pt x="66973" y="169813"/>
                  <a:pt x="65931" y="170110"/>
                  <a:pt x="64740" y="170110"/>
                </a:cubicBezTo>
                <a:cubicBezTo>
                  <a:pt x="62955" y="170110"/>
                  <a:pt x="61317" y="169366"/>
                  <a:pt x="59829" y="167878"/>
                </a:cubicBezTo>
                <a:cubicBezTo>
                  <a:pt x="57746" y="165497"/>
                  <a:pt x="57448" y="162966"/>
                  <a:pt x="58936" y="160288"/>
                </a:cubicBezTo>
                <a:lnTo>
                  <a:pt x="90637" y="95547"/>
                </a:lnTo>
                <a:cubicBezTo>
                  <a:pt x="91530" y="94357"/>
                  <a:pt x="92571" y="93315"/>
                  <a:pt x="93762" y="92422"/>
                </a:cubicBezTo>
                <a:lnTo>
                  <a:pt x="163860" y="62507"/>
                </a:lnTo>
                <a:cubicBezTo>
                  <a:pt x="165348" y="61763"/>
                  <a:pt x="166744" y="61503"/>
                  <a:pt x="168046" y="61726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645"/>
                  <a:pt x="43532" y="185291"/>
                </a:cubicBezTo>
                <a:cubicBezTo>
                  <a:pt x="63029" y="204936"/>
                  <a:pt x="86618" y="214759"/>
                  <a:pt x="114300" y="214759"/>
                </a:cubicBezTo>
                <a:cubicBezTo>
                  <a:pt x="141982" y="214759"/>
                  <a:pt x="165572" y="204936"/>
                  <a:pt x="185068" y="185291"/>
                </a:cubicBezTo>
                <a:cubicBezTo>
                  <a:pt x="204564" y="165645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78" name="Freeform 77"/>
          <p:cNvSpPr/>
          <p:nvPr/>
        </p:nvSpPr>
        <p:spPr>
          <a:xfrm>
            <a:off x="3920309" y="2726531"/>
            <a:ext cx="196957" cy="196447"/>
          </a:xfrm>
          <a:custGeom>
            <a:avLst/>
            <a:gdLst/>
            <a:ahLst/>
            <a:cxnLst/>
            <a:rect l="l" t="t" r="r" b="b"/>
            <a:pathLst>
              <a:path w="229195" h="228600">
                <a:moveTo>
                  <a:pt x="45095" y="14287"/>
                </a:moveTo>
                <a:cubicBezTo>
                  <a:pt x="43905" y="14287"/>
                  <a:pt x="42863" y="14585"/>
                  <a:pt x="41970" y="15180"/>
                </a:cubicBezTo>
                <a:cubicBezTo>
                  <a:pt x="35719" y="19645"/>
                  <a:pt x="29840" y="24631"/>
                  <a:pt x="24334" y="30137"/>
                </a:cubicBezTo>
                <a:cubicBezTo>
                  <a:pt x="18827" y="35644"/>
                  <a:pt x="15627" y="39588"/>
                  <a:pt x="14734" y="41969"/>
                </a:cubicBezTo>
                <a:cubicBezTo>
                  <a:pt x="15925" y="69651"/>
                  <a:pt x="38026" y="104998"/>
                  <a:pt x="81037" y="148009"/>
                </a:cubicBezTo>
                <a:cubicBezTo>
                  <a:pt x="124048" y="191021"/>
                  <a:pt x="159395" y="213122"/>
                  <a:pt x="187077" y="214312"/>
                </a:cubicBezTo>
                <a:cubicBezTo>
                  <a:pt x="189458" y="213419"/>
                  <a:pt x="193402" y="210219"/>
                  <a:pt x="198909" y="204713"/>
                </a:cubicBezTo>
                <a:cubicBezTo>
                  <a:pt x="204416" y="199206"/>
                  <a:pt x="209401" y="193327"/>
                  <a:pt x="213866" y="187077"/>
                </a:cubicBezTo>
                <a:cubicBezTo>
                  <a:pt x="214759" y="185588"/>
                  <a:pt x="215057" y="184398"/>
                  <a:pt x="214759" y="183505"/>
                </a:cubicBezTo>
                <a:cubicBezTo>
                  <a:pt x="197198" y="171301"/>
                  <a:pt x="182315" y="161478"/>
                  <a:pt x="170111" y="154037"/>
                </a:cubicBezTo>
                <a:cubicBezTo>
                  <a:pt x="168920" y="154037"/>
                  <a:pt x="167432" y="154483"/>
                  <a:pt x="165646" y="155376"/>
                </a:cubicBezTo>
                <a:cubicBezTo>
                  <a:pt x="162967" y="156567"/>
                  <a:pt x="156270" y="160288"/>
                  <a:pt x="145554" y="166538"/>
                </a:cubicBezTo>
                <a:lnTo>
                  <a:pt x="137964" y="171003"/>
                </a:lnTo>
                <a:lnTo>
                  <a:pt x="130374" y="165645"/>
                </a:lnTo>
                <a:cubicBezTo>
                  <a:pt x="120551" y="158799"/>
                  <a:pt x="108645" y="148381"/>
                  <a:pt x="94655" y="134391"/>
                </a:cubicBezTo>
                <a:cubicBezTo>
                  <a:pt x="80665" y="120402"/>
                  <a:pt x="70247" y="108495"/>
                  <a:pt x="63401" y="98673"/>
                </a:cubicBezTo>
                <a:lnTo>
                  <a:pt x="58043" y="91082"/>
                </a:lnTo>
                <a:lnTo>
                  <a:pt x="62508" y="83046"/>
                </a:lnTo>
                <a:cubicBezTo>
                  <a:pt x="68461" y="72628"/>
                  <a:pt x="72182" y="66079"/>
                  <a:pt x="73670" y="63400"/>
                </a:cubicBezTo>
                <a:cubicBezTo>
                  <a:pt x="74563" y="61614"/>
                  <a:pt x="75010" y="60126"/>
                  <a:pt x="75010" y="58936"/>
                </a:cubicBezTo>
                <a:cubicBezTo>
                  <a:pt x="64294" y="41969"/>
                  <a:pt x="54471" y="27086"/>
                  <a:pt x="45542" y="14287"/>
                </a:cubicBezTo>
                <a:cubicBezTo>
                  <a:pt x="45244" y="14287"/>
                  <a:pt x="45095" y="14287"/>
                  <a:pt x="45095" y="14287"/>
                </a:cubicBezTo>
                <a:close/>
                <a:moveTo>
                  <a:pt x="169664" y="0"/>
                </a:moveTo>
                <a:lnTo>
                  <a:pt x="221010" y="0"/>
                </a:lnTo>
                <a:lnTo>
                  <a:pt x="223689" y="0"/>
                </a:lnTo>
                <a:cubicBezTo>
                  <a:pt x="225177" y="0"/>
                  <a:pt x="226368" y="446"/>
                  <a:pt x="227261" y="1339"/>
                </a:cubicBezTo>
                <a:cubicBezTo>
                  <a:pt x="228154" y="2232"/>
                  <a:pt x="228600" y="3572"/>
                  <a:pt x="228600" y="5357"/>
                </a:cubicBezTo>
                <a:lnTo>
                  <a:pt x="228600" y="8036"/>
                </a:lnTo>
                <a:lnTo>
                  <a:pt x="228600" y="59382"/>
                </a:lnTo>
                <a:cubicBezTo>
                  <a:pt x="228600" y="62656"/>
                  <a:pt x="226814" y="64293"/>
                  <a:pt x="223242" y="64293"/>
                </a:cubicBezTo>
                <a:lnTo>
                  <a:pt x="219671" y="64293"/>
                </a:lnTo>
                <a:cubicBezTo>
                  <a:pt x="218182" y="64293"/>
                  <a:pt x="216917" y="63772"/>
                  <a:pt x="215875" y="62731"/>
                </a:cubicBezTo>
                <a:cubicBezTo>
                  <a:pt x="214834" y="61689"/>
                  <a:pt x="214313" y="60424"/>
                  <a:pt x="214313" y="58936"/>
                </a:cubicBezTo>
                <a:lnTo>
                  <a:pt x="214759" y="24110"/>
                </a:lnTo>
                <a:lnTo>
                  <a:pt x="153144" y="85278"/>
                </a:lnTo>
                <a:cubicBezTo>
                  <a:pt x="149870" y="88552"/>
                  <a:pt x="146522" y="88552"/>
                  <a:pt x="143098" y="85278"/>
                </a:cubicBezTo>
                <a:cubicBezTo>
                  <a:pt x="139675" y="82004"/>
                  <a:pt x="139601" y="78730"/>
                  <a:pt x="142875" y="75455"/>
                </a:cubicBezTo>
                <a:lnTo>
                  <a:pt x="204044" y="14287"/>
                </a:lnTo>
                <a:lnTo>
                  <a:pt x="170557" y="14287"/>
                </a:lnTo>
                <a:cubicBezTo>
                  <a:pt x="166985" y="14287"/>
                  <a:pt x="164902" y="12501"/>
                  <a:pt x="164306" y="8929"/>
                </a:cubicBezTo>
                <a:lnTo>
                  <a:pt x="164306" y="5357"/>
                </a:lnTo>
                <a:cubicBezTo>
                  <a:pt x="164604" y="3869"/>
                  <a:pt x="165274" y="2604"/>
                  <a:pt x="166316" y="1562"/>
                </a:cubicBezTo>
                <a:cubicBezTo>
                  <a:pt x="167357" y="521"/>
                  <a:pt x="168474" y="0"/>
                  <a:pt x="169664" y="0"/>
                </a:cubicBezTo>
                <a:close/>
                <a:moveTo>
                  <a:pt x="45095" y="0"/>
                </a:moveTo>
                <a:cubicBezTo>
                  <a:pt x="50155" y="0"/>
                  <a:pt x="54025" y="1637"/>
                  <a:pt x="56704" y="4911"/>
                </a:cubicBezTo>
                <a:cubicBezTo>
                  <a:pt x="63848" y="14734"/>
                  <a:pt x="74117" y="30212"/>
                  <a:pt x="87511" y="51345"/>
                </a:cubicBezTo>
                <a:cubicBezTo>
                  <a:pt x="90488" y="56405"/>
                  <a:pt x="90041" y="62656"/>
                  <a:pt x="86172" y="70098"/>
                </a:cubicBezTo>
                <a:cubicBezTo>
                  <a:pt x="84683" y="72777"/>
                  <a:pt x="80963" y="79474"/>
                  <a:pt x="75010" y="90189"/>
                </a:cubicBezTo>
                <a:cubicBezTo>
                  <a:pt x="81260" y="99417"/>
                  <a:pt x="91232" y="110728"/>
                  <a:pt x="104924" y="124122"/>
                </a:cubicBezTo>
                <a:cubicBezTo>
                  <a:pt x="118319" y="137517"/>
                  <a:pt x="129481" y="147488"/>
                  <a:pt x="138410" y="154037"/>
                </a:cubicBezTo>
                <a:cubicBezTo>
                  <a:pt x="149126" y="148084"/>
                  <a:pt x="155972" y="144214"/>
                  <a:pt x="158949" y="142428"/>
                </a:cubicBezTo>
                <a:cubicBezTo>
                  <a:pt x="162818" y="140642"/>
                  <a:pt x="166539" y="139749"/>
                  <a:pt x="170111" y="139749"/>
                </a:cubicBezTo>
                <a:cubicBezTo>
                  <a:pt x="172790" y="139749"/>
                  <a:pt x="175171" y="140345"/>
                  <a:pt x="177255" y="141535"/>
                </a:cubicBezTo>
                <a:cubicBezTo>
                  <a:pt x="190947" y="149870"/>
                  <a:pt x="206425" y="160139"/>
                  <a:pt x="223689" y="172343"/>
                </a:cubicBezTo>
                <a:cubicBezTo>
                  <a:pt x="226665" y="174426"/>
                  <a:pt x="228451" y="177626"/>
                  <a:pt x="229047" y="181942"/>
                </a:cubicBezTo>
                <a:cubicBezTo>
                  <a:pt x="229642" y="186258"/>
                  <a:pt x="228451" y="190648"/>
                  <a:pt x="225475" y="195113"/>
                </a:cubicBezTo>
                <a:cubicBezTo>
                  <a:pt x="223987" y="197495"/>
                  <a:pt x="221605" y="200694"/>
                  <a:pt x="218331" y="204713"/>
                </a:cubicBezTo>
                <a:cubicBezTo>
                  <a:pt x="215057" y="208731"/>
                  <a:pt x="210146" y="213717"/>
                  <a:pt x="203597" y="219670"/>
                </a:cubicBezTo>
                <a:cubicBezTo>
                  <a:pt x="197049" y="225623"/>
                  <a:pt x="191691" y="228600"/>
                  <a:pt x="187524" y="228600"/>
                </a:cubicBezTo>
                <a:lnTo>
                  <a:pt x="187077" y="228600"/>
                </a:lnTo>
                <a:cubicBezTo>
                  <a:pt x="155526" y="227707"/>
                  <a:pt x="116756" y="204192"/>
                  <a:pt x="70768" y="158055"/>
                </a:cubicBezTo>
                <a:cubicBezTo>
                  <a:pt x="24780" y="111918"/>
                  <a:pt x="1191" y="73223"/>
                  <a:pt x="0" y="41969"/>
                </a:cubicBezTo>
                <a:cubicBezTo>
                  <a:pt x="0" y="37802"/>
                  <a:pt x="3051" y="32295"/>
                  <a:pt x="9153" y="25449"/>
                </a:cubicBezTo>
                <a:cubicBezTo>
                  <a:pt x="15255" y="18603"/>
                  <a:pt x="20315" y="13617"/>
                  <a:pt x="24334" y="10492"/>
                </a:cubicBezTo>
                <a:cubicBezTo>
                  <a:pt x="28352" y="7367"/>
                  <a:pt x="31552" y="5060"/>
                  <a:pt x="33933" y="3572"/>
                </a:cubicBezTo>
                <a:cubicBezTo>
                  <a:pt x="37207" y="1190"/>
                  <a:pt x="40928" y="0"/>
                  <a:pt x="450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79" name="Freeform 78"/>
          <p:cNvSpPr/>
          <p:nvPr/>
        </p:nvSpPr>
        <p:spPr>
          <a:xfrm>
            <a:off x="4257268" y="2726531"/>
            <a:ext cx="196957" cy="196447"/>
          </a:xfrm>
          <a:custGeom>
            <a:avLst/>
            <a:gdLst/>
            <a:ahLst/>
            <a:cxnLst/>
            <a:rect l="l" t="t" r="r" b="b"/>
            <a:pathLst>
              <a:path w="229195" h="228600">
                <a:moveTo>
                  <a:pt x="45095" y="14287"/>
                </a:moveTo>
                <a:cubicBezTo>
                  <a:pt x="43905" y="14287"/>
                  <a:pt x="42863" y="14585"/>
                  <a:pt x="41970" y="15180"/>
                </a:cubicBezTo>
                <a:cubicBezTo>
                  <a:pt x="35719" y="19645"/>
                  <a:pt x="29840" y="24631"/>
                  <a:pt x="24334" y="30137"/>
                </a:cubicBezTo>
                <a:cubicBezTo>
                  <a:pt x="18827" y="35644"/>
                  <a:pt x="15627" y="39588"/>
                  <a:pt x="14734" y="41969"/>
                </a:cubicBezTo>
                <a:cubicBezTo>
                  <a:pt x="15925" y="69651"/>
                  <a:pt x="38026" y="104998"/>
                  <a:pt x="81037" y="148009"/>
                </a:cubicBezTo>
                <a:cubicBezTo>
                  <a:pt x="124048" y="191021"/>
                  <a:pt x="159395" y="213122"/>
                  <a:pt x="187077" y="214312"/>
                </a:cubicBezTo>
                <a:cubicBezTo>
                  <a:pt x="189458" y="213419"/>
                  <a:pt x="193402" y="210219"/>
                  <a:pt x="198909" y="204713"/>
                </a:cubicBezTo>
                <a:cubicBezTo>
                  <a:pt x="204416" y="199206"/>
                  <a:pt x="209401" y="193327"/>
                  <a:pt x="213866" y="187077"/>
                </a:cubicBezTo>
                <a:cubicBezTo>
                  <a:pt x="214759" y="185588"/>
                  <a:pt x="215057" y="184398"/>
                  <a:pt x="214759" y="183505"/>
                </a:cubicBezTo>
                <a:cubicBezTo>
                  <a:pt x="197198" y="171301"/>
                  <a:pt x="182315" y="161478"/>
                  <a:pt x="170111" y="154037"/>
                </a:cubicBezTo>
                <a:cubicBezTo>
                  <a:pt x="168920" y="154037"/>
                  <a:pt x="167432" y="154483"/>
                  <a:pt x="165646" y="155376"/>
                </a:cubicBezTo>
                <a:cubicBezTo>
                  <a:pt x="162967" y="156567"/>
                  <a:pt x="156270" y="160288"/>
                  <a:pt x="145554" y="166538"/>
                </a:cubicBezTo>
                <a:lnTo>
                  <a:pt x="137964" y="171003"/>
                </a:lnTo>
                <a:lnTo>
                  <a:pt x="130374" y="165645"/>
                </a:lnTo>
                <a:cubicBezTo>
                  <a:pt x="120551" y="158799"/>
                  <a:pt x="108645" y="148381"/>
                  <a:pt x="94655" y="134391"/>
                </a:cubicBezTo>
                <a:cubicBezTo>
                  <a:pt x="80665" y="120402"/>
                  <a:pt x="70247" y="108495"/>
                  <a:pt x="63401" y="98673"/>
                </a:cubicBezTo>
                <a:lnTo>
                  <a:pt x="58043" y="91082"/>
                </a:lnTo>
                <a:lnTo>
                  <a:pt x="62508" y="83046"/>
                </a:lnTo>
                <a:cubicBezTo>
                  <a:pt x="68461" y="72628"/>
                  <a:pt x="72182" y="66079"/>
                  <a:pt x="73670" y="63400"/>
                </a:cubicBezTo>
                <a:cubicBezTo>
                  <a:pt x="74563" y="61614"/>
                  <a:pt x="75010" y="60126"/>
                  <a:pt x="75010" y="58936"/>
                </a:cubicBezTo>
                <a:cubicBezTo>
                  <a:pt x="64294" y="41969"/>
                  <a:pt x="54471" y="27086"/>
                  <a:pt x="45542" y="14287"/>
                </a:cubicBezTo>
                <a:cubicBezTo>
                  <a:pt x="45244" y="14287"/>
                  <a:pt x="45095" y="14287"/>
                  <a:pt x="45095" y="14287"/>
                </a:cubicBezTo>
                <a:close/>
                <a:moveTo>
                  <a:pt x="220619" y="223"/>
                </a:moveTo>
                <a:cubicBezTo>
                  <a:pt x="222294" y="223"/>
                  <a:pt x="223987" y="1041"/>
                  <a:pt x="225698" y="2679"/>
                </a:cubicBezTo>
                <a:cubicBezTo>
                  <a:pt x="229121" y="5953"/>
                  <a:pt x="229196" y="9376"/>
                  <a:pt x="225921" y="12948"/>
                </a:cubicBezTo>
                <a:lnTo>
                  <a:pt x="167432" y="71437"/>
                </a:lnTo>
                <a:lnTo>
                  <a:pt x="201365" y="71437"/>
                </a:lnTo>
                <a:cubicBezTo>
                  <a:pt x="204639" y="71139"/>
                  <a:pt x="206574" y="72925"/>
                  <a:pt x="207169" y="76795"/>
                </a:cubicBezTo>
                <a:lnTo>
                  <a:pt x="207169" y="80367"/>
                </a:lnTo>
                <a:cubicBezTo>
                  <a:pt x="207169" y="81855"/>
                  <a:pt x="206648" y="83120"/>
                  <a:pt x="205606" y="84162"/>
                </a:cubicBezTo>
                <a:cubicBezTo>
                  <a:pt x="204564" y="85204"/>
                  <a:pt x="203299" y="85725"/>
                  <a:pt x="201811" y="85725"/>
                </a:cubicBezTo>
                <a:lnTo>
                  <a:pt x="150465" y="85278"/>
                </a:lnTo>
                <a:lnTo>
                  <a:pt x="147787" y="85725"/>
                </a:lnTo>
                <a:cubicBezTo>
                  <a:pt x="146298" y="85725"/>
                  <a:pt x="145108" y="85129"/>
                  <a:pt x="144215" y="83939"/>
                </a:cubicBezTo>
                <a:cubicBezTo>
                  <a:pt x="143322" y="83046"/>
                  <a:pt x="142875" y="81855"/>
                  <a:pt x="142875" y="80367"/>
                </a:cubicBezTo>
                <a:lnTo>
                  <a:pt x="143322" y="77688"/>
                </a:lnTo>
                <a:lnTo>
                  <a:pt x="142875" y="77688"/>
                </a:lnTo>
                <a:lnTo>
                  <a:pt x="143322" y="25896"/>
                </a:lnTo>
                <a:cubicBezTo>
                  <a:pt x="143322" y="22919"/>
                  <a:pt x="145108" y="21431"/>
                  <a:pt x="148680" y="21431"/>
                </a:cubicBezTo>
                <a:lnTo>
                  <a:pt x="152251" y="21431"/>
                </a:lnTo>
                <a:cubicBezTo>
                  <a:pt x="153740" y="21431"/>
                  <a:pt x="154930" y="21952"/>
                  <a:pt x="155823" y="22994"/>
                </a:cubicBezTo>
                <a:cubicBezTo>
                  <a:pt x="156716" y="24035"/>
                  <a:pt x="157163" y="25300"/>
                  <a:pt x="157163" y="26789"/>
                </a:cubicBezTo>
                <a:lnTo>
                  <a:pt x="157163" y="61168"/>
                </a:lnTo>
                <a:lnTo>
                  <a:pt x="215652" y="2679"/>
                </a:lnTo>
                <a:cubicBezTo>
                  <a:pt x="217289" y="1041"/>
                  <a:pt x="218945" y="223"/>
                  <a:pt x="220619" y="223"/>
                </a:cubicBezTo>
                <a:close/>
                <a:moveTo>
                  <a:pt x="45095" y="0"/>
                </a:moveTo>
                <a:cubicBezTo>
                  <a:pt x="50155" y="0"/>
                  <a:pt x="54025" y="1637"/>
                  <a:pt x="56704" y="4911"/>
                </a:cubicBezTo>
                <a:cubicBezTo>
                  <a:pt x="63848" y="14734"/>
                  <a:pt x="74117" y="30212"/>
                  <a:pt x="87511" y="51345"/>
                </a:cubicBezTo>
                <a:cubicBezTo>
                  <a:pt x="90488" y="56405"/>
                  <a:pt x="90041" y="62656"/>
                  <a:pt x="86172" y="70098"/>
                </a:cubicBezTo>
                <a:cubicBezTo>
                  <a:pt x="84683" y="72777"/>
                  <a:pt x="80963" y="79474"/>
                  <a:pt x="75010" y="90189"/>
                </a:cubicBezTo>
                <a:cubicBezTo>
                  <a:pt x="81260" y="99417"/>
                  <a:pt x="91232" y="110728"/>
                  <a:pt x="104924" y="124122"/>
                </a:cubicBezTo>
                <a:cubicBezTo>
                  <a:pt x="118319" y="137517"/>
                  <a:pt x="129481" y="147488"/>
                  <a:pt x="138410" y="154037"/>
                </a:cubicBezTo>
                <a:cubicBezTo>
                  <a:pt x="149126" y="148084"/>
                  <a:pt x="155972" y="144214"/>
                  <a:pt x="158949" y="142428"/>
                </a:cubicBezTo>
                <a:cubicBezTo>
                  <a:pt x="162818" y="140642"/>
                  <a:pt x="166539" y="139749"/>
                  <a:pt x="170111" y="139749"/>
                </a:cubicBezTo>
                <a:cubicBezTo>
                  <a:pt x="172790" y="139749"/>
                  <a:pt x="175171" y="140345"/>
                  <a:pt x="177255" y="141535"/>
                </a:cubicBezTo>
                <a:cubicBezTo>
                  <a:pt x="190947" y="149870"/>
                  <a:pt x="206425" y="160139"/>
                  <a:pt x="223689" y="172343"/>
                </a:cubicBezTo>
                <a:cubicBezTo>
                  <a:pt x="226665" y="174426"/>
                  <a:pt x="228451" y="177626"/>
                  <a:pt x="229047" y="181942"/>
                </a:cubicBezTo>
                <a:cubicBezTo>
                  <a:pt x="229642" y="186258"/>
                  <a:pt x="228451" y="190648"/>
                  <a:pt x="225475" y="195113"/>
                </a:cubicBezTo>
                <a:cubicBezTo>
                  <a:pt x="223987" y="197495"/>
                  <a:pt x="221605" y="200694"/>
                  <a:pt x="218331" y="204713"/>
                </a:cubicBezTo>
                <a:cubicBezTo>
                  <a:pt x="215057" y="208731"/>
                  <a:pt x="210146" y="213717"/>
                  <a:pt x="203597" y="219670"/>
                </a:cubicBezTo>
                <a:cubicBezTo>
                  <a:pt x="197049" y="225623"/>
                  <a:pt x="191691" y="228600"/>
                  <a:pt x="187524" y="228600"/>
                </a:cubicBezTo>
                <a:lnTo>
                  <a:pt x="187077" y="228600"/>
                </a:lnTo>
                <a:cubicBezTo>
                  <a:pt x="155526" y="227707"/>
                  <a:pt x="116756" y="204192"/>
                  <a:pt x="70768" y="158055"/>
                </a:cubicBezTo>
                <a:cubicBezTo>
                  <a:pt x="24780" y="111918"/>
                  <a:pt x="1191" y="73223"/>
                  <a:pt x="0" y="41969"/>
                </a:cubicBezTo>
                <a:cubicBezTo>
                  <a:pt x="0" y="37802"/>
                  <a:pt x="3051" y="32295"/>
                  <a:pt x="9153" y="25449"/>
                </a:cubicBezTo>
                <a:cubicBezTo>
                  <a:pt x="15255" y="18603"/>
                  <a:pt x="20315" y="13617"/>
                  <a:pt x="24334" y="10492"/>
                </a:cubicBezTo>
                <a:cubicBezTo>
                  <a:pt x="28352" y="7367"/>
                  <a:pt x="31552" y="5060"/>
                  <a:pt x="33933" y="3572"/>
                </a:cubicBezTo>
                <a:cubicBezTo>
                  <a:pt x="37207" y="1190"/>
                  <a:pt x="40928" y="0"/>
                  <a:pt x="4509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80" name="Freeform 79"/>
          <p:cNvSpPr/>
          <p:nvPr/>
        </p:nvSpPr>
        <p:spPr>
          <a:xfrm>
            <a:off x="4594226" y="2726206"/>
            <a:ext cx="196447" cy="197097"/>
          </a:xfrm>
          <a:custGeom>
            <a:avLst/>
            <a:gdLst/>
            <a:ahLst/>
            <a:cxnLst/>
            <a:rect l="l" t="t" r="r" b="b"/>
            <a:pathLst>
              <a:path w="228600" h="229357">
                <a:moveTo>
                  <a:pt x="186631" y="14734"/>
                </a:moveTo>
                <a:cubicBezTo>
                  <a:pt x="158949" y="15925"/>
                  <a:pt x="123676" y="38026"/>
                  <a:pt x="80814" y="81037"/>
                </a:cubicBezTo>
                <a:cubicBezTo>
                  <a:pt x="37951" y="124048"/>
                  <a:pt x="15776" y="159395"/>
                  <a:pt x="14288" y="187077"/>
                </a:cubicBezTo>
                <a:cubicBezTo>
                  <a:pt x="15181" y="189458"/>
                  <a:pt x="18455" y="193402"/>
                  <a:pt x="24110" y="198909"/>
                </a:cubicBezTo>
                <a:cubicBezTo>
                  <a:pt x="29766" y="204416"/>
                  <a:pt x="35719" y="209401"/>
                  <a:pt x="41970" y="213866"/>
                </a:cubicBezTo>
                <a:cubicBezTo>
                  <a:pt x="43160" y="214759"/>
                  <a:pt x="44202" y="215057"/>
                  <a:pt x="45095" y="214759"/>
                </a:cubicBezTo>
                <a:cubicBezTo>
                  <a:pt x="57597" y="196900"/>
                  <a:pt x="67568" y="182017"/>
                  <a:pt x="75010" y="170111"/>
                </a:cubicBezTo>
                <a:cubicBezTo>
                  <a:pt x="75010" y="168920"/>
                  <a:pt x="74563" y="167432"/>
                  <a:pt x="73670" y="165646"/>
                </a:cubicBezTo>
                <a:cubicBezTo>
                  <a:pt x="72182" y="162967"/>
                  <a:pt x="68461" y="156270"/>
                  <a:pt x="62508" y="145554"/>
                </a:cubicBezTo>
                <a:lnTo>
                  <a:pt x="58043" y="137964"/>
                </a:lnTo>
                <a:lnTo>
                  <a:pt x="62955" y="130374"/>
                </a:lnTo>
                <a:cubicBezTo>
                  <a:pt x="69801" y="120551"/>
                  <a:pt x="80367" y="108645"/>
                  <a:pt x="94655" y="94655"/>
                </a:cubicBezTo>
                <a:cubicBezTo>
                  <a:pt x="108645" y="80665"/>
                  <a:pt x="120551" y="70247"/>
                  <a:pt x="130374" y="63401"/>
                </a:cubicBezTo>
                <a:lnTo>
                  <a:pt x="137517" y="58043"/>
                </a:lnTo>
                <a:lnTo>
                  <a:pt x="145554" y="62508"/>
                </a:lnTo>
                <a:cubicBezTo>
                  <a:pt x="156270" y="68461"/>
                  <a:pt x="162967" y="72182"/>
                  <a:pt x="165646" y="73670"/>
                </a:cubicBezTo>
                <a:cubicBezTo>
                  <a:pt x="167432" y="74563"/>
                  <a:pt x="168920" y="75010"/>
                  <a:pt x="170111" y="75010"/>
                </a:cubicBezTo>
                <a:cubicBezTo>
                  <a:pt x="187077" y="64294"/>
                  <a:pt x="201960" y="54471"/>
                  <a:pt x="214759" y="45542"/>
                </a:cubicBezTo>
                <a:cubicBezTo>
                  <a:pt x="214759" y="45244"/>
                  <a:pt x="214759" y="45095"/>
                  <a:pt x="214759" y="45095"/>
                </a:cubicBezTo>
                <a:cubicBezTo>
                  <a:pt x="214759" y="43904"/>
                  <a:pt x="214462" y="42863"/>
                  <a:pt x="213866" y="41970"/>
                </a:cubicBezTo>
                <a:cubicBezTo>
                  <a:pt x="209401" y="35719"/>
                  <a:pt x="204416" y="29840"/>
                  <a:pt x="198909" y="24334"/>
                </a:cubicBezTo>
                <a:cubicBezTo>
                  <a:pt x="193402" y="18827"/>
                  <a:pt x="189310" y="15627"/>
                  <a:pt x="186631" y="14734"/>
                </a:cubicBezTo>
                <a:close/>
                <a:moveTo>
                  <a:pt x="187077" y="0"/>
                </a:moveTo>
                <a:cubicBezTo>
                  <a:pt x="191244" y="0"/>
                  <a:pt x="196677" y="3051"/>
                  <a:pt x="203374" y="9153"/>
                </a:cubicBezTo>
                <a:cubicBezTo>
                  <a:pt x="210071" y="15255"/>
                  <a:pt x="214908" y="20241"/>
                  <a:pt x="217885" y="24110"/>
                </a:cubicBezTo>
                <a:cubicBezTo>
                  <a:pt x="220861" y="27980"/>
                  <a:pt x="223242" y="31254"/>
                  <a:pt x="225028" y="33933"/>
                </a:cubicBezTo>
                <a:cubicBezTo>
                  <a:pt x="227410" y="37207"/>
                  <a:pt x="228600" y="40928"/>
                  <a:pt x="228600" y="45095"/>
                </a:cubicBezTo>
                <a:cubicBezTo>
                  <a:pt x="228600" y="50155"/>
                  <a:pt x="226814" y="54025"/>
                  <a:pt x="223242" y="56704"/>
                </a:cubicBezTo>
                <a:cubicBezTo>
                  <a:pt x="211336" y="65336"/>
                  <a:pt x="196007" y="75605"/>
                  <a:pt x="177255" y="87511"/>
                </a:cubicBezTo>
                <a:cubicBezTo>
                  <a:pt x="172194" y="90488"/>
                  <a:pt x="166092" y="90041"/>
                  <a:pt x="158949" y="86172"/>
                </a:cubicBezTo>
                <a:cubicBezTo>
                  <a:pt x="155972" y="84683"/>
                  <a:pt x="149126" y="80963"/>
                  <a:pt x="138410" y="75010"/>
                </a:cubicBezTo>
                <a:cubicBezTo>
                  <a:pt x="129183" y="81558"/>
                  <a:pt x="117872" y="91529"/>
                  <a:pt x="104478" y="104924"/>
                </a:cubicBezTo>
                <a:cubicBezTo>
                  <a:pt x="91083" y="118319"/>
                  <a:pt x="81112" y="129481"/>
                  <a:pt x="74563" y="138410"/>
                </a:cubicBezTo>
                <a:cubicBezTo>
                  <a:pt x="80814" y="149126"/>
                  <a:pt x="84683" y="155972"/>
                  <a:pt x="86172" y="158949"/>
                </a:cubicBezTo>
                <a:cubicBezTo>
                  <a:pt x="88255" y="162818"/>
                  <a:pt x="89297" y="166539"/>
                  <a:pt x="89297" y="170111"/>
                </a:cubicBezTo>
                <a:cubicBezTo>
                  <a:pt x="89297" y="172790"/>
                  <a:pt x="88702" y="175171"/>
                  <a:pt x="87511" y="177254"/>
                </a:cubicBezTo>
                <a:cubicBezTo>
                  <a:pt x="79177" y="190947"/>
                  <a:pt x="68908" y="206425"/>
                  <a:pt x="56704" y="223689"/>
                </a:cubicBezTo>
                <a:cubicBezTo>
                  <a:pt x="54323" y="226963"/>
                  <a:pt x="51048" y="228823"/>
                  <a:pt x="46881" y="229270"/>
                </a:cubicBezTo>
                <a:cubicBezTo>
                  <a:pt x="42714" y="229716"/>
                  <a:pt x="38249" y="228451"/>
                  <a:pt x="33487" y="225475"/>
                </a:cubicBezTo>
                <a:cubicBezTo>
                  <a:pt x="31403" y="223986"/>
                  <a:pt x="28352" y="221605"/>
                  <a:pt x="24334" y="218331"/>
                </a:cubicBezTo>
                <a:cubicBezTo>
                  <a:pt x="20315" y="215057"/>
                  <a:pt x="15255" y="210145"/>
                  <a:pt x="9153" y="203597"/>
                </a:cubicBezTo>
                <a:cubicBezTo>
                  <a:pt x="3051" y="197049"/>
                  <a:pt x="0" y="191691"/>
                  <a:pt x="0" y="187524"/>
                </a:cubicBezTo>
                <a:lnTo>
                  <a:pt x="0" y="187077"/>
                </a:lnTo>
                <a:cubicBezTo>
                  <a:pt x="1191" y="155526"/>
                  <a:pt x="24780" y="116756"/>
                  <a:pt x="70768" y="70768"/>
                </a:cubicBezTo>
                <a:cubicBezTo>
                  <a:pt x="116756" y="24780"/>
                  <a:pt x="155526" y="1191"/>
                  <a:pt x="1870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81" name="Freeform 80"/>
          <p:cNvSpPr/>
          <p:nvPr/>
        </p:nvSpPr>
        <p:spPr>
          <a:xfrm>
            <a:off x="4930674" y="272653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35731" y="164306"/>
                </a:moveTo>
                <a:lnTo>
                  <a:pt x="178594" y="164306"/>
                </a:lnTo>
                <a:cubicBezTo>
                  <a:pt x="180678" y="164306"/>
                  <a:pt x="182389" y="165050"/>
                  <a:pt x="183729" y="166538"/>
                </a:cubicBezTo>
                <a:cubicBezTo>
                  <a:pt x="185068" y="168027"/>
                  <a:pt x="185738" y="169738"/>
                  <a:pt x="185738" y="171673"/>
                </a:cubicBezTo>
                <a:cubicBezTo>
                  <a:pt x="185738" y="173608"/>
                  <a:pt x="185068" y="175245"/>
                  <a:pt x="183729" y="176584"/>
                </a:cubicBezTo>
                <a:cubicBezTo>
                  <a:pt x="182389" y="177924"/>
                  <a:pt x="180678" y="178593"/>
                  <a:pt x="178594" y="178593"/>
                </a:cubicBezTo>
                <a:lnTo>
                  <a:pt x="135731" y="178593"/>
                </a:lnTo>
                <a:cubicBezTo>
                  <a:pt x="133648" y="178593"/>
                  <a:pt x="131936" y="177924"/>
                  <a:pt x="130597" y="176584"/>
                </a:cubicBezTo>
                <a:cubicBezTo>
                  <a:pt x="129257" y="175245"/>
                  <a:pt x="128588" y="173608"/>
                  <a:pt x="128588" y="171673"/>
                </a:cubicBezTo>
                <a:cubicBezTo>
                  <a:pt x="128588" y="169738"/>
                  <a:pt x="129257" y="168027"/>
                  <a:pt x="130597" y="166538"/>
                </a:cubicBezTo>
                <a:cubicBezTo>
                  <a:pt x="131936" y="165050"/>
                  <a:pt x="133648" y="164306"/>
                  <a:pt x="135731" y="164306"/>
                </a:cubicBezTo>
                <a:close/>
                <a:moveTo>
                  <a:pt x="135731" y="135731"/>
                </a:moveTo>
                <a:lnTo>
                  <a:pt x="178594" y="135731"/>
                </a:lnTo>
                <a:cubicBezTo>
                  <a:pt x="180678" y="135731"/>
                  <a:pt x="182389" y="136475"/>
                  <a:pt x="183729" y="137963"/>
                </a:cubicBezTo>
                <a:cubicBezTo>
                  <a:pt x="185068" y="139452"/>
                  <a:pt x="185738" y="141163"/>
                  <a:pt x="185738" y="143098"/>
                </a:cubicBezTo>
                <a:cubicBezTo>
                  <a:pt x="185738" y="145033"/>
                  <a:pt x="185068" y="146670"/>
                  <a:pt x="183729" y="148009"/>
                </a:cubicBezTo>
                <a:cubicBezTo>
                  <a:pt x="182389" y="149349"/>
                  <a:pt x="180678" y="150018"/>
                  <a:pt x="178594" y="150018"/>
                </a:cubicBezTo>
                <a:lnTo>
                  <a:pt x="135731" y="150018"/>
                </a:lnTo>
                <a:cubicBezTo>
                  <a:pt x="133648" y="150018"/>
                  <a:pt x="131936" y="149349"/>
                  <a:pt x="130597" y="148009"/>
                </a:cubicBezTo>
                <a:cubicBezTo>
                  <a:pt x="129257" y="146670"/>
                  <a:pt x="128588" y="145033"/>
                  <a:pt x="128588" y="143098"/>
                </a:cubicBezTo>
                <a:cubicBezTo>
                  <a:pt x="128588" y="141163"/>
                  <a:pt x="129257" y="139452"/>
                  <a:pt x="130597" y="137963"/>
                </a:cubicBezTo>
                <a:cubicBezTo>
                  <a:pt x="131936" y="136475"/>
                  <a:pt x="133648" y="135731"/>
                  <a:pt x="135731" y="135731"/>
                </a:cubicBezTo>
                <a:close/>
                <a:moveTo>
                  <a:pt x="51290" y="129424"/>
                </a:moveTo>
                <a:cubicBezTo>
                  <a:pt x="52964" y="129461"/>
                  <a:pt x="54620" y="130373"/>
                  <a:pt x="56257" y="132159"/>
                </a:cubicBezTo>
                <a:lnTo>
                  <a:pt x="71438" y="147339"/>
                </a:lnTo>
                <a:lnTo>
                  <a:pt x="86618" y="132159"/>
                </a:lnTo>
                <a:cubicBezTo>
                  <a:pt x="89892" y="128587"/>
                  <a:pt x="93241" y="128513"/>
                  <a:pt x="96664" y="131936"/>
                </a:cubicBezTo>
                <a:cubicBezTo>
                  <a:pt x="100087" y="135359"/>
                  <a:pt x="100162" y="138707"/>
                  <a:pt x="96887" y="141982"/>
                </a:cubicBezTo>
                <a:lnTo>
                  <a:pt x="81707" y="157162"/>
                </a:lnTo>
                <a:lnTo>
                  <a:pt x="96887" y="172343"/>
                </a:lnTo>
                <a:cubicBezTo>
                  <a:pt x="100162" y="175617"/>
                  <a:pt x="100087" y="178965"/>
                  <a:pt x="96664" y="182388"/>
                </a:cubicBezTo>
                <a:cubicBezTo>
                  <a:pt x="93241" y="185812"/>
                  <a:pt x="89892" y="185886"/>
                  <a:pt x="86618" y="182612"/>
                </a:cubicBezTo>
                <a:lnTo>
                  <a:pt x="71438" y="167431"/>
                </a:lnTo>
                <a:lnTo>
                  <a:pt x="56257" y="182612"/>
                </a:lnTo>
                <a:cubicBezTo>
                  <a:pt x="52983" y="185886"/>
                  <a:pt x="49634" y="185812"/>
                  <a:pt x="46211" y="182388"/>
                </a:cubicBezTo>
                <a:cubicBezTo>
                  <a:pt x="42788" y="178965"/>
                  <a:pt x="42714" y="175617"/>
                  <a:pt x="45988" y="172343"/>
                </a:cubicBezTo>
                <a:lnTo>
                  <a:pt x="61169" y="157162"/>
                </a:lnTo>
                <a:lnTo>
                  <a:pt x="45988" y="141982"/>
                </a:lnTo>
                <a:cubicBezTo>
                  <a:pt x="42714" y="138707"/>
                  <a:pt x="42788" y="135359"/>
                  <a:pt x="46211" y="131936"/>
                </a:cubicBezTo>
                <a:cubicBezTo>
                  <a:pt x="47923" y="130224"/>
                  <a:pt x="49616" y="129387"/>
                  <a:pt x="51290" y="129424"/>
                </a:cubicBezTo>
                <a:close/>
                <a:moveTo>
                  <a:pt x="135731" y="64293"/>
                </a:moveTo>
                <a:lnTo>
                  <a:pt x="178594" y="64293"/>
                </a:lnTo>
                <a:cubicBezTo>
                  <a:pt x="180678" y="64293"/>
                  <a:pt x="182389" y="65038"/>
                  <a:pt x="183729" y="66526"/>
                </a:cubicBezTo>
                <a:cubicBezTo>
                  <a:pt x="185068" y="68014"/>
                  <a:pt x="185738" y="69726"/>
                  <a:pt x="185738" y="71660"/>
                </a:cubicBezTo>
                <a:cubicBezTo>
                  <a:pt x="185738" y="73595"/>
                  <a:pt x="185068" y="75232"/>
                  <a:pt x="183729" y="76572"/>
                </a:cubicBezTo>
                <a:cubicBezTo>
                  <a:pt x="182389" y="77911"/>
                  <a:pt x="180678" y="78581"/>
                  <a:pt x="178594" y="78581"/>
                </a:cubicBezTo>
                <a:lnTo>
                  <a:pt x="135731" y="78581"/>
                </a:lnTo>
                <a:cubicBezTo>
                  <a:pt x="133648" y="78581"/>
                  <a:pt x="131936" y="77911"/>
                  <a:pt x="130597" y="76572"/>
                </a:cubicBezTo>
                <a:cubicBezTo>
                  <a:pt x="129257" y="75232"/>
                  <a:pt x="128588" y="73595"/>
                  <a:pt x="128588" y="71660"/>
                </a:cubicBezTo>
                <a:cubicBezTo>
                  <a:pt x="128588" y="69726"/>
                  <a:pt x="129257" y="68014"/>
                  <a:pt x="130597" y="66526"/>
                </a:cubicBezTo>
                <a:cubicBezTo>
                  <a:pt x="131936" y="65038"/>
                  <a:pt x="133648" y="64293"/>
                  <a:pt x="135731" y="64293"/>
                </a:cubicBezTo>
                <a:close/>
                <a:moveTo>
                  <a:pt x="71438" y="42862"/>
                </a:moveTo>
                <a:cubicBezTo>
                  <a:pt x="73521" y="42862"/>
                  <a:pt x="75233" y="43606"/>
                  <a:pt x="76572" y="45095"/>
                </a:cubicBezTo>
                <a:cubicBezTo>
                  <a:pt x="77912" y="46583"/>
                  <a:pt x="78581" y="48220"/>
                  <a:pt x="78581" y="50006"/>
                </a:cubicBezTo>
                <a:lnTo>
                  <a:pt x="78581" y="64293"/>
                </a:lnTo>
                <a:lnTo>
                  <a:pt x="92869" y="64293"/>
                </a:lnTo>
                <a:cubicBezTo>
                  <a:pt x="94953" y="64293"/>
                  <a:pt x="96664" y="65038"/>
                  <a:pt x="98004" y="66526"/>
                </a:cubicBezTo>
                <a:cubicBezTo>
                  <a:pt x="99343" y="68014"/>
                  <a:pt x="100013" y="69726"/>
                  <a:pt x="100013" y="71660"/>
                </a:cubicBezTo>
                <a:cubicBezTo>
                  <a:pt x="100013" y="73595"/>
                  <a:pt x="99343" y="75232"/>
                  <a:pt x="98004" y="76572"/>
                </a:cubicBezTo>
                <a:cubicBezTo>
                  <a:pt x="96664" y="77911"/>
                  <a:pt x="94953" y="78581"/>
                  <a:pt x="92869" y="78581"/>
                </a:cubicBezTo>
                <a:lnTo>
                  <a:pt x="78581" y="78581"/>
                </a:lnTo>
                <a:lnTo>
                  <a:pt x="78581" y="92868"/>
                </a:lnTo>
                <a:cubicBezTo>
                  <a:pt x="78581" y="94952"/>
                  <a:pt x="77912" y="96664"/>
                  <a:pt x="76572" y="98003"/>
                </a:cubicBezTo>
                <a:cubicBezTo>
                  <a:pt x="75233" y="99342"/>
                  <a:pt x="73521" y="100012"/>
                  <a:pt x="71438" y="100012"/>
                </a:cubicBezTo>
                <a:cubicBezTo>
                  <a:pt x="69354" y="100012"/>
                  <a:pt x="67643" y="99342"/>
                  <a:pt x="66303" y="98003"/>
                </a:cubicBezTo>
                <a:cubicBezTo>
                  <a:pt x="64964" y="96664"/>
                  <a:pt x="64294" y="94952"/>
                  <a:pt x="64294" y="92868"/>
                </a:cubicBezTo>
                <a:lnTo>
                  <a:pt x="64294" y="78581"/>
                </a:lnTo>
                <a:lnTo>
                  <a:pt x="50006" y="78581"/>
                </a:lnTo>
                <a:cubicBezTo>
                  <a:pt x="47923" y="78581"/>
                  <a:pt x="46211" y="77911"/>
                  <a:pt x="44872" y="76572"/>
                </a:cubicBezTo>
                <a:cubicBezTo>
                  <a:pt x="43532" y="75232"/>
                  <a:pt x="42863" y="73595"/>
                  <a:pt x="42863" y="71660"/>
                </a:cubicBezTo>
                <a:cubicBezTo>
                  <a:pt x="42863" y="69726"/>
                  <a:pt x="43532" y="68014"/>
                  <a:pt x="44872" y="66526"/>
                </a:cubicBezTo>
                <a:cubicBezTo>
                  <a:pt x="46211" y="65038"/>
                  <a:pt x="47923" y="64293"/>
                  <a:pt x="50006" y="64293"/>
                </a:cubicBezTo>
                <a:lnTo>
                  <a:pt x="64294" y="64293"/>
                </a:lnTo>
                <a:lnTo>
                  <a:pt x="64294" y="50006"/>
                </a:lnTo>
                <a:cubicBezTo>
                  <a:pt x="64294" y="48220"/>
                  <a:pt x="64964" y="46583"/>
                  <a:pt x="66303" y="45095"/>
                </a:cubicBezTo>
                <a:cubicBezTo>
                  <a:pt x="67643" y="43606"/>
                  <a:pt x="69354" y="42862"/>
                  <a:pt x="71438" y="42862"/>
                </a:cubicBezTo>
                <a:close/>
                <a:moveTo>
                  <a:pt x="14288" y="14287"/>
                </a:moveTo>
                <a:lnTo>
                  <a:pt x="14288" y="214312"/>
                </a:lnTo>
                <a:lnTo>
                  <a:pt x="214313" y="214312"/>
                </a:lnTo>
                <a:lnTo>
                  <a:pt x="214313" y="14287"/>
                </a:lnTo>
                <a:close/>
                <a:moveTo>
                  <a:pt x="14288" y="0"/>
                </a:moveTo>
                <a:lnTo>
                  <a:pt x="214313" y="0"/>
                </a:lnTo>
                <a:cubicBezTo>
                  <a:pt x="218182" y="0"/>
                  <a:pt x="221531" y="1413"/>
                  <a:pt x="224359" y="4241"/>
                </a:cubicBezTo>
                <a:cubicBezTo>
                  <a:pt x="227186" y="7069"/>
                  <a:pt x="228600" y="10418"/>
                  <a:pt x="228600" y="14287"/>
                </a:cubicBezTo>
                <a:lnTo>
                  <a:pt x="228600" y="214312"/>
                </a:lnTo>
                <a:cubicBezTo>
                  <a:pt x="228600" y="218182"/>
                  <a:pt x="227186" y="221530"/>
                  <a:pt x="224359" y="224358"/>
                </a:cubicBezTo>
                <a:cubicBezTo>
                  <a:pt x="221531" y="227186"/>
                  <a:pt x="218182" y="228600"/>
                  <a:pt x="214313" y="228600"/>
                </a:cubicBezTo>
                <a:lnTo>
                  <a:pt x="14288" y="228600"/>
                </a:lnTo>
                <a:cubicBezTo>
                  <a:pt x="10418" y="228600"/>
                  <a:pt x="7070" y="227186"/>
                  <a:pt x="4242" y="224358"/>
                </a:cubicBezTo>
                <a:cubicBezTo>
                  <a:pt x="1414" y="221530"/>
                  <a:pt x="0" y="218182"/>
                  <a:pt x="0" y="214312"/>
                </a:cubicBezTo>
                <a:lnTo>
                  <a:pt x="0" y="14287"/>
                </a:lnTo>
                <a:cubicBezTo>
                  <a:pt x="0" y="10418"/>
                  <a:pt x="1414" y="7069"/>
                  <a:pt x="4242" y="4241"/>
                </a:cubicBezTo>
                <a:cubicBezTo>
                  <a:pt x="7070" y="1413"/>
                  <a:pt x="10418" y="0"/>
                  <a:pt x="142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82" name="Freeform 81"/>
          <p:cNvSpPr/>
          <p:nvPr/>
        </p:nvSpPr>
        <p:spPr>
          <a:xfrm>
            <a:off x="5267121" y="2734205"/>
            <a:ext cx="196447" cy="181100"/>
          </a:xfrm>
          <a:custGeom>
            <a:avLst/>
            <a:gdLst/>
            <a:ahLst/>
            <a:cxnLst/>
            <a:rect l="l" t="t" r="r" b="b"/>
            <a:pathLst>
              <a:path w="228600" h="210741">
                <a:moveTo>
                  <a:pt x="202257" y="82153"/>
                </a:moveTo>
                <a:cubicBezTo>
                  <a:pt x="219819" y="92571"/>
                  <a:pt x="228600" y="107603"/>
                  <a:pt x="228600" y="127248"/>
                </a:cubicBezTo>
                <a:cubicBezTo>
                  <a:pt x="228600" y="148382"/>
                  <a:pt x="218182" y="164307"/>
                  <a:pt x="197346" y="175022"/>
                </a:cubicBezTo>
                <a:cubicBezTo>
                  <a:pt x="197346" y="175022"/>
                  <a:pt x="197346" y="175171"/>
                  <a:pt x="197346" y="175469"/>
                </a:cubicBezTo>
                <a:cubicBezTo>
                  <a:pt x="197346" y="179636"/>
                  <a:pt x="198239" y="184770"/>
                  <a:pt x="200025" y="190872"/>
                </a:cubicBezTo>
                <a:cubicBezTo>
                  <a:pt x="201811" y="196974"/>
                  <a:pt x="203448" y="201514"/>
                  <a:pt x="204936" y="204490"/>
                </a:cubicBezTo>
                <a:cubicBezTo>
                  <a:pt x="205234" y="205085"/>
                  <a:pt x="205383" y="205681"/>
                  <a:pt x="205383" y="206276"/>
                </a:cubicBezTo>
                <a:cubicBezTo>
                  <a:pt x="205383" y="209253"/>
                  <a:pt x="203894" y="210741"/>
                  <a:pt x="200918" y="210741"/>
                </a:cubicBezTo>
                <a:cubicBezTo>
                  <a:pt x="200918" y="210741"/>
                  <a:pt x="200769" y="210741"/>
                  <a:pt x="200471" y="210741"/>
                </a:cubicBezTo>
                <a:cubicBezTo>
                  <a:pt x="200174" y="210741"/>
                  <a:pt x="199876" y="210741"/>
                  <a:pt x="199578" y="210741"/>
                </a:cubicBezTo>
                <a:cubicBezTo>
                  <a:pt x="192732" y="209550"/>
                  <a:pt x="185365" y="205978"/>
                  <a:pt x="177477" y="200025"/>
                </a:cubicBezTo>
                <a:cubicBezTo>
                  <a:pt x="169589" y="194072"/>
                  <a:pt x="164157" y="189161"/>
                  <a:pt x="161181" y="185291"/>
                </a:cubicBezTo>
                <a:cubicBezTo>
                  <a:pt x="158502" y="185887"/>
                  <a:pt x="155525" y="186184"/>
                  <a:pt x="152251" y="186184"/>
                </a:cubicBezTo>
                <a:cubicBezTo>
                  <a:pt x="151953" y="186184"/>
                  <a:pt x="151284" y="186184"/>
                  <a:pt x="150242" y="186184"/>
                </a:cubicBezTo>
                <a:cubicBezTo>
                  <a:pt x="149200" y="186184"/>
                  <a:pt x="148381" y="186184"/>
                  <a:pt x="147786" y="186184"/>
                </a:cubicBezTo>
                <a:cubicBezTo>
                  <a:pt x="118913" y="186184"/>
                  <a:pt x="96887" y="176659"/>
                  <a:pt x="81706" y="157609"/>
                </a:cubicBezTo>
                <a:lnTo>
                  <a:pt x="101798" y="157609"/>
                </a:lnTo>
                <a:cubicBezTo>
                  <a:pt x="114002" y="167134"/>
                  <a:pt x="129331" y="171897"/>
                  <a:pt x="147786" y="171897"/>
                </a:cubicBezTo>
                <a:lnTo>
                  <a:pt x="158948" y="171450"/>
                </a:lnTo>
                <a:lnTo>
                  <a:pt x="166538" y="170111"/>
                </a:lnTo>
                <a:lnTo>
                  <a:pt x="168324" y="172343"/>
                </a:lnTo>
                <a:cubicBezTo>
                  <a:pt x="169217" y="174129"/>
                  <a:pt x="171226" y="176585"/>
                  <a:pt x="174352" y="179710"/>
                </a:cubicBezTo>
                <a:cubicBezTo>
                  <a:pt x="177477" y="182836"/>
                  <a:pt x="181124" y="185887"/>
                  <a:pt x="185291" y="188863"/>
                </a:cubicBezTo>
                <a:cubicBezTo>
                  <a:pt x="184398" y="185887"/>
                  <a:pt x="183802" y="178296"/>
                  <a:pt x="183505" y="166093"/>
                </a:cubicBezTo>
                <a:lnTo>
                  <a:pt x="190649" y="162521"/>
                </a:lnTo>
                <a:cubicBezTo>
                  <a:pt x="206424" y="154186"/>
                  <a:pt x="214312" y="142429"/>
                  <a:pt x="214312" y="127248"/>
                </a:cubicBezTo>
                <a:cubicBezTo>
                  <a:pt x="214312" y="114747"/>
                  <a:pt x="209103" y="104924"/>
                  <a:pt x="198685" y="97780"/>
                </a:cubicBezTo>
                <a:cubicBezTo>
                  <a:pt x="200769" y="91827"/>
                  <a:pt x="201959" y="86618"/>
                  <a:pt x="202257" y="82153"/>
                </a:cubicBezTo>
                <a:close/>
                <a:moveTo>
                  <a:pt x="93315" y="14288"/>
                </a:moveTo>
                <a:cubicBezTo>
                  <a:pt x="71586" y="14288"/>
                  <a:pt x="52983" y="19646"/>
                  <a:pt x="37504" y="30361"/>
                </a:cubicBezTo>
                <a:cubicBezTo>
                  <a:pt x="22026" y="41077"/>
                  <a:pt x="14287" y="54174"/>
                  <a:pt x="14287" y="69652"/>
                </a:cubicBezTo>
                <a:cubicBezTo>
                  <a:pt x="14287" y="79475"/>
                  <a:pt x="16743" y="89000"/>
                  <a:pt x="21654" y="98227"/>
                </a:cubicBezTo>
                <a:cubicBezTo>
                  <a:pt x="26566" y="107454"/>
                  <a:pt x="33635" y="114449"/>
                  <a:pt x="42862" y="119212"/>
                </a:cubicBezTo>
                <a:lnTo>
                  <a:pt x="50899" y="123230"/>
                </a:lnTo>
                <a:lnTo>
                  <a:pt x="50006" y="132160"/>
                </a:lnTo>
                <a:lnTo>
                  <a:pt x="50006" y="133499"/>
                </a:lnTo>
                <a:cubicBezTo>
                  <a:pt x="50006" y="134392"/>
                  <a:pt x="49559" y="136327"/>
                  <a:pt x="48667" y="139303"/>
                </a:cubicBezTo>
                <a:cubicBezTo>
                  <a:pt x="47774" y="142280"/>
                  <a:pt x="46732" y="145852"/>
                  <a:pt x="45541" y="150019"/>
                </a:cubicBezTo>
                <a:cubicBezTo>
                  <a:pt x="54471" y="144364"/>
                  <a:pt x="60870" y="139303"/>
                  <a:pt x="64740" y="134839"/>
                </a:cubicBezTo>
                <a:lnTo>
                  <a:pt x="73670" y="127248"/>
                </a:lnTo>
                <a:lnTo>
                  <a:pt x="81706" y="127695"/>
                </a:lnTo>
                <a:cubicBezTo>
                  <a:pt x="86171" y="128588"/>
                  <a:pt x="90636" y="128885"/>
                  <a:pt x="95101" y="128588"/>
                </a:cubicBezTo>
                <a:cubicBezTo>
                  <a:pt x="117127" y="128588"/>
                  <a:pt x="135359" y="123007"/>
                  <a:pt x="149795" y="111845"/>
                </a:cubicBezTo>
                <a:cubicBezTo>
                  <a:pt x="164232" y="100683"/>
                  <a:pt x="171450" y="86618"/>
                  <a:pt x="171450" y="69652"/>
                </a:cubicBezTo>
                <a:cubicBezTo>
                  <a:pt x="171450" y="54174"/>
                  <a:pt x="163859" y="41077"/>
                  <a:pt x="148679" y="30361"/>
                </a:cubicBezTo>
                <a:cubicBezTo>
                  <a:pt x="133499" y="19646"/>
                  <a:pt x="115044" y="14288"/>
                  <a:pt x="93315" y="14288"/>
                </a:cubicBezTo>
                <a:close/>
                <a:moveTo>
                  <a:pt x="93315" y="0"/>
                </a:moveTo>
                <a:cubicBezTo>
                  <a:pt x="118913" y="0"/>
                  <a:pt x="140717" y="6772"/>
                  <a:pt x="158725" y="20315"/>
                </a:cubicBezTo>
                <a:cubicBezTo>
                  <a:pt x="176733" y="33859"/>
                  <a:pt x="185737" y="50304"/>
                  <a:pt x="185737" y="69652"/>
                </a:cubicBezTo>
                <a:cubicBezTo>
                  <a:pt x="186035" y="91083"/>
                  <a:pt x="177477" y="108645"/>
                  <a:pt x="160064" y="122337"/>
                </a:cubicBezTo>
                <a:cubicBezTo>
                  <a:pt x="142651" y="136029"/>
                  <a:pt x="120848" y="142875"/>
                  <a:pt x="94654" y="142875"/>
                </a:cubicBezTo>
                <a:cubicBezTo>
                  <a:pt x="94059" y="142875"/>
                  <a:pt x="93241" y="142875"/>
                  <a:pt x="92199" y="142875"/>
                </a:cubicBezTo>
                <a:cubicBezTo>
                  <a:pt x="91157" y="142875"/>
                  <a:pt x="90487" y="142875"/>
                  <a:pt x="90190" y="142875"/>
                </a:cubicBezTo>
                <a:cubicBezTo>
                  <a:pt x="86320" y="142875"/>
                  <a:pt x="82897" y="142578"/>
                  <a:pt x="79920" y="141982"/>
                </a:cubicBezTo>
                <a:cubicBezTo>
                  <a:pt x="76944" y="145554"/>
                  <a:pt x="69949" y="150838"/>
                  <a:pt x="58936" y="157833"/>
                </a:cubicBezTo>
                <a:cubicBezTo>
                  <a:pt x="47922" y="164827"/>
                  <a:pt x="38397" y="169069"/>
                  <a:pt x="30361" y="170557"/>
                </a:cubicBezTo>
                <a:cubicBezTo>
                  <a:pt x="30361" y="170557"/>
                  <a:pt x="30212" y="170557"/>
                  <a:pt x="29914" y="170557"/>
                </a:cubicBezTo>
                <a:cubicBezTo>
                  <a:pt x="29617" y="170557"/>
                  <a:pt x="29319" y="170557"/>
                  <a:pt x="29021" y="170557"/>
                </a:cubicBezTo>
                <a:cubicBezTo>
                  <a:pt x="27533" y="170557"/>
                  <a:pt x="26268" y="170036"/>
                  <a:pt x="25226" y="168995"/>
                </a:cubicBezTo>
                <a:cubicBezTo>
                  <a:pt x="24184" y="167953"/>
                  <a:pt x="23663" y="166688"/>
                  <a:pt x="23663" y="165200"/>
                </a:cubicBezTo>
                <a:cubicBezTo>
                  <a:pt x="23663" y="164604"/>
                  <a:pt x="23812" y="163860"/>
                  <a:pt x="24110" y="162967"/>
                </a:cubicBezTo>
                <a:cubicBezTo>
                  <a:pt x="32147" y="148977"/>
                  <a:pt x="36165" y="138708"/>
                  <a:pt x="36165" y="132160"/>
                </a:cubicBezTo>
                <a:cubicBezTo>
                  <a:pt x="36463" y="132160"/>
                  <a:pt x="36611" y="132160"/>
                  <a:pt x="36611" y="132160"/>
                </a:cubicBezTo>
                <a:cubicBezTo>
                  <a:pt x="24705" y="125909"/>
                  <a:pt x="15627" y="117128"/>
                  <a:pt x="9376" y="105817"/>
                </a:cubicBezTo>
                <a:cubicBezTo>
                  <a:pt x="3125" y="94506"/>
                  <a:pt x="0" y="82451"/>
                  <a:pt x="0" y="69652"/>
                </a:cubicBezTo>
                <a:cubicBezTo>
                  <a:pt x="0" y="50304"/>
                  <a:pt x="9078" y="33859"/>
                  <a:pt x="27235" y="20315"/>
                </a:cubicBezTo>
                <a:cubicBezTo>
                  <a:pt x="45392" y="6772"/>
                  <a:pt x="67419" y="0"/>
                  <a:pt x="9331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83" name="Freeform 82"/>
          <p:cNvSpPr/>
          <p:nvPr/>
        </p:nvSpPr>
        <p:spPr>
          <a:xfrm>
            <a:off x="5626087" y="2732670"/>
            <a:ext cx="196447" cy="183400"/>
          </a:xfrm>
          <a:custGeom>
            <a:avLst/>
            <a:gdLst/>
            <a:ahLst/>
            <a:cxnLst/>
            <a:rect l="l" t="t" r="r" b="b"/>
            <a:pathLst>
              <a:path w="228600" h="213419">
                <a:moveTo>
                  <a:pt x="14287" y="113853"/>
                </a:moveTo>
                <a:lnTo>
                  <a:pt x="14287" y="199132"/>
                </a:lnTo>
                <a:lnTo>
                  <a:pt x="214312" y="199132"/>
                </a:lnTo>
                <a:lnTo>
                  <a:pt x="214312" y="113853"/>
                </a:lnTo>
                <a:lnTo>
                  <a:pt x="135731" y="113853"/>
                </a:lnTo>
                <a:lnTo>
                  <a:pt x="135731" y="128141"/>
                </a:lnTo>
                <a:cubicBezTo>
                  <a:pt x="135731" y="132010"/>
                  <a:pt x="134317" y="135359"/>
                  <a:pt x="131489" y="138187"/>
                </a:cubicBezTo>
                <a:cubicBezTo>
                  <a:pt x="128662" y="141015"/>
                  <a:pt x="125313" y="142428"/>
                  <a:pt x="121443" y="142428"/>
                </a:cubicBezTo>
                <a:lnTo>
                  <a:pt x="107156" y="142428"/>
                </a:lnTo>
                <a:cubicBezTo>
                  <a:pt x="103286" y="142428"/>
                  <a:pt x="99938" y="141015"/>
                  <a:pt x="97110" y="138187"/>
                </a:cubicBezTo>
                <a:cubicBezTo>
                  <a:pt x="94282" y="135359"/>
                  <a:pt x="92868" y="132010"/>
                  <a:pt x="92868" y="128141"/>
                </a:cubicBezTo>
                <a:lnTo>
                  <a:pt x="92868" y="113853"/>
                </a:lnTo>
                <a:close/>
                <a:moveTo>
                  <a:pt x="107156" y="91976"/>
                </a:moveTo>
                <a:lnTo>
                  <a:pt x="107156" y="128141"/>
                </a:lnTo>
                <a:lnTo>
                  <a:pt x="121443" y="128141"/>
                </a:lnTo>
                <a:lnTo>
                  <a:pt x="121443" y="91976"/>
                </a:lnTo>
                <a:close/>
                <a:moveTo>
                  <a:pt x="14287" y="49560"/>
                </a:moveTo>
                <a:lnTo>
                  <a:pt x="14287" y="99566"/>
                </a:lnTo>
                <a:lnTo>
                  <a:pt x="92868" y="99566"/>
                </a:lnTo>
                <a:lnTo>
                  <a:pt x="92868" y="91976"/>
                </a:lnTo>
                <a:cubicBezTo>
                  <a:pt x="92868" y="88106"/>
                  <a:pt x="94282" y="84757"/>
                  <a:pt x="97110" y="81930"/>
                </a:cubicBezTo>
                <a:cubicBezTo>
                  <a:pt x="99938" y="79102"/>
                  <a:pt x="103286" y="77688"/>
                  <a:pt x="107156" y="77688"/>
                </a:cubicBezTo>
                <a:lnTo>
                  <a:pt x="121443" y="77688"/>
                </a:lnTo>
                <a:cubicBezTo>
                  <a:pt x="125313" y="77688"/>
                  <a:pt x="128662" y="79102"/>
                  <a:pt x="131489" y="81930"/>
                </a:cubicBezTo>
                <a:cubicBezTo>
                  <a:pt x="134317" y="84757"/>
                  <a:pt x="135731" y="88106"/>
                  <a:pt x="135731" y="91976"/>
                </a:cubicBezTo>
                <a:lnTo>
                  <a:pt x="135731" y="99566"/>
                </a:lnTo>
                <a:lnTo>
                  <a:pt x="214312" y="99566"/>
                </a:lnTo>
                <a:lnTo>
                  <a:pt x="214312" y="49560"/>
                </a:lnTo>
                <a:close/>
                <a:moveTo>
                  <a:pt x="92868" y="14287"/>
                </a:moveTo>
                <a:cubicBezTo>
                  <a:pt x="90785" y="14287"/>
                  <a:pt x="89073" y="14957"/>
                  <a:pt x="87734" y="16297"/>
                </a:cubicBezTo>
                <a:cubicBezTo>
                  <a:pt x="86394" y="17636"/>
                  <a:pt x="85725" y="19348"/>
                  <a:pt x="85725" y="21431"/>
                </a:cubicBezTo>
                <a:lnTo>
                  <a:pt x="85725" y="35272"/>
                </a:lnTo>
                <a:lnTo>
                  <a:pt x="142875" y="35272"/>
                </a:lnTo>
                <a:lnTo>
                  <a:pt x="142875" y="21431"/>
                </a:lnTo>
                <a:cubicBezTo>
                  <a:pt x="142875" y="19348"/>
                  <a:pt x="142205" y="17636"/>
                  <a:pt x="140866" y="16297"/>
                </a:cubicBezTo>
                <a:cubicBezTo>
                  <a:pt x="139526" y="14957"/>
                  <a:pt x="137815" y="14287"/>
                  <a:pt x="135731" y="14287"/>
                </a:cubicBezTo>
                <a:close/>
                <a:moveTo>
                  <a:pt x="92868" y="0"/>
                </a:moveTo>
                <a:lnTo>
                  <a:pt x="135731" y="0"/>
                </a:lnTo>
                <a:cubicBezTo>
                  <a:pt x="141684" y="0"/>
                  <a:pt x="146744" y="2083"/>
                  <a:pt x="150911" y="6251"/>
                </a:cubicBezTo>
                <a:cubicBezTo>
                  <a:pt x="155079" y="10418"/>
                  <a:pt x="157162" y="15478"/>
                  <a:pt x="157162" y="21431"/>
                </a:cubicBezTo>
                <a:lnTo>
                  <a:pt x="157162" y="35272"/>
                </a:lnTo>
                <a:lnTo>
                  <a:pt x="214312" y="35272"/>
                </a:lnTo>
                <a:cubicBezTo>
                  <a:pt x="218182" y="35272"/>
                  <a:pt x="221530" y="36686"/>
                  <a:pt x="224358" y="39514"/>
                </a:cubicBezTo>
                <a:cubicBezTo>
                  <a:pt x="227186" y="42341"/>
                  <a:pt x="228600" y="45690"/>
                  <a:pt x="228600" y="49560"/>
                </a:cubicBezTo>
                <a:lnTo>
                  <a:pt x="228600" y="199132"/>
                </a:lnTo>
                <a:cubicBezTo>
                  <a:pt x="228600" y="203001"/>
                  <a:pt x="227186" y="206350"/>
                  <a:pt x="224358" y="209178"/>
                </a:cubicBezTo>
                <a:cubicBezTo>
                  <a:pt x="221530" y="212006"/>
                  <a:pt x="218182" y="213419"/>
                  <a:pt x="214312" y="213419"/>
                </a:cubicBezTo>
                <a:lnTo>
                  <a:pt x="14287" y="213419"/>
                </a:lnTo>
                <a:cubicBezTo>
                  <a:pt x="10418" y="213419"/>
                  <a:pt x="7069" y="212006"/>
                  <a:pt x="4241" y="209178"/>
                </a:cubicBezTo>
                <a:cubicBezTo>
                  <a:pt x="1414" y="206350"/>
                  <a:pt x="0" y="203001"/>
                  <a:pt x="0" y="199132"/>
                </a:cubicBezTo>
                <a:lnTo>
                  <a:pt x="0" y="113853"/>
                </a:lnTo>
                <a:lnTo>
                  <a:pt x="0" y="99566"/>
                </a:lnTo>
                <a:lnTo>
                  <a:pt x="0" y="49560"/>
                </a:lnTo>
                <a:cubicBezTo>
                  <a:pt x="0" y="45690"/>
                  <a:pt x="1414" y="42341"/>
                  <a:pt x="4241" y="39514"/>
                </a:cubicBezTo>
                <a:cubicBezTo>
                  <a:pt x="7069" y="36686"/>
                  <a:pt x="10418" y="35272"/>
                  <a:pt x="14287" y="35272"/>
                </a:cubicBezTo>
                <a:lnTo>
                  <a:pt x="71437" y="35272"/>
                </a:lnTo>
                <a:lnTo>
                  <a:pt x="71437" y="21431"/>
                </a:lnTo>
                <a:cubicBezTo>
                  <a:pt x="71437" y="15478"/>
                  <a:pt x="73521" y="10418"/>
                  <a:pt x="77688" y="6251"/>
                </a:cubicBezTo>
                <a:cubicBezTo>
                  <a:pt x="81855" y="2083"/>
                  <a:pt x="86915" y="0"/>
                  <a:pt x="9286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84" name="Freeform 83"/>
          <p:cNvSpPr/>
          <p:nvPr/>
        </p:nvSpPr>
        <p:spPr>
          <a:xfrm>
            <a:off x="5940018" y="2726477"/>
            <a:ext cx="196447" cy="196555"/>
          </a:xfrm>
          <a:custGeom>
            <a:avLst/>
            <a:gdLst/>
            <a:ahLst/>
            <a:cxnLst/>
            <a:rect l="l" t="t" r="r" b="b"/>
            <a:pathLst>
              <a:path w="228600" h="228726">
                <a:moveTo>
                  <a:pt x="191542" y="139429"/>
                </a:moveTo>
                <a:cubicBezTo>
                  <a:pt x="193327" y="138833"/>
                  <a:pt x="195113" y="139057"/>
                  <a:pt x="196899" y="140098"/>
                </a:cubicBezTo>
                <a:cubicBezTo>
                  <a:pt x="198685" y="141140"/>
                  <a:pt x="199801" y="142629"/>
                  <a:pt x="200248" y="144563"/>
                </a:cubicBezTo>
                <a:cubicBezTo>
                  <a:pt x="200694" y="146498"/>
                  <a:pt x="200471" y="148284"/>
                  <a:pt x="199578" y="149921"/>
                </a:cubicBezTo>
                <a:cubicBezTo>
                  <a:pt x="198685" y="151558"/>
                  <a:pt x="197197" y="152674"/>
                  <a:pt x="195113" y="153270"/>
                </a:cubicBezTo>
                <a:lnTo>
                  <a:pt x="145107" y="167557"/>
                </a:lnTo>
                <a:cubicBezTo>
                  <a:pt x="144512" y="167557"/>
                  <a:pt x="143917" y="167557"/>
                  <a:pt x="143321" y="167557"/>
                </a:cubicBezTo>
                <a:cubicBezTo>
                  <a:pt x="139749" y="167557"/>
                  <a:pt x="137517" y="165771"/>
                  <a:pt x="136624" y="162199"/>
                </a:cubicBezTo>
                <a:cubicBezTo>
                  <a:pt x="136029" y="160414"/>
                  <a:pt x="136177" y="158702"/>
                  <a:pt x="137070" y="157065"/>
                </a:cubicBezTo>
                <a:cubicBezTo>
                  <a:pt x="137963" y="155428"/>
                  <a:pt x="139452" y="154312"/>
                  <a:pt x="141535" y="153716"/>
                </a:cubicBezTo>
                <a:close/>
                <a:moveTo>
                  <a:pt x="37951" y="139429"/>
                </a:moveTo>
                <a:lnTo>
                  <a:pt x="87957" y="153716"/>
                </a:lnTo>
                <a:cubicBezTo>
                  <a:pt x="90041" y="154312"/>
                  <a:pt x="91529" y="155428"/>
                  <a:pt x="92422" y="157065"/>
                </a:cubicBezTo>
                <a:cubicBezTo>
                  <a:pt x="93315" y="158702"/>
                  <a:pt x="93464" y="160414"/>
                  <a:pt x="92868" y="162199"/>
                </a:cubicBezTo>
                <a:cubicBezTo>
                  <a:pt x="91976" y="165771"/>
                  <a:pt x="89743" y="167557"/>
                  <a:pt x="86171" y="167557"/>
                </a:cubicBezTo>
                <a:cubicBezTo>
                  <a:pt x="85576" y="167557"/>
                  <a:pt x="84981" y="167557"/>
                  <a:pt x="84385" y="167557"/>
                </a:cubicBezTo>
                <a:lnTo>
                  <a:pt x="34379" y="153270"/>
                </a:lnTo>
                <a:cubicBezTo>
                  <a:pt x="32295" y="152674"/>
                  <a:pt x="30807" y="151558"/>
                  <a:pt x="29914" y="149921"/>
                </a:cubicBezTo>
                <a:cubicBezTo>
                  <a:pt x="29021" y="148284"/>
                  <a:pt x="28798" y="146498"/>
                  <a:pt x="29244" y="144563"/>
                </a:cubicBezTo>
                <a:cubicBezTo>
                  <a:pt x="29691" y="142629"/>
                  <a:pt x="30807" y="141140"/>
                  <a:pt x="32593" y="140098"/>
                </a:cubicBezTo>
                <a:cubicBezTo>
                  <a:pt x="34379" y="139057"/>
                  <a:pt x="36165" y="138833"/>
                  <a:pt x="37951" y="139429"/>
                </a:cubicBezTo>
                <a:close/>
                <a:moveTo>
                  <a:pt x="191542" y="96566"/>
                </a:moveTo>
                <a:cubicBezTo>
                  <a:pt x="193327" y="95971"/>
                  <a:pt x="195113" y="96194"/>
                  <a:pt x="196899" y="97236"/>
                </a:cubicBezTo>
                <a:cubicBezTo>
                  <a:pt x="198685" y="98278"/>
                  <a:pt x="199801" y="99766"/>
                  <a:pt x="200248" y="101701"/>
                </a:cubicBezTo>
                <a:cubicBezTo>
                  <a:pt x="200694" y="103636"/>
                  <a:pt x="200471" y="105422"/>
                  <a:pt x="199578" y="107059"/>
                </a:cubicBezTo>
                <a:cubicBezTo>
                  <a:pt x="198685" y="108696"/>
                  <a:pt x="197197" y="109812"/>
                  <a:pt x="195113" y="110407"/>
                </a:cubicBezTo>
                <a:lnTo>
                  <a:pt x="145107" y="124695"/>
                </a:lnTo>
                <a:cubicBezTo>
                  <a:pt x="144512" y="124695"/>
                  <a:pt x="143917" y="124695"/>
                  <a:pt x="143321" y="124695"/>
                </a:cubicBezTo>
                <a:cubicBezTo>
                  <a:pt x="139749" y="124695"/>
                  <a:pt x="137517" y="122909"/>
                  <a:pt x="136624" y="119337"/>
                </a:cubicBezTo>
                <a:cubicBezTo>
                  <a:pt x="136029" y="117551"/>
                  <a:pt x="136177" y="115839"/>
                  <a:pt x="137070" y="114202"/>
                </a:cubicBezTo>
                <a:cubicBezTo>
                  <a:pt x="137963" y="112565"/>
                  <a:pt x="139452" y="111449"/>
                  <a:pt x="141535" y="110854"/>
                </a:cubicBezTo>
                <a:close/>
                <a:moveTo>
                  <a:pt x="37951" y="96566"/>
                </a:moveTo>
                <a:lnTo>
                  <a:pt x="87957" y="110854"/>
                </a:lnTo>
                <a:cubicBezTo>
                  <a:pt x="90041" y="111449"/>
                  <a:pt x="91529" y="112565"/>
                  <a:pt x="92422" y="114202"/>
                </a:cubicBezTo>
                <a:cubicBezTo>
                  <a:pt x="93315" y="115839"/>
                  <a:pt x="93464" y="117551"/>
                  <a:pt x="92868" y="119337"/>
                </a:cubicBezTo>
                <a:cubicBezTo>
                  <a:pt x="91976" y="122909"/>
                  <a:pt x="89743" y="124695"/>
                  <a:pt x="86171" y="124695"/>
                </a:cubicBezTo>
                <a:cubicBezTo>
                  <a:pt x="85576" y="124695"/>
                  <a:pt x="84981" y="124695"/>
                  <a:pt x="84385" y="124695"/>
                </a:cubicBezTo>
                <a:lnTo>
                  <a:pt x="34379" y="110407"/>
                </a:lnTo>
                <a:cubicBezTo>
                  <a:pt x="32295" y="109812"/>
                  <a:pt x="30807" y="108696"/>
                  <a:pt x="29914" y="107059"/>
                </a:cubicBezTo>
                <a:cubicBezTo>
                  <a:pt x="29021" y="105422"/>
                  <a:pt x="28798" y="103636"/>
                  <a:pt x="29244" y="101701"/>
                </a:cubicBezTo>
                <a:cubicBezTo>
                  <a:pt x="29691" y="99766"/>
                  <a:pt x="30807" y="98278"/>
                  <a:pt x="32593" y="97236"/>
                </a:cubicBezTo>
                <a:cubicBezTo>
                  <a:pt x="34379" y="96194"/>
                  <a:pt x="36165" y="95971"/>
                  <a:pt x="37951" y="96566"/>
                </a:cubicBezTo>
                <a:close/>
                <a:moveTo>
                  <a:pt x="191542" y="53704"/>
                </a:moveTo>
                <a:cubicBezTo>
                  <a:pt x="193327" y="53108"/>
                  <a:pt x="195113" y="53332"/>
                  <a:pt x="196899" y="54373"/>
                </a:cubicBezTo>
                <a:cubicBezTo>
                  <a:pt x="198685" y="55415"/>
                  <a:pt x="199801" y="56904"/>
                  <a:pt x="200248" y="58838"/>
                </a:cubicBezTo>
                <a:cubicBezTo>
                  <a:pt x="200694" y="60773"/>
                  <a:pt x="200471" y="62559"/>
                  <a:pt x="199578" y="64196"/>
                </a:cubicBezTo>
                <a:cubicBezTo>
                  <a:pt x="198685" y="65833"/>
                  <a:pt x="197197" y="66949"/>
                  <a:pt x="195113" y="67545"/>
                </a:cubicBezTo>
                <a:lnTo>
                  <a:pt x="145107" y="81832"/>
                </a:lnTo>
                <a:cubicBezTo>
                  <a:pt x="144512" y="81832"/>
                  <a:pt x="143917" y="81832"/>
                  <a:pt x="143321" y="81832"/>
                </a:cubicBezTo>
                <a:cubicBezTo>
                  <a:pt x="139749" y="81832"/>
                  <a:pt x="137517" y="80046"/>
                  <a:pt x="136624" y="76474"/>
                </a:cubicBezTo>
                <a:cubicBezTo>
                  <a:pt x="136029" y="74689"/>
                  <a:pt x="136177" y="72977"/>
                  <a:pt x="137070" y="71340"/>
                </a:cubicBezTo>
                <a:cubicBezTo>
                  <a:pt x="137963" y="69703"/>
                  <a:pt x="139452" y="68587"/>
                  <a:pt x="141535" y="67991"/>
                </a:cubicBezTo>
                <a:close/>
                <a:moveTo>
                  <a:pt x="37951" y="53704"/>
                </a:moveTo>
                <a:lnTo>
                  <a:pt x="87957" y="67991"/>
                </a:lnTo>
                <a:cubicBezTo>
                  <a:pt x="90041" y="68587"/>
                  <a:pt x="91529" y="69703"/>
                  <a:pt x="92422" y="71340"/>
                </a:cubicBezTo>
                <a:cubicBezTo>
                  <a:pt x="93315" y="72977"/>
                  <a:pt x="93464" y="74689"/>
                  <a:pt x="92868" y="76474"/>
                </a:cubicBezTo>
                <a:cubicBezTo>
                  <a:pt x="91976" y="80046"/>
                  <a:pt x="89743" y="81832"/>
                  <a:pt x="86171" y="81832"/>
                </a:cubicBezTo>
                <a:cubicBezTo>
                  <a:pt x="85576" y="81832"/>
                  <a:pt x="84981" y="81832"/>
                  <a:pt x="84385" y="81832"/>
                </a:cubicBezTo>
                <a:lnTo>
                  <a:pt x="34379" y="67545"/>
                </a:lnTo>
                <a:cubicBezTo>
                  <a:pt x="32295" y="66949"/>
                  <a:pt x="30807" y="65833"/>
                  <a:pt x="29914" y="64196"/>
                </a:cubicBezTo>
                <a:cubicBezTo>
                  <a:pt x="29021" y="62559"/>
                  <a:pt x="28798" y="60773"/>
                  <a:pt x="29244" y="58838"/>
                </a:cubicBezTo>
                <a:cubicBezTo>
                  <a:pt x="29691" y="56904"/>
                  <a:pt x="30807" y="55415"/>
                  <a:pt x="32593" y="54373"/>
                </a:cubicBezTo>
                <a:cubicBezTo>
                  <a:pt x="34379" y="53332"/>
                  <a:pt x="36165" y="53108"/>
                  <a:pt x="37951" y="53704"/>
                </a:cubicBezTo>
                <a:close/>
                <a:moveTo>
                  <a:pt x="214312" y="14860"/>
                </a:moveTo>
                <a:lnTo>
                  <a:pt x="121890" y="39863"/>
                </a:lnTo>
                <a:cubicBezTo>
                  <a:pt x="121890" y="39863"/>
                  <a:pt x="121741" y="39863"/>
                  <a:pt x="121443" y="39863"/>
                </a:cubicBezTo>
                <a:lnTo>
                  <a:pt x="121443" y="213099"/>
                </a:lnTo>
                <a:lnTo>
                  <a:pt x="212526" y="188542"/>
                </a:lnTo>
                <a:cubicBezTo>
                  <a:pt x="213717" y="188244"/>
                  <a:pt x="214312" y="187500"/>
                  <a:pt x="214312" y="186310"/>
                </a:cubicBezTo>
                <a:close/>
                <a:moveTo>
                  <a:pt x="14287" y="14860"/>
                </a:moveTo>
                <a:lnTo>
                  <a:pt x="14287" y="186310"/>
                </a:lnTo>
                <a:cubicBezTo>
                  <a:pt x="14287" y="187500"/>
                  <a:pt x="14883" y="188244"/>
                  <a:pt x="16073" y="188542"/>
                </a:cubicBezTo>
                <a:lnTo>
                  <a:pt x="107156" y="213545"/>
                </a:lnTo>
                <a:lnTo>
                  <a:pt x="107156" y="40309"/>
                </a:lnTo>
                <a:cubicBezTo>
                  <a:pt x="105965" y="40309"/>
                  <a:pt x="105072" y="40160"/>
                  <a:pt x="104477" y="39863"/>
                </a:cubicBezTo>
                <a:close/>
                <a:moveTo>
                  <a:pt x="10157" y="181"/>
                </a:moveTo>
                <a:cubicBezTo>
                  <a:pt x="12018" y="-153"/>
                  <a:pt x="13990" y="-23"/>
                  <a:pt x="16073" y="572"/>
                </a:cubicBezTo>
                <a:lnTo>
                  <a:pt x="108049" y="26022"/>
                </a:lnTo>
                <a:cubicBezTo>
                  <a:pt x="109240" y="26319"/>
                  <a:pt x="110951" y="26468"/>
                  <a:pt x="113184" y="26468"/>
                </a:cubicBezTo>
                <a:cubicBezTo>
                  <a:pt x="115416" y="26468"/>
                  <a:pt x="117127" y="26319"/>
                  <a:pt x="118318" y="26022"/>
                </a:cubicBezTo>
                <a:lnTo>
                  <a:pt x="212526" y="572"/>
                </a:lnTo>
                <a:cubicBezTo>
                  <a:pt x="216693" y="-619"/>
                  <a:pt x="220414" y="51"/>
                  <a:pt x="223688" y="2581"/>
                </a:cubicBezTo>
                <a:cubicBezTo>
                  <a:pt x="226963" y="5111"/>
                  <a:pt x="228600" y="8460"/>
                  <a:pt x="228600" y="12627"/>
                </a:cubicBezTo>
                <a:lnTo>
                  <a:pt x="228600" y="186310"/>
                </a:lnTo>
                <a:cubicBezTo>
                  <a:pt x="228600" y="189881"/>
                  <a:pt x="227409" y="193230"/>
                  <a:pt x="225028" y="196356"/>
                </a:cubicBezTo>
                <a:cubicBezTo>
                  <a:pt x="222647" y="199481"/>
                  <a:pt x="219670" y="201490"/>
                  <a:pt x="216098" y="202383"/>
                </a:cubicBezTo>
                <a:lnTo>
                  <a:pt x="121890" y="227833"/>
                </a:lnTo>
                <a:cubicBezTo>
                  <a:pt x="119509" y="228428"/>
                  <a:pt x="116681" y="228726"/>
                  <a:pt x="113407" y="228726"/>
                </a:cubicBezTo>
                <a:cubicBezTo>
                  <a:pt x="109835" y="228726"/>
                  <a:pt x="106858" y="228428"/>
                  <a:pt x="104477" y="227833"/>
                </a:cubicBezTo>
                <a:lnTo>
                  <a:pt x="12055" y="202383"/>
                </a:lnTo>
                <a:cubicBezTo>
                  <a:pt x="8781" y="201490"/>
                  <a:pt x="5953" y="199481"/>
                  <a:pt x="3572" y="196356"/>
                </a:cubicBezTo>
                <a:cubicBezTo>
                  <a:pt x="1190" y="193230"/>
                  <a:pt x="0" y="189881"/>
                  <a:pt x="0" y="186310"/>
                </a:cubicBezTo>
                <a:lnTo>
                  <a:pt x="0" y="12627"/>
                </a:lnTo>
                <a:cubicBezTo>
                  <a:pt x="0" y="8460"/>
                  <a:pt x="1637" y="5111"/>
                  <a:pt x="4911" y="2581"/>
                </a:cubicBezTo>
                <a:cubicBezTo>
                  <a:pt x="6548" y="1316"/>
                  <a:pt x="8297" y="516"/>
                  <a:pt x="10157" y="18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85" name="Freeform 84"/>
          <p:cNvSpPr/>
          <p:nvPr/>
        </p:nvSpPr>
        <p:spPr>
          <a:xfrm>
            <a:off x="6276465" y="2729601"/>
            <a:ext cx="195727" cy="190307"/>
          </a:xfrm>
          <a:custGeom>
            <a:avLst/>
            <a:gdLst/>
            <a:ahLst/>
            <a:cxnLst/>
            <a:rect l="l" t="t" r="r" b="b"/>
            <a:pathLst>
              <a:path w="227762" h="221456">
                <a:moveTo>
                  <a:pt x="167431" y="185737"/>
                </a:moveTo>
                <a:cubicBezTo>
                  <a:pt x="172492" y="185737"/>
                  <a:pt x="176733" y="187449"/>
                  <a:pt x="180156" y="190872"/>
                </a:cubicBezTo>
                <a:cubicBezTo>
                  <a:pt x="183579" y="194295"/>
                  <a:pt x="185291" y="198536"/>
                  <a:pt x="185291" y="203596"/>
                </a:cubicBezTo>
                <a:cubicBezTo>
                  <a:pt x="185291" y="208657"/>
                  <a:pt x="183579" y="212898"/>
                  <a:pt x="180156" y="216321"/>
                </a:cubicBezTo>
                <a:cubicBezTo>
                  <a:pt x="176733" y="219744"/>
                  <a:pt x="172492" y="221456"/>
                  <a:pt x="167431" y="221456"/>
                </a:cubicBezTo>
                <a:cubicBezTo>
                  <a:pt x="162371" y="221456"/>
                  <a:pt x="158130" y="219744"/>
                  <a:pt x="154707" y="216321"/>
                </a:cubicBezTo>
                <a:cubicBezTo>
                  <a:pt x="151284" y="212898"/>
                  <a:pt x="149572" y="208657"/>
                  <a:pt x="149572" y="203596"/>
                </a:cubicBezTo>
                <a:cubicBezTo>
                  <a:pt x="149572" y="198536"/>
                  <a:pt x="151284" y="194295"/>
                  <a:pt x="154707" y="190872"/>
                </a:cubicBezTo>
                <a:cubicBezTo>
                  <a:pt x="158130" y="187449"/>
                  <a:pt x="162371" y="185737"/>
                  <a:pt x="167431" y="185737"/>
                </a:cubicBezTo>
                <a:close/>
                <a:moveTo>
                  <a:pt x="103138" y="185737"/>
                </a:moveTo>
                <a:cubicBezTo>
                  <a:pt x="108198" y="185737"/>
                  <a:pt x="112439" y="187449"/>
                  <a:pt x="115862" y="190872"/>
                </a:cubicBezTo>
                <a:cubicBezTo>
                  <a:pt x="119285" y="194295"/>
                  <a:pt x="120997" y="198536"/>
                  <a:pt x="120997" y="203596"/>
                </a:cubicBezTo>
                <a:cubicBezTo>
                  <a:pt x="120997" y="208657"/>
                  <a:pt x="119285" y="212898"/>
                  <a:pt x="115862" y="216321"/>
                </a:cubicBezTo>
                <a:cubicBezTo>
                  <a:pt x="112439" y="219744"/>
                  <a:pt x="108198" y="221456"/>
                  <a:pt x="103138" y="221456"/>
                </a:cubicBezTo>
                <a:cubicBezTo>
                  <a:pt x="98077" y="221456"/>
                  <a:pt x="93836" y="219744"/>
                  <a:pt x="90413" y="216321"/>
                </a:cubicBezTo>
                <a:cubicBezTo>
                  <a:pt x="86990" y="212898"/>
                  <a:pt x="85278" y="208657"/>
                  <a:pt x="85278" y="203596"/>
                </a:cubicBezTo>
                <a:cubicBezTo>
                  <a:pt x="85278" y="198536"/>
                  <a:pt x="86990" y="194295"/>
                  <a:pt x="90413" y="190872"/>
                </a:cubicBezTo>
                <a:cubicBezTo>
                  <a:pt x="93836" y="187449"/>
                  <a:pt x="98077" y="185737"/>
                  <a:pt x="103138" y="185737"/>
                </a:cubicBezTo>
                <a:close/>
                <a:moveTo>
                  <a:pt x="72777" y="70991"/>
                </a:moveTo>
                <a:lnTo>
                  <a:pt x="95547" y="157162"/>
                </a:lnTo>
                <a:lnTo>
                  <a:pt x="181719" y="157162"/>
                </a:lnTo>
                <a:lnTo>
                  <a:pt x="210294" y="70991"/>
                </a:lnTo>
                <a:close/>
                <a:moveTo>
                  <a:pt x="142428" y="27682"/>
                </a:moveTo>
                <a:lnTo>
                  <a:pt x="108495" y="56703"/>
                </a:lnTo>
                <a:lnTo>
                  <a:pt x="176361" y="56703"/>
                </a:lnTo>
                <a:close/>
                <a:moveTo>
                  <a:pt x="7143" y="0"/>
                </a:moveTo>
                <a:lnTo>
                  <a:pt x="37951" y="0"/>
                </a:lnTo>
                <a:cubicBezTo>
                  <a:pt x="47476" y="0"/>
                  <a:pt x="54024" y="5804"/>
                  <a:pt x="57596" y="17412"/>
                </a:cubicBezTo>
                <a:lnTo>
                  <a:pt x="68758" y="56703"/>
                </a:lnTo>
                <a:lnTo>
                  <a:pt x="87064" y="56703"/>
                </a:lnTo>
                <a:lnTo>
                  <a:pt x="132159" y="17859"/>
                </a:lnTo>
                <a:cubicBezTo>
                  <a:pt x="135136" y="14882"/>
                  <a:pt x="138559" y="13394"/>
                  <a:pt x="142428" y="13394"/>
                </a:cubicBezTo>
                <a:cubicBezTo>
                  <a:pt x="146298" y="13394"/>
                  <a:pt x="149572" y="14882"/>
                  <a:pt x="152251" y="17859"/>
                </a:cubicBezTo>
                <a:lnTo>
                  <a:pt x="198239" y="56703"/>
                </a:lnTo>
                <a:lnTo>
                  <a:pt x="220563" y="56703"/>
                </a:lnTo>
                <a:cubicBezTo>
                  <a:pt x="222944" y="56703"/>
                  <a:pt x="224879" y="57745"/>
                  <a:pt x="226367" y="59828"/>
                </a:cubicBezTo>
                <a:cubicBezTo>
                  <a:pt x="227856" y="61912"/>
                  <a:pt x="228153" y="64144"/>
                  <a:pt x="227260" y="66526"/>
                </a:cubicBezTo>
                <a:lnTo>
                  <a:pt x="193327" y="166538"/>
                </a:lnTo>
                <a:cubicBezTo>
                  <a:pt x="192137" y="169812"/>
                  <a:pt x="189904" y="171450"/>
                  <a:pt x="186630" y="171450"/>
                </a:cubicBezTo>
                <a:lnTo>
                  <a:pt x="90190" y="171450"/>
                </a:lnTo>
                <a:cubicBezTo>
                  <a:pt x="86618" y="171450"/>
                  <a:pt x="84236" y="169664"/>
                  <a:pt x="83046" y="166092"/>
                </a:cubicBezTo>
                <a:lnTo>
                  <a:pt x="43755" y="20984"/>
                </a:lnTo>
                <a:cubicBezTo>
                  <a:pt x="42267" y="16519"/>
                  <a:pt x="40332" y="14287"/>
                  <a:pt x="37951" y="14287"/>
                </a:cubicBezTo>
                <a:lnTo>
                  <a:pt x="7143" y="14287"/>
                </a:lnTo>
                <a:cubicBezTo>
                  <a:pt x="5358" y="14287"/>
                  <a:pt x="3720" y="13543"/>
                  <a:pt x="2232" y="12055"/>
                </a:cubicBezTo>
                <a:cubicBezTo>
                  <a:pt x="744" y="10566"/>
                  <a:pt x="0" y="8855"/>
                  <a:pt x="0" y="6920"/>
                </a:cubicBezTo>
                <a:cubicBezTo>
                  <a:pt x="0" y="4985"/>
                  <a:pt x="744" y="3348"/>
                  <a:pt x="2232" y="2009"/>
                </a:cubicBezTo>
                <a:cubicBezTo>
                  <a:pt x="3720" y="669"/>
                  <a:pt x="5358" y="0"/>
                  <a:pt x="71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86" name="Freeform 85"/>
          <p:cNvSpPr/>
          <p:nvPr/>
        </p:nvSpPr>
        <p:spPr>
          <a:xfrm>
            <a:off x="6612198" y="2729601"/>
            <a:ext cx="195727" cy="190307"/>
          </a:xfrm>
          <a:custGeom>
            <a:avLst/>
            <a:gdLst/>
            <a:ahLst/>
            <a:cxnLst/>
            <a:rect l="l" t="t" r="r" b="b"/>
            <a:pathLst>
              <a:path w="227762" h="221456">
                <a:moveTo>
                  <a:pt x="167431" y="185737"/>
                </a:moveTo>
                <a:cubicBezTo>
                  <a:pt x="172492" y="185737"/>
                  <a:pt x="176733" y="187449"/>
                  <a:pt x="180156" y="190872"/>
                </a:cubicBezTo>
                <a:cubicBezTo>
                  <a:pt x="183579" y="194295"/>
                  <a:pt x="185291" y="198536"/>
                  <a:pt x="185291" y="203596"/>
                </a:cubicBezTo>
                <a:cubicBezTo>
                  <a:pt x="185291" y="208657"/>
                  <a:pt x="183579" y="212898"/>
                  <a:pt x="180156" y="216321"/>
                </a:cubicBezTo>
                <a:cubicBezTo>
                  <a:pt x="176733" y="219744"/>
                  <a:pt x="172492" y="221456"/>
                  <a:pt x="167431" y="221456"/>
                </a:cubicBezTo>
                <a:cubicBezTo>
                  <a:pt x="162371" y="221456"/>
                  <a:pt x="158130" y="219744"/>
                  <a:pt x="154707" y="216321"/>
                </a:cubicBezTo>
                <a:cubicBezTo>
                  <a:pt x="151284" y="212898"/>
                  <a:pt x="149572" y="208657"/>
                  <a:pt x="149572" y="203596"/>
                </a:cubicBezTo>
                <a:cubicBezTo>
                  <a:pt x="149572" y="198536"/>
                  <a:pt x="151284" y="194295"/>
                  <a:pt x="154707" y="190872"/>
                </a:cubicBezTo>
                <a:cubicBezTo>
                  <a:pt x="158130" y="187449"/>
                  <a:pt x="162371" y="185737"/>
                  <a:pt x="167431" y="185737"/>
                </a:cubicBezTo>
                <a:close/>
                <a:moveTo>
                  <a:pt x="103138" y="185737"/>
                </a:moveTo>
                <a:cubicBezTo>
                  <a:pt x="108198" y="185737"/>
                  <a:pt x="112439" y="187449"/>
                  <a:pt x="115862" y="190872"/>
                </a:cubicBezTo>
                <a:cubicBezTo>
                  <a:pt x="119285" y="194295"/>
                  <a:pt x="120997" y="198536"/>
                  <a:pt x="120997" y="203596"/>
                </a:cubicBezTo>
                <a:cubicBezTo>
                  <a:pt x="120997" y="208657"/>
                  <a:pt x="119285" y="212898"/>
                  <a:pt x="115862" y="216321"/>
                </a:cubicBezTo>
                <a:cubicBezTo>
                  <a:pt x="112439" y="219744"/>
                  <a:pt x="108198" y="221456"/>
                  <a:pt x="103138" y="221456"/>
                </a:cubicBezTo>
                <a:cubicBezTo>
                  <a:pt x="98077" y="221456"/>
                  <a:pt x="93836" y="219744"/>
                  <a:pt x="90413" y="216321"/>
                </a:cubicBezTo>
                <a:cubicBezTo>
                  <a:pt x="86990" y="212898"/>
                  <a:pt x="85278" y="208657"/>
                  <a:pt x="85278" y="203596"/>
                </a:cubicBezTo>
                <a:cubicBezTo>
                  <a:pt x="85278" y="198536"/>
                  <a:pt x="86990" y="194295"/>
                  <a:pt x="90413" y="190872"/>
                </a:cubicBezTo>
                <a:cubicBezTo>
                  <a:pt x="93836" y="187449"/>
                  <a:pt x="98077" y="185737"/>
                  <a:pt x="103138" y="185737"/>
                </a:cubicBezTo>
                <a:close/>
                <a:moveTo>
                  <a:pt x="72777" y="70991"/>
                </a:moveTo>
                <a:lnTo>
                  <a:pt x="95547" y="157162"/>
                </a:lnTo>
                <a:lnTo>
                  <a:pt x="181719" y="157162"/>
                </a:lnTo>
                <a:lnTo>
                  <a:pt x="210294" y="70991"/>
                </a:lnTo>
                <a:close/>
                <a:moveTo>
                  <a:pt x="7143" y="0"/>
                </a:moveTo>
                <a:lnTo>
                  <a:pt x="37951" y="0"/>
                </a:lnTo>
                <a:cubicBezTo>
                  <a:pt x="47476" y="0"/>
                  <a:pt x="54024" y="5804"/>
                  <a:pt x="57596" y="17412"/>
                </a:cubicBezTo>
                <a:lnTo>
                  <a:pt x="68758" y="56703"/>
                </a:lnTo>
                <a:lnTo>
                  <a:pt x="220563" y="56703"/>
                </a:lnTo>
                <a:cubicBezTo>
                  <a:pt x="222944" y="56703"/>
                  <a:pt x="224879" y="57745"/>
                  <a:pt x="226367" y="59828"/>
                </a:cubicBezTo>
                <a:cubicBezTo>
                  <a:pt x="227856" y="61912"/>
                  <a:pt x="228153" y="64144"/>
                  <a:pt x="227260" y="66526"/>
                </a:cubicBezTo>
                <a:lnTo>
                  <a:pt x="193327" y="166538"/>
                </a:lnTo>
                <a:cubicBezTo>
                  <a:pt x="192137" y="169812"/>
                  <a:pt x="189904" y="171450"/>
                  <a:pt x="186630" y="171450"/>
                </a:cubicBezTo>
                <a:lnTo>
                  <a:pt x="90190" y="171450"/>
                </a:lnTo>
                <a:cubicBezTo>
                  <a:pt x="86618" y="171450"/>
                  <a:pt x="84236" y="169664"/>
                  <a:pt x="83046" y="166092"/>
                </a:cubicBezTo>
                <a:lnTo>
                  <a:pt x="43755" y="20984"/>
                </a:lnTo>
                <a:cubicBezTo>
                  <a:pt x="42267" y="16519"/>
                  <a:pt x="40332" y="14287"/>
                  <a:pt x="37951" y="14287"/>
                </a:cubicBezTo>
                <a:lnTo>
                  <a:pt x="7143" y="14287"/>
                </a:lnTo>
                <a:cubicBezTo>
                  <a:pt x="5358" y="14287"/>
                  <a:pt x="3720" y="13543"/>
                  <a:pt x="2232" y="12055"/>
                </a:cubicBezTo>
                <a:cubicBezTo>
                  <a:pt x="744" y="10566"/>
                  <a:pt x="0" y="8855"/>
                  <a:pt x="0" y="6920"/>
                </a:cubicBezTo>
                <a:cubicBezTo>
                  <a:pt x="0" y="4985"/>
                  <a:pt x="744" y="3348"/>
                  <a:pt x="2232" y="2009"/>
                </a:cubicBezTo>
                <a:cubicBezTo>
                  <a:pt x="3720" y="669"/>
                  <a:pt x="5358" y="0"/>
                  <a:pt x="714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87" name="Freeform 86"/>
          <p:cNvSpPr/>
          <p:nvPr/>
        </p:nvSpPr>
        <p:spPr>
          <a:xfrm>
            <a:off x="652157" y="3121519"/>
            <a:ext cx="159613" cy="195679"/>
          </a:xfrm>
          <a:custGeom>
            <a:avLst/>
            <a:gdLst/>
            <a:ahLst/>
            <a:cxnLst/>
            <a:rect l="l" t="t" r="r" b="b"/>
            <a:pathLst>
              <a:path w="185738" h="227707">
                <a:moveTo>
                  <a:pt x="14288" y="49113"/>
                </a:moveTo>
                <a:lnTo>
                  <a:pt x="14288" y="213420"/>
                </a:lnTo>
                <a:lnTo>
                  <a:pt x="171450" y="213420"/>
                </a:lnTo>
                <a:lnTo>
                  <a:pt x="171450" y="49113"/>
                </a:lnTo>
                <a:lnTo>
                  <a:pt x="128588" y="49113"/>
                </a:lnTo>
                <a:lnTo>
                  <a:pt x="128588" y="63847"/>
                </a:lnTo>
                <a:lnTo>
                  <a:pt x="128588" y="65633"/>
                </a:lnTo>
                <a:cubicBezTo>
                  <a:pt x="128290" y="66824"/>
                  <a:pt x="127546" y="68015"/>
                  <a:pt x="126356" y="69205"/>
                </a:cubicBezTo>
                <a:cubicBezTo>
                  <a:pt x="125165" y="70396"/>
                  <a:pt x="123528" y="70991"/>
                  <a:pt x="121444" y="70991"/>
                </a:cubicBezTo>
                <a:cubicBezTo>
                  <a:pt x="116384" y="70991"/>
                  <a:pt x="114003" y="68610"/>
                  <a:pt x="114300" y="63847"/>
                </a:cubicBezTo>
                <a:lnTo>
                  <a:pt x="114300" y="49113"/>
                </a:lnTo>
                <a:lnTo>
                  <a:pt x="71884" y="49113"/>
                </a:lnTo>
                <a:lnTo>
                  <a:pt x="71884" y="63847"/>
                </a:lnTo>
                <a:lnTo>
                  <a:pt x="71884" y="65633"/>
                </a:lnTo>
                <a:cubicBezTo>
                  <a:pt x="71884" y="66824"/>
                  <a:pt x="71215" y="68015"/>
                  <a:pt x="69875" y="69205"/>
                </a:cubicBezTo>
                <a:cubicBezTo>
                  <a:pt x="68536" y="70396"/>
                  <a:pt x="66675" y="70991"/>
                  <a:pt x="64294" y="70991"/>
                </a:cubicBezTo>
                <a:cubicBezTo>
                  <a:pt x="59532" y="70991"/>
                  <a:pt x="57299" y="68610"/>
                  <a:pt x="57597" y="63847"/>
                </a:cubicBezTo>
                <a:lnTo>
                  <a:pt x="57597" y="49113"/>
                </a:lnTo>
                <a:close/>
                <a:moveTo>
                  <a:pt x="79028" y="14288"/>
                </a:moveTo>
                <a:cubicBezTo>
                  <a:pt x="76945" y="14288"/>
                  <a:pt x="75233" y="14957"/>
                  <a:pt x="73894" y="16297"/>
                </a:cubicBezTo>
                <a:cubicBezTo>
                  <a:pt x="72554" y="17636"/>
                  <a:pt x="71884" y="19348"/>
                  <a:pt x="71884" y="21431"/>
                </a:cubicBezTo>
                <a:lnTo>
                  <a:pt x="71884" y="34826"/>
                </a:lnTo>
                <a:lnTo>
                  <a:pt x="114300" y="34826"/>
                </a:lnTo>
                <a:lnTo>
                  <a:pt x="114300" y="21431"/>
                </a:lnTo>
                <a:cubicBezTo>
                  <a:pt x="114300" y="19348"/>
                  <a:pt x="113631" y="17636"/>
                  <a:pt x="112291" y="16297"/>
                </a:cubicBezTo>
                <a:cubicBezTo>
                  <a:pt x="110952" y="14957"/>
                  <a:pt x="109240" y="14288"/>
                  <a:pt x="107157" y="14288"/>
                </a:cubicBezTo>
                <a:close/>
                <a:moveTo>
                  <a:pt x="79028" y="0"/>
                </a:moveTo>
                <a:lnTo>
                  <a:pt x="107157" y="0"/>
                </a:lnTo>
                <a:cubicBezTo>
                  <a:pt x="113110" y="0"/>
                  <a:pt x="118170" y="2084"/>
                  <a:pt x="122337" y="6251"/>
                </a:cubicBezTo>
                <a:cubicBezTo>
                  <a:pt x="126504" y="10418"/>
                  <a:pt x="128588" y="15478"/>
                  <a:pt x="128588" y="21431"/>
                </a:cubicBezTo>
                <a:lnTo>
                  <a:pt x="128588" y="34826"/>
                </a:lnTo>
                <a:lnTo>
                  <a:pt x="171450" y="34826"/>
                </a:lnTo>
                <a:cubicBezTo>
                  <a:pt x="175320" y="34826"/>
                  <a:pt x="178669" y="36240"/>
                  <a:pt x="181496" y="39067"/>
                </a:cubicBezTo>
                <a:cubicBezTo>
                  <a:pt x="184324" y="41895"/>
                  <a:pt x="185738" y="45244"/>
                  <a:pt x="185738" y="49113"/>
                </a:cubicBezTo>
                <a:lnTo>
                  <a:pt x="185738" y="213420"/>
                </a:lnTo>
                <a:cubicBezTo>
                  <a:pt x="185738" y="217587"/>
                  <a:pt x="184324" y="221010"/>
                  <a:pt x="181496" y="223689"/>
                </a:cubicBezTo>
                <a:cubicBezTo>
                  <a:pt x="178669" y="226368"/>
                  <a:pt x="175320" y="227707"/>
                  <a:pt x="171450" y="227707"/>
                </a:cubicBezTo>
                <a:lnTo>
                  <a:pt x="14288" y="227707"/>
                </a:lnTo>
                <a:cubicBezTo>
                  <a:pt x="10418" y="227707"/>
                  <a:pt x="7070" y="226368"/>
                  <a:pt x="4242" y="223689"/>
                </a:cubicBezTo>
                <a:cubicBezTo>
                  <a:pt x="1414" y="221010"/>
                  <a:pt x="0" y="217587"/>
                  <a:pt x="0" y="213420"/>
                </a:cubicBezTo>
                <a:lnTo>
                  <a:pt x="0" y="49113"/>
                </a:lnTo>
                <a:cubicBezTo>
                  <a:pt x="0" y="45244"/>
                  <a:pt x="1414" y="41895"/>
                  <a:pt x="4242" y="39067"/>
                </a:cubicBezTo>
                <a:cubicBezTo>
                  <a:pt x="7070" y="36240"/>
                  <a:pt x="10418" y="34826"/>
                  <a:pt x="14288" y="34826"/>
                </a:cubicBezTo>
                <a:lnTo>
                  <a:pt x="57597" y="34826"/>
                </a:lnTo>
                <a:lnTo>
                  <a:pt x="57597" y="21431"/>
                </a:lnTo>
                <a:cubicBezTo>
                  <a:pt x="57597" y="15478"/>
                  <a:pt x="59681" y="10418"/>
                  <a:pt x="63848" y="6251"/>
                </a:cubicBezTo>
                <a:cubicBezTo>
                  <a:pt x="68015" y="2084"/>
                  <a:pt x="73075" y="0"/>
                  <a:pt x="790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88" name="Freeform 87"/>
          <p:cNvSpPr/>
          <p:nvPr/>
        </p:nvSpPr>
        <p:spPr>
          <a:xfrm>
            <a:off x="951932" y="3136784"/>
            <a:ext cx="196318" cy="165150"/>
          </a:xfrm>
          <a:custGeom>
            <a:avLst/>
            <a:gdLst/>
            <a:ahLst/>
            <a:cxnLst/>
            <a:rect l="l" t="t" r="r" b="b"/>
            <a:pathLst>
              <a:path w="228450" h="192181">
                <a:moveTo>
                  <a:pt x="92422" y="22070"/>
                </a:moveTo>
                <a:lnTo>
                  <a:pt x="18306" y="83239"/>
                </a:lnTo>
                <a:lnTo>
                  <a:pt x="92422" y="144853"/>
                </a:lnTo>
                <a:lnTo>
                  <a:pt x="92422" y="111814"/>
                </a:lnTo>
                <a:cubicBezTo>
                  <a:pt x="92422" y="109730"/>
                  <a:pt x="93166" y="108018"/>
                  <a:pt x="94654" y="106679"/>
                </a:cubicBezTo>
                <a:cubicBezTo>
                  <a:pt x="96143" y="105340"/>
                  <a:pt x="97780" y="104670"/>
                  <a:pt x="99566" y="104670"/>
                </a:cubicBezTo>
                <a:lnTo>
                  <a:pt x="100012" y="104670"/>
                </a:lnTo>
                <a:cubicBezTo>
                  <a:pt x="116979" y="104670"/>
                  <a:pt x="132085" y="105935"/>
                  <a:pt x="145330" y="108465"/>
                </a:cubicBezTo>
                <a:cubicBezTo>
                  <a:pt x="158576" y="110995"/>
                  <a:pt x="169589" y="114716"/>
                  <a:pt x="178370" y="119627"/>
                </a:cubicBezTo>
                <a:cubicBezTo>
                  <a:pt x="187151" y="124538"/>
                  <a:pt x="194220" y="129301"/>
                  <a:pt x="199578" y="133915"/>
                </a:cubicBezTo>
                <a:cubicBezTo>
                  <a:pt x="204936" y="138528"/>
                  <a:pt x="209847" y="143960"/>
                  <a:pt x="214312" y="150211"/>
                </a:cubicBezTo>
                <a:cubicBezTo>
                  <a:pt x="211336" y="128482"/>
                  <a:pt x="203448" y="110325"/>
                  <a:pt x="190649" y="95740"/>
                </a:cubicBezTo>
                <a:cubicBezTo>
                  <a:pt x="171003" y="72821"/>
                  <a:pt x="140642" y="61361"/>
                  <a:pt x="99566" y="61361"/>
                </a:cubicBezTo>
                <a:cubicBezTo>
                  <a:pt x="97780" y="61361"/>
                  <a:pt x="96143" y="60691"/>
                  <a:pt x="94654" y="59352"/>
                </a:cubicBezTo>
                <a:cubicBezTo>
                  <a:pt x="93166" y="58012"/>
                  <a:pt x="92422" y="56301"/>
                  <a:pt x="92422" y="54217"/>
                </a:cubicBezTo>
                <a:close/>
                <a:moveTo>
                  <a:pt x="98784" y="25"/>
                </a:moveTo>
                <a:cubicBezTo>
                  <a:pt x="100049" y="-87"/>
                  <a:pt x="101352" y="192"/>
                  <a:pt x="102691" y="862"/>
                </a:cubicBezTo>
                <a:cubicBezTo>
                  <a:pt x="105370" y="2202"/>
                  <a:pt x="106709" y="4360"/>
                  <a:pt x="106709" y="7336"/>
                </a:cubicBezTo>
                <a:lnTo>
                  <a:pt x="106709" y="47520"/>
                </a:lnTo>
                <a:cubicBezTo>
                  <a:pt x="148977" y="48710"/>
                  <a:pt x="180677" y="61659"/>
                  <a:pt x="201811" y="86364"/>
                </a:cubicBezTo>
                <a:cubicBezTo>
                  <a:pt x="208061" y="93805"/>
                  <a:pt x="213270" y="102289"/>
                  <a:pt x="217438" y="111814"/>
                </a:cubicBezTo>
                <a:cubicBezTo>
                  <a:pt x="221605" y="121339"/>
                  <a:pt x="224358" y="129971"/>
                  <a:pt x="225698" y="137710"/>
                </a:cubicBezTo>
                <a:cubicBezTo>
                  <a:pt x="227037" y="145449"/>
                  <a:pt x="227856" y="153411"/>
                  <a:pt x="228153" y="161597"/>
                </a:cubicBezTo>
                <a:cubicBezTo>
                  <a:pt x="228451" y="169782"/>
                  <a:pt x="228525" y="175438"/>
                  <a:pt x="228376" y="178563"/>
                </a:cubicBezTo>
                <a:cubicBezTo>
                  <a:pt x="228228" y="181688"/>
                  <a:pt x="228004" y="184293"/>
                  <a:pt x="227707" y="186376"/>
                </a:cubicBezTo>
                <a:cubicBezTo>
                  <a:pt x="227111" y="190246"/>
                  <a:pt x="224879" y="192181"/>
                  <a:pt x="221009" y="192181"/>
                </a:cubicBezTo>
                <a:lnTo>
                  <a:pt x="220563" y="192181"/>
                </a:lnTo>
                <a:cubicBezTo>
                  <a:pt x="216991" y="192181"/>
                  <a:pt x="215056" y="190097"/>
                  <a:pt x="214759" y="185930"/>
                </a:cubicBezTo>
                <a:cubicBezTo>
                  <a:pt x="214461" y="184739"/>
                  <a:pt x="214163" y="183177"/>
                  <a:pt x="213866" y="181242"/>
                </a:cubicBezTo>
                <a:cubicBezTo>
                  <a:pt x="213568" y="179307"/>
                  <a:pt x="212526" y="176033"/>
                  <a:pt x="210740" y="171419"/>
                </a:cubicBezTo>
                <a:cubicBezTo>
                  <a:pt x="208954" y="166806"/>
                  <a:pt x="206648" y="162415"/>
                  <a:pt x="203820" y="158248"/>
                </a:cubicBezTo>
                <a:cubicBezTo>
                  <a:pt x="200992" y="154081"/>
                  <a:pt x="196751" y="149542"/>
                  <a:pt x="191095" y="144630"/>
                </a:cubicBezTo>
                <a:cubicBezTo>
                  <a:pt x="185440" y="139719"/>
                  <a:pt x="179040" y="135403"/>
                  <a:pt x="171896" y="131682"/>
                </a:cubicBezTo>
                <a:cubicBezTo>
                  <a:pt x="164752" y="127961"/>
                  <a:pt x="155525" y="124910"/>
                  <a:pt x="144214" y="122529"/>
                </a:cubicBezTo>
                <a:cubicBezTo>
                  <a:pt x="132903" y="120148"/>
                  <a:pt x="120402" y="118957"/>
                  <a:pt x="106709" y="118957"/>
                </a:cubicBezTo>
                <a:lnTo>
                  <a:pt x="106709" y="160034"/>
                </a:lnTo>
                <a:cubicBezTo>
                  <a:pt x="106709" y="163010"/>
                  <a:pt x="105370" y="165168"/>
                  <a:pt x="102691" y="166508"/>
                </a:cubicBezTo>
                <a:cubicBezTo>
                  <a:pt x="100012" y="167847"/>
                  <a:pt x="97482" y="167475"/>
                  <a:pt x="95101" y="165392"/>
                </a:cubicBezTo>
                <a:lnTo>
                  <a:pt x="2679" y="88596"/>
                </a:lnTo>
                <a:cubicBezTo>
                  <a:pt x="893" y="87406"/>
                  <a:pt x="0" y="85620"/>
                  <a:pt x="0" y="83239"/>
                </a:cubicBezTo>
                <a:cubicBezTo>
                  <a:pt x="0" y="80857"/>
                  <a:pt x="893" y="79071"/>
                  <a:pt x="2679" y="77881"/>
                </a:cubicBezTo>
                <a:lnTo>
                  <a:pt x="95101" y="1532"/>
                </a:lnTo>
                <a:cubicBezTo>
                  <a:pt x="96292" y="639"/>
                  <a:pt x="97519" y="137"/>
                  <a:pt x="98784" y="2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89" name="Freeform 88"/>
          <p:cNvSpPr/>
          <p:nvPr/>
        </p:nvSpPr>
        <p:spPr>
          <a:xfrm>
            <a:off x="1288410" y="3136784"/>
            <a:ext cx="196318" cy="165150"/>
          </a:xfrm>
          <a:custGeom>
            <a:avLst/>
            <a:gdLst/>
            <a:ahLst/>
            <a:cxnLst/>
            <a:rect l="l" t="t" r="r" b="b"/>
            <a:pathLst>
              <a:path w="228451" h="192181">
                <a:moveTo>
                  <a:pt x="136029" y="22070"/>
                </a:moveTo>
                <a:lnTo>
                  <a:pt x="136029" y="54217"/>
                </a:lnTo>
                <a:cubicBezTo>
                  <a:pt x="136029" y="56301"/>
                  <a:pt x="135285" y="58012"/>
                  <a:pt x="133797" y="59352"/>
                </a:cubicBezTo>
                <a:cubicBezTo>
                  <a:pt x="132308" y="60691"/>
                  <a:pt x="130671" y="61361"/>
                  <a:pt x="128885" y="61361"/>
                </a:cubicBezTo>
                <a:cubicBezTo>
                  <a:pt x="87809" y="61361"/>
                  <a:pt x="57448" y="72821"/>
                  <a:pt x="37802" y="95740"/>
                </a:cubicBezTo>
                <a:cubicBezTo>
                  <a:pt x="25003" y="110325"/>
                  <a:pt x="17115" y="128482"/>
                  <a:pt x="14139" y="150211"/>
                </a:cubicBezTo>
                <a:cubicBezTo>
                  <a:pt x="18604" y="143960"/>
                  <a:pt x="23515" y="138528"/>
                  <a:pt x="28873" y="133915"/>
                </a:cubicBezTo>
                <a:cubicBezTo>
                  <a:pt x="34231" y="129301"/>
                  <a:pt x="41300" y="124538"/>
                  <a:pt x="50081" y="119627"/>
                </a:cubicBezTo>
                <a:cubicBezTo>
                  <a:pt x="58862" y="114716"/>
                  <a:pt x="69875" y="110995"/>
                  <a:pt x="83121" y="108465"/>
                </a:cubicBezTo>
                <a:cubicBezTo>
                  <a:pt x="96366" y="105935"/>
                  <a:pt x="111472" y="104670"/>
                  <a:pt x="128439" y="104670"/>
                </a:cubicBezTo>
                <a:lnTo>
                  <a:pt x="128885" y="104670"/>
                </a:lnTo>
                <a:cubicBezTo>
                  <a:pt x="130671" y="104670"/>
                  <a:pt x="132308" y="105340"/>
                  <a:pt x="133797" y="106679"/>
                </a:cubicBezTo>
                <a:cubicBezTo>
                  <a:pt x="135285" y="108018"/>
                  <a:pt x="136029" y="109730"/>
                  <a:pt x="136029" y="111814"/>
                </a:cubicBezTo>
                <a:lnTo>
                  <a:pt x="136029" y="144853"/>
                </a:lnTo>
                <a:lnTo>
                  <a:pt x="210145" y="83239"/>
                </a:lnTo>
                <a:close/>
                <a:moveTo>
                  <a:pt x="129667" y="25"/>
                </a:moveTo>
                <a:cubicBezTo>
                  <a:pt x="130932" y="137"/>
                  <a:pt x="132159" y="639"/>
                  <a:pt x="133350" y="1532"/>
                </a:cubicBezTo>
                <a:lnTo>
                  <a:pt x="225772" y="77881"/>
                </a:lnTo>
                <a:cubicBezTo>
                  <a:pt x="227558" y="79071"/>
                  <a:pt x="228451" y="80857"/>
                  <a:pt x="228451" y="83239"/>
                </a:cubicBezTo>
                <a:cubicBezTo>
                  <a:pt x="228451" y="85620"/>
                  <a:pt x="227558" y="87406"/>
                  <a:pt x="225772" y="88596"/>
                </a:cubicBezTo>
                <a:lnTo>
                  <a:pt x="133350" y="165392"/>
                </a:lnTo>
                <a:cubicBezTo>
                  <a:pt x="130969" y="167475"/>
                  <a:pt x="128439" y="167847"/>
                  <a:pt x="125760" y="166508"/>
                </a:cubicBezTo>
                <a:cubicBezTo>
                  <a:pt x="123081" y="165168"/>
                  <a:pt x="121741" y="163010"/>
                  <a:pt x="121741" y="160034"/>
                </a:cubicBezTo>
                <a:lnTo>
                  <a:pt x="121295" y="118957"/>
                </a:lnTo>
                <a:cubicBezTo>
                  <a:pt x="107603" y="118957"/>
                  <a:pt x="95101" y="120148"/>
                  <a:pt x="83790" y="122529"/>
                </a:cubicBezTo>
                <a:cubicBezTo>
                  <a:pt x="72479" y="124910"/>
                  <a:pt x="63252" y="127961"/>
                  <a:pt x="56108" y="131682"/>
                </a:cubicBezTo>
                <a:cubicBezTo>
                  <a:pt x="48965" y="135403"/>
                  <a:pt x="42639" y="139719"/>
                  <a:pt x="37133" y="144630"/>
                </a:cubicBezTo>
                <a:cubicBezTo>
                  <a:pt x="31626" y="149542"/>
                  <a:pt x="27459" y="154081"/>
                  <a:pt x="24631" y="158248"/>
                </a:cubicBezTo>
                <a:cubicBezTo>
                  <a:pt x="21803" y="162415"/>
                  <a:pt x="19497" y="166806"/>
                  <a:pt x="17711" y="171419"/>
                </a:cubicBezTo>
                <a:cubicBezTo>
                  <a:pt x="15925" y="176033"/>
                  <a:pt x="14883" y="179233"/>
                  <a:pt x="14585" y="181019"/>
                </a:cubicBezTo>
                <a:cubicBezTo>
                  <a:pt x="14288" y="182805"/>
                  <a:pt x="13990" y="184442"/>
                  <a:pt x="13692" y="185930"/>
                </a:cubicBezTo>
                <a:cubicBezTo>
                  <a:pt x="13395" y="190097"/>
                  <a:pt x="11460" y="192181"/>
                  <a:pt x="7888" y="192181"/>
                </a:cubicBezTo>
                <a:lnTo>
                  <a:pt x="7441" y="192181"/>
                </a:lnTo>
                <a:cubicBezTo>
                  <a:pt x="3572" y="192181"/>
                  <a:pt x="1340" y="190246"/>
                  <a:pt x="744" y="186376"/>
                </a:cubicBezTo>
                <a:cubicBezTo>
                  <a:pt x="447" y="184293"/>
                  <a:pt x="223" y="181688"/>
                  <a:pt x="74" y="178563"/>
                </a:cubicBezTo>
                <a:cubicBezTo>
                  <a:pt x="-74" y="175438"/>
                  <a:pt x="0" y="169782"/>
                  <a:pt x="298" y="161597"/>
                </a:cubicBezTo>
                <a:cubicBezTo>
                  <a:pt x="595" y="153411"/>
                  <a:pt x="1414" y="145449"/>
                  <a:pt x="2753" y="137710"/>
                </a:cubicBezTo>
                <a:cubicBezTo>
                  <a:pt x="4093" y="129971"/>
                  <a:pt x="6846" y="121339"/>
                  <a:pt x="11013" y="111814"/>
                </a:cubicBezTo>
                <a:cubicBezTo>
                  <a:pt x="15181" y="102289"/>
                  <a:pt x="20390" y="93805"/>
                  <a:pt x="26640" y="86364"/>
                </a:cubicBezTo>
                <a:cubicBezTo>
                  <a:pt x="47774" y="61659"/>
                  <a:pt x="79325" y="48710"/>
                  <a:pt x="121295" y="47520"/>
                </a:cubicBezTo>
                <a:lnTo>
                  <a:pt x="121741" y="7336"/>
                </a:lnTo>
                <a:cubicBezTo>
                  <a:pt x="121741" y="4360"/>
                  <a:pt x="123081" y="2202"/>
                  <a:pt x="125760" y="862"/>
                </a:cubicBezTo>
                <a:cubicBezTo>
                  <a:pt x="127099" y="192"/>
                  <a:pt x="128402" y="-87"/>
                  <a:pt x="129667" y="2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0" name="Freeform 89"/>
          <p:cNvSpPr/>
          <p:nvPr/>
        </p:nvSpPr>
        <p:spPr>
          <a:xfrm>
            <a:off x="1624890" y="312113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0734" y="13841"/>
                </a:moveTo>
                <a:cubicBezTo>
                  <a:pt x="136624" y="15329"/>
                  <a:pt x="120997" y="19645"/>
                  <a:pt x="113853" y="26789"/>
                </a:cubicBezTo>
                <a:lnTo>
                  <a:pt x="111174" y="29914"/>
                </a:lnTo>
                <a:cubicBezTo>
                  <a:pt x="105817" y="34974"/>
                  <a:pt x="102393" y="41969"/>
                  <a:pt x="100905" y="50899"/>
                </a:cubicBezTo>
                <a:cubicBezTo>
                  <a:pt x="99417" y="59829"/>
                  <a:pt x="99715" y="67568"/>
                  <a:pt x="101798" y="74116"/>
                </a:cubicBezTo>
                <a:cubicBezTo>
                  <a:pt x="102989" y="79176"/>
                  <a:pt x="105072" y="83790"/>
                  <a:pt x="108049" y="87957"/>
                </a:cubicBezTo>
                <a:lnTo>
                  <a:pt x="18306" y="179486"/>
                </a:lnTo>
                <a:cubicBezTo>
                  <a:pt x="15627" y="182165"/>
                  <a:pt x="14287" y="185514"/>
                  <a:pt x="14287" y="189532"/>
                </a:cubicBezTo>
                <a:cubicBezTo>
                  <a:pt x="14287" y="193551"/>
                  <a:pt x="15627" y="197048"/>
                  <a:pt x="18306" y="200025"/>
                </a:cubicBezTo>
                <a:lnTo>
                  <a:pt x="28575" y="209847"/>
                </a:lnTo>
                <a:cubicBezTo>
                  <a:pt x="31254" y="212824"/>
                  <a:pt x="34528" y="214312"/>
                  <a:pt x="38397" y="214312"/>
                </a:cubicBezTo>
                <a:cubicBezTo>
                  <a:pt x="42267" y="214312"/>
                  <a:pt x="45690" y="212824"/>
                  <a:pt x="48667" y="209847"/>
                </a:cubicBezTo>
                <a:lnTo>
                  <a:pt x="140196" y="117872"/>
                </a:lnTo>
                <a:cubicBezTo>
                  <a:pt x="143768" y="121146"/>
                  <a:pt x="147786" y="123676"/>
                  <a:pt x="152251" y="125462"/>
                </a:cubicBezTo>
                <a:cubicBezTo>
                  <a:pt x="157311" y="127545"/>
                  <a:pt x="163264" y="128587"/>
                  <a:pt x="170110" y="128587"/>
                </a:cubicBezTo>
                <a:cubicBezTo>
                  <a:pt x="181719" y="128587"/>
                  <a:pt x="191542" y="124569"/>
                  <a:pt x="199578" y="116532"/>
                </a:cubicBezTo>
                <a:lnTo>
                  <a:pt x="202257" y="113853"/>
                </a:lnTo>
                <a:cubicBezTo>
                  <a:pt x="209103" y="106709"/>
                  <a:pt x="213270" y="92124"/>
                  <a:pt x="214759" y="70098"/>
                </a:cubicBezTo>
                <a:lnTo>
                  <a:pt x="185291" y="95994"/>
                </a:lnTo>
                <a:cubicBezTo>
                  <a:pt x="182314" y="98970"/>
                  <a:pt x="179338" y="98970"/>
                  <a:pt x="176361" y="95994"/>
                </a:cubicBezTo>
                <a:lnTo>
                  <a:pt x="134838" y="53578"/>
                </a:lnTo>
                <a:cubicBezTo>
                  <a:pt x="131861" y="50304"/>
                  <a:pt x="131713" y="47178"/>
                  <a:pt x="134392" y="44202"/>
                </a:cubicBezTo>
                <a:close/>
                <a:moveTo>
                  <a:pt x="174129" y="0"/>
                </a:moveTo>
                <a:lnTo>
                  <a:pt x="175915" y="0"/>
                </a:lnTo>
                <a:cubicBezTo>
                  <a:pt x="178891" y="0"/>
                  <a:pt x="180975" y="1339"/>
                  <a:pt x="182165" y="4018"/>
                </a:cubicBezTo>
                <a:cubicBezTo>
                  <a:pt x="183356" y="6697"/>
                  <a:pt x="183058" y="9078"/>
                  <a:pt x="181272" y="11162"/>
                </a:cubicBezTo>
                <a:lnTo>
                  <a:pt x="148679" y="48220"/>
                </a:lnTo>
                <a:lnTo>
                  <a:pt x="181272" y="81706"/>
                </a:lnTo>
                <a:lnTo>
                  <a:pt x="217438" y="49113"/>
                </a:lnTo>
                <a:cubicBezTo>
                  <a:pt x="219521" y="47327"/>
                  <a:pt x="221902" y="47029"/>
                  <a:pt x="224581" y="48220"/>
                </a:cubicBezTo>
                <a:cubicBezTo>
                  <a:pt x="227260" y="49411"/>
                  <a:pt x="228600" y="51494"/>
                  <a:pt x="228600" y="54471"/>
                </a:cubicBezTo>
                <a:cubicBezTo>
                  <a:pt x="228600" y="89297"/>
                  <a:pt x="223093" y="112216"/>
                  <a:pt x="212080" y="123229"/>
                </a:cubicBezTo>
                <a:lnTo>
                  <a:pt x="208954" y="126355"/>
                </a:lnTo>
                <a:cubicBezTo>
                  <a:pt x="198239" y="137368"/>
                  <a:pt x="185291" y="142875"/>
                  <a:pt x="170110" y="142875"/>
                </a:cubicBezTo>
                <a:cubicBezTo>
                  <a:pt x="160288" y="142875"/>
                  <a:pt x="151060" y="140493"/>
                  <a:pt x="142428" y="135731"/>
                </a:cubicBezTo>
                <a:lnTo>
                  <a:pt x="58489" y="220116"/>
                </a:lnTo>
                <a:cubicBezTo>
                  <a:pt x="53131" y="225772"/>
                  <a:pt x="46509" y="228600"/>
                  <a:pt x="38621" y="228600"/>
                </a:cubicBezTo>
                <a:cubicBezTo>
                  <a:pt x="30733" y="228600"/>
                  <a:pt x="23961" y="225772"/>
                  <a:pt x="18306" y="220116"/>
                </a:cubicBezTo>
                <a:lnTo>
                  <a:pt x="8483" y="209847"/>
                </a:lnTo>
                <a:cubicBezTo>
                  <a:pt x="2827" y="204489"/>
                  <a:pt x="0" y="197792"/>
                  <a:pt x="0" y="189755"/>
                </a:cubicBezTo>
                <a:cubicBezTo>
                  <a:pt x="0" y="181719"/>
                  <a:pt x="2827" y="174873"/>
                  <a:pt x="8483" y="169217"/>
                </a:cubicBezTo>
                <a:lnTo>
                  <a:pt x="90636" y="85278"/>
                </a:lnTo>
                <a:cubicBezTo>
                  <a:pt x="86171" y="74860"/>
                  <a:pt x="84832" y="63475"/>
                  <a:pt x="86618" y="51122"/>
                </a:cubicBezTo>
                <a:cubicBezTo>
                  <a:pt x="88404" y="38769"/>
                  <a:pt x="93315" y="28426"/>
                  <a:pt x="101352" y="20091"/>
                </a:cubicBezTo>
                <a:lnTo>
                  <a:pt x="104477" y="16966"/>
                </a:lnTo>
                <a:cubicBezTo>
                  <a:pt x="115788" y="5655"/>
                  <a:pt x="139005" y="0"/>
                  <a:pt x="17412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1" name="Freeform 90"/>
          <p:cNvSpPr/>
          <p:nvPr/>
        </p:nvSpPr>
        <p:spPr>
          <a:xfrm>
            <a:off x="1961498" y="312113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076" y="35272"/>
                </a:moveTo>
                <a:cubicBezTo>
                  <a:pt x="84162" y="35272"/>
                  <a:pt x="60498" y="41523"/>
                  <a:pt x="43085" y="54024"/>
                </a:cubicBezTo>
                <a:cubicBezTo>
                  <a:pt x="25673" y="66526"/>
                  <a:pt x="16073" y="84088"/>
                  <a:pt x="14287" y="106709"/>
                </a:cubicBezTo>
                <a:lnTo>
                  <a:pt x="214312" y="106709"/>
                </a:lnTo>
                <a:cubicBezTo>
                  <a:pt x="212526" y="84088"/>
                  <a:pt x="202852" y="66526"/>
                  <a:pt x="185291" y="54024"/>
                </a:cubicBezTo>
                <a:cubicBezTo>
                  <a:pt x="167729" y="41523"/>
                  <a:pt x="143991" y="35272"/>
                  <a:pt x="114076" y="35272"/>
                </a:cubicBezTo>
                <a:close/>
                <a:moveTo>
                  <a:pt x="114076" y="0"/>
                </a:moveTo>
                <a:cubicBezTo>
                  <a:pt x="116011" y="0"/>
                  <a:pt x="117723" y="669"/>
                  <a:pt x="119211" y="2009"/>
                </a:cubicBezTo>
                <a:cubicBezTo>
                  <a:pt x="120699" y="3348"/>
                  <a:pt x="121443" y="5060"/>
                  <a:pt x="121443" y="7143"/>
                </a:cubicBezTo>
                <a:lnTo>
                  <a:pt x="121443" y="21431"/>
                </a:lnTo>
                <a:cubicBezTo>
                  <a:pt x="154781" y="22324"/>
                  <a:pt x="180975" y="31030"/>
                  <a:pt x="200025" y="47550"/>
                </a:cubicBezTo>
                <a:cubicBezTo>
                  <a:pt x="219075" y="64070"/>
                  <a:pt x="228600" y="86171"/>
                  <a:pt x="228600" y="113853"/>
                </a:cubicBezTo>
                <a:cubicBezTo>
                  <a:pt x="228600" y="115639"/>
                  <a:pt x="227930" y="117276"/>
                  <a:pt x="226591" y="118764"/>
                </a:cubicBezTo>
                <a:cubicBezTo>
                  <a:pt x="225251" y="120253"/>
                  <a:pt x="223540" y="120997"/>
                  <a:pt x="221456" y="120997"/>
                </a:cubicBezTo>
                <a:lnTo>
                  <a:pt x="121443" y="120997"/>
                </a:lnTo>
                <a:lnTo>
                  <a:pt x="121443" y="193327"/>
                </a:lnTo>
                <a:cubicBezTo>
                  <a:pt x="121443" y="203150"/>
                  <a:pt x="117946" y="211484"/>
                  <a:pt x="110951" y="218330"/>
                </a:cubicBezTo>
                <a:cubicBezTo>
                  <a:pt x="103956" y="225177"/>
                  <a:pt x="95622" y="228600"/>
                  <a:pt x="85948" y="228600"/>
                </a:cubicBezTo>
                <a:cubicBezTo>
                  <a:pt x="76274" y="228600"/>
                  <a:pt x="68014" y="225177"/>
                  <a:pt x="61168" y="218330"/>
                </a:cubicBezTo>
                <a:cubicBezTo>
                  <a:pt x="54322" y="211484"/>
                  <a:pt x="50899" y="203150"/>
                  <a:pt x="50899" y="193327"/>
                </a:cubicBezTo>
                <a:cubicBezTo>
                  <a:pt x="50899" y="191244"/>
                  <a:pt x="51569" y="189532"/>
                  <a:pt x="52908" y="188193"/>
                </a:cubicBezTo>
                <a:cubicBezTo>
                  <a:pt x="54248" y="186853"/>
                  <a:pt x="55885" y="186184"/>
                  <a:pt x="57819" y="186184"/>
                </a:cubicBezTo>
                <a:cubicBezTo>
                  <a:pt x="59754" y="186184"/>
                  <a:pt x="61466" y="186853"/>
                  <a:pt x="62954" y="188193"/>
                </a:cubicBezTo>
                <a:cubicBezTo>
                  <a:pt x="64442" y="189532"/>
                  <a:pt x="65186" y="191244"/>
                  <a:pt x="65186" y="193327"/>
                </a:cubicBezTo>
                <a:cubicBezTo>
                  <a:pt x="65186" y="198983"/>
                  <a:pt x="67196" y="203894"/>
                  <a:pt x="71214" y="208061"/>
                </a:cubicBezTo>
                <a:cubicBezTo>
                  <a:pt x="75232" y="212229"/>
                  <a:pt x="80144" y="214312"/>
                  <a:pt x="85948" y="214312"/>
                </a:cubicBezTo>
                <a:cubicBezTo>
                  <a:pt x="91752" y="214312"/>
                  <a:pt x="96738" y="212229"/>
                  <a:pt x="100905" y="208061"/>
                </a:cubicBezTo>
                <a:cubicBezTo>
                  <a:pt x="105072" y="203894"/>
                  <a:pt x="107156" y="198983"/>
                  <a:pt x="107156" y="193327"/>
                </a:cubicBezTo>
                <a:lnTo>
                  <a:pt x="107156" y="120997"/>
                </a:lnTo>
                <a:lnTo>
                  <a:pt x="7143" y="120997"/>
                </a:lnTo>
                <a:cubicBezTo>
                  <a:pt x="5060" y="120997"/>
                  <a:pt x="3348" y="120253"/>
                  <a:pt x="2009" y="118764"/>
                </a:cubicBezTo>
                <a:cubicBezTo>
                  <a:pt x="669" y="117276"/>
                  <a:pt x="0" y="115639"/>
                  <a:pt x="0" y="113853"/>
                </a:cubicBezTo>
                <a:cubicBezTo>
                  <a:pt x="0" y="86171"/>
                  <a:pt x="9525" y="64070"/>
                  <a:pt x="28575" y="47550"/>
                </a:cubicBezTo>
                <a:cubicBezTo>
                  <a:pt x="47625" y="31030"/>
                  <a:pt x="73818" y="22324"/>
                  <a:pt x="107156" y="21431"/>
                </a:cubicBezTo>
                <a:lnTo>
                  <a:pt x="107156" y="7143"/>
                </a:lnTo>
                <a:cubicBezTo>
                  <a:pt x="107156" y="5060"/>
                  <a:pt x="107826" y="3348"/>
                  <a:pt x="109165" y="2009"/>
                </a:cubicBezTo>
                <a:cubicBezTo>
                  <a:pt x="110505" y="669"/>
                  <a:pt x="112142" y="0"/>
                  <a:pt x="11407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2" name="Freeform 91"/>
          <p:cNvSpPr/>
          <p:nvPr/>
        </p:nvSpPr>
        <p:spPr>
          <a:xfrm>
            <a:off x="2298106" y="3121136"/>
            <a:ext cx="159613" cy="196446"/>
          </a:xfrm>
          <a:custGeom>
            <a:avLst/>
            <a:gdLst/>
            <a:ahLst/>
            <a:cxnLst/>
            <a:rect l="l" t="t" r="r" b="b"/>
            <a:pathLst>
              <a:path w="185738" h="228600">
                <a:moveTo>
                  <a:pt x="31254" y="50006"/>
                </a:moveTo>
                <a:lnTo>
                  <a:pt x="47774" y="213419"/>
                </a:lnTo>
                <a:cubicBezTo>
                  <a:pt x="47774" y="214014"/>
                  <a:pt x="47923" y="214312"/>
                  <a:pt x="48221" y="214312"/>
                </a:cubicBezTo>
                <a:lnTo>
                  <a:pt x="137518" y="214312"/>
                </a:lnTo>
                <a:cubicBezTo>
                  <a:pt x="137815" y="214312"/>
                  <a:pt x="137964" y="214163"/>
                  <a:pt x="137964" y="213866"/>
                </a:cubicBezTo>
                <a:lnTo>
                  <a:pt x="154484" y="50006"/>
                </a:lnTo>
                <a:close/>
                <a:moveTo>
                  <a:pt x="73670" y="13841"/>
                </a:moveTo>
                <a:cubicBezTo>
                  <a:pt x="72182" y="13841"/>
                  <a:pt x="71438" y="14585"/>
                  <a:pt x="71438" y="16073"/>
                </a:cubicBezTo>
                <a:lnTo>
                  <a:pt x="71438" y="35718"/>
                </a:lnTo>
                <a:lnTo>
                  <a:pt x="114300" y="35718"/>
                </a:lnTo>
                <a:lnTo>
                  <a:pt x="114300" y="16073"/>
                </a:lnTo>
                <a:cubicBezTo>
                  <a:pt x="114300" y="14585"/>
                  <a:pt x="113556" y="13841"/>
                  <a:pt x="112068" y="13841"/>
                </a:cubicBezTo>
                <a:close/>
                <a:moveTo>
                  <a:pt x="73670" y="0"/>
                </a:moveTo>
                <a:lnTo>
                  <a:pt x="112068" y="0"/>
                </a:lnTo>
                <a:cubicBezTo>
                  <a:pt x="116533" y="0"/>
                  <a:pt x="120402" y="1562"/>
                  <a:pt x="123677" y="4688"/>
                </a:cubicBezTo>
                <a:cubicBezTo>
                  <a:pt x="126951" y="7813"/>
                  <a:pt x="128588" y="11608"/>
                  <a:pt x="128588" y="16073"/>
                </a:cubicBezTo>
                <a:lnTo>
                  <a:pt x="128588" y="35718"/>
                </a:lnTo>
                <a:lnTo>
                  <a:pt x="178594" y="35718"/>
                </a:lnTo>
                <a:cubicBezTo>
                  <a:pt x="180678" y="35718"/>
                  <a:pt x="182389" y="36388"/>
                  <a:pt x="183729" y="37728"/>
                </a:cubicBezTo>
                <a:cubicBezTo>
                  <a:pt x="185068" y="39067"/>
                  <a:pt x="185738" y="40704"/>
                  <a:pt x="185738" y="42639"/>
                </a:cubicBezTo>
                <a:cubicBezTo>
                  <a:pt x="185738" y="44574"/>
                  <a:pt x="185068" y="46285"/>
                  <a:pt x="183729" y="47773"/>
                </a:cubicBezTo>
                <a:cubicBezTo>
                  <a:pt x="182389" y="49262"/>
                  <a:pt x="180678" y="50006"/>
                  <a:pt x="178594" y="50006"/>
                </a:cubicBezTo>
                <a:lnTo>
                  <a:pt x="168772" y="50006"/>
                </a:lnTo>
                <a:lnTo>
                  <a:pt x="152252" y="215205"/>
                </a:lnTo>
                <a:cubicBezTo>
                  <a:pt x="151954" y="219075"/>
                  <a:pt x="150391" y="222274"/>
                  <a:pt x="147564" y="224805"/>
                </a:cubicBezTo>
                <a:cubicBezTo>
                  <a:pt x="144736" y="227335"/>
                  <a:pt x="141387" y="228600"/>
                  <a:pt x="137518" y="228600"/>
                </a:cubicBezTo>
                <a:lnTo>
                  <a:pt x="48221" y="228600"/>
                </a:lnTo>
                <a:cubicBezTo>
                  <a:pt x="44351" y="228600"/>
                  <a:pt x="41003" y="227260"/>
                  <a:pt x="38175" y="224581"/>
                </a:cubicBezTo>
                <a:cubicBezTo>
                  <a:pt x="35347" y="221902"/>
                  <a:pt x="33784" y="218628"/>
                  <a:pt x="33487" y="214759"/>
                </a:cubicBezTo>
                <a:lnTo>
                  <a:pt x="16967" y="50006"/>
                </a:lnTo>
                <a:lnTo>
                  <a:pt x="7144" y="50006"/>
                </a:lnTo>
                <a:cubicBezTo>
                  <a:pt x="5061" y="50006"/>
                  <a:pt x="3349" y="49262"/>
                  <a:pt x="2010" y="47773"/>
                </a:cubicBezTo>
                <a:cubicBezTo>
                  <a:pt x="670" y="46285"/>
                  <a:pt x="0" y="44574"/>
                  <a:pt x="0" y="42639"/>
                </a:cubicBezTo>
                <a:cubicBezTo>
                  <a:pt x="0" y="40704"/>
                  <a:pt x="670" y="39067"/>
                  <a:pt x="2010" y="37728"/>
                </a:cubicBezTo>
                <a:cubicBezTo>
                  <a:pt x="3349" y="36388"/>
                  <a:pt x="5061" y="35718"/>
                  <a:pt x="7144" y="35718"/>
                </a:cubicBezTo>
                <a:lnTo>
                  <a:pt x="57150" y="35718"/>
                </a:lnTo>
                <a:lnTo>
                  <a:pt x="57150" y="16073"/>
                </a:lnTo>
                <a:cubicBezTo>
                  <a:pt x="57150" y="11608"/>
                  <a:pt x="58788" y="7813"/>
                  <a:pt x="62062" y="4688"/>
                </a:cubicBezTo>
                <a:cubicBezTo>
                  <a:pt x="65336" y="1562"/>
                  <a:pt x="69206" y="0"/>
                  <a:pt x="7367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3" name="Freeform 92"/>
          <p:cNvSpPr/>
          <p:nvPr/>
        </p:nvSpPr>
        <p:spPr>
          <a:xfrm>
            <a:off x="2597881" y="312113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1450" y="42862"/>
                </a:moveTo>
                <a:cubicBezTo>
                  <a:pt x="167581" y="42862"/>
                  <a:pt x="164232" y="44276"/>
                  <a:pt x="161404" y="47104"/>
                </a:cubicBezTo>
                <a:cubicBezTo>
                  <a:pt x="158577" y="49931"/>
                  <a:pt x="157163" y="53280"/>
                  <a:pt x="157163" y="57150"/>
                </a:cubicBezTo>
                <a:cubicBezTo>
                  <a:pt x="157163" y="61019"/>
                  <a:pt x="158577" y="64368"/>
                  <a:pt x="161404" y="67196"/>
                </a:cubicBezTo>
                <a:cubicBezTo>
                  <a:pt x="164232" y="70023"/>
                  <a:pt x="167581" y="71437"/>
                  <a:pt x="171450" y="71437"/>
                </a:cubicBezTo>
                <a:cubicBezTo>
                  <a:pt x="175320" y="71437"/>
                  <a:pt x="178668" y="70023"/>
                  <a:pt x="181496" y="67196"/>
                </a:cubicBezTo>
                <a:cubicBezTo>
                  <a:pt x="184324" y="64368"/>
                  <a:pt x="185738" y="61019"/>
                  <a:pt x="185738" y="57150"/>
                </a:cubicBezTo>
                <a:cubicBezTo>
                  <a:pt x="185738" y="53280"/>
                  <a:pt x="184324" y="49931"/>
                  <a:pt x="181496" y="47104"/>
                </a:cubicBezTo>
                <a:cubicBezTo>
                  <a:pt x="178668" y="44276"/>
                  <a:pt x="175320" y="42862"/>
                  <a:pt x="171450" y="42862"/>
                </a:cubicBezTo>
                <a:close/>
                <a:moveTo>
                  <a:pt x="171673" y="28575"/>
                </a:moveTo>
                <a:cubicBezTo>
                  <a:pt x="179561" y="28575"/>
                  <a:pt x="186259" y="31328"/>
                  <a:pt x="191765" y="36835"/>
                </a:cubicBezTo>
                <a:cubicBezTo>
                  <a:pt x="197272" y="42341"/>
                  <a:pt x="200025" y="49113"/>
                  <a:pt x="200025" y="57150"/>
                </a:cubicBezTo>
                <a:cubicBezTo>
                  <a:pt x="200025" y="65186"/>
                  <a:pt x="197272" y="71958"/>
                  <a:pt x="191765" y="77465"/>
                </a:cubicBezTo>
                <a:cubicBezTo>
                  <a:pt x="186259" y="82971"/>
                  <a:pt x="179561" y="85725"/>
                  <a:pt x="171673" y="85725"/>
                </a:cubicBezTo>
                <a:cubicBezTo>
                  <a:pt x="163786" y="85725"/>
                  <a:pt x="157014" y="82971"/>
                  <a:pt x="151358" y="77465"/>
                </a:cubicBezTo>
                <a:cubicBezTo>
                  <a:pt x="145703" y="71958"/>
                  <a:pt x="142875" y="65186"/>
                  <a:pt x="142875" y="57150"/>
                </a:cubicBezTo>
                <a:cubicBezTo>
                  <a:pt x="142875" y="49113"/>
                  <a:pt x="145703" y="42341"/>
                  <a:pt x="151358" y="36835"/>
                </a:cubicBezTo>
                <a:cubicBezTo>
                  <a:pt x="157014" y="31328"/>
                  <a:pt x="163786" y="28575"/>
                  <a:pt x="171673" y="28575"/>
                </a:cubicBezTo>
                <a:close/>
                <a:moveTo>
                  <a:pt x="133946" y="14287"/>
                </a:moveTo>
                <a:cubicBezTo>
                  <a:pt x="130076" y="14287"/>
                  <a:pt x="127844" y="14585"/>
                  <a:pt x="127248" y="15180"/>
                </a:cubicBezTo>
                <a:lnTo>
                  <a:pt x="14288" y="127694"/>
                </a:lnTo>
                <a:lnTo>
                  <a:pt x="100459" y="214312"/>
                </a:lnTo>
                <a:lnTo>
                  <a:pt x="213866" y="101352"/>
                </a:lnTo>
                <a:cubicBezTo>
                  <a:pt x="214164" y="100459"/>
                  <a:pt x="214313" y="97631"/>
                  <a:pt x="214313" y="92868"/>
                </a:cubicBezTo>
                <a:lnTo>
                  <a:pt x="214313" y="17413"/>
                </a:lnTo>
                <a:cubicBezTo>
                  <a:pt x="214313" y="15329"/>
                  <a:pt x="213271" y="14287"/>
                  <a:pt x="211187" y="14287"/>
                </a:cubicBezTo>
                <a:lnTo>
                  <a:pt x="137071" y="14287"/>
                </a:lnTo>
                <a:close/>
                <a:moveTo>
                  <a:pt x="133946" y="0"/>
                </a:moveTo>
                <a:lnTo>
                  <a:pt x="137071" y="0"/>
                </a:lnTo>
                <a:lnTo>
                  <a:pt x="211187" y="0"/>
                </a:lnTo>
                <a:cubicBezTo>
                  <a:pt x="215950" y="0"/>
                  <a:pt x="220043" y="1711"/>
                  <a:pt x="223466" y="5134"/>
                </a:cubicBezTo>
                <a:cubicBezTo>
                  <a:pt x="226889" y="8557"/>
                  <a:pt x="228600" y="12650"/>
                  <a:pt x="228600" y="17413"/>
                </a:cubicBezTo>
                <a:lnTo>
                  <a:pt x="228600" y="92868"/>
                </a:lnTo>
                <a:cubicBezTo>
                  <a:pt x="228600" y="102096"/>
                  <a:pt x="226963" y="108347"/>
                  <a:pt x="223689" y="111621"/>
                </a:cubicBezTo>
                <a:lnTo>
                  <a:pt x="110728" y="224581"/>
                </a:lnTo>
                <a:cubicBezTo>
                  <a:pt x="108049" y="227260"/>
                  <a:pt x="104701" y="228600"/>
                  <a:pt x="100682" y="228600"/>
                </a:cubicBezTo>
                <a:cubicBezTo>
                  <a:pt x="96664" y="228600"/>
                  <a:pt x="93315" y="227260"/>
                  <a:pt x="90637" y="224581"/>
                </a:cubicBezTo>
                <a:lnTo>
                  <a:pt x="4019" y="137963"/>
                </a:lnTo>
                <a:cubicBezTo>
                  <a:pt x="1340" y="135284"/>
                  <a:pt x="0" y="131936"/>
                  <a:pt x="0" y="127917"/>
                </a:cubicBezTo>
                <a:cubicBezTo>
                  <a:pt x="0" y="123899"/>
                  <a:pt x="1340" y="120550"/>
                  <a:pt x="4019" y="117872"/>
                </a:cubicBezTo>
                <a:lnTo>
                  <a:pt x="116979" y="4911"/>
                </a:lnTo>
                <a:cubicBezTo>
                  <a:pt x="120253" y="1637"/>
                  <a:pt x="125909" y="0"/>
                  <a:pt x="1339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4" name="Freeform 93"/>
          <p:cNvSpPr/>
          <p:nvPr/>
        </p:nvSpPr>
        <p:spPr>
          <a:xfrm>
            <a:off x="2934489" y="312113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169664"/>
                </a:moveTo>
                <a:lnTo>
                  <a:pt x="100013" y="213419"/>
                </a:lnTo>
                <a:cubicBezTo>
                  <a:pt x="104775" y="214014"/>
                  <a:pt x="109538" y="214312"/>
                  <a:pt x="114300" y="214312"/>
                </a:cubicBezTo>
                <a:cubicBezTo>
                  <a:pt x="119063" y="214312"/>
                  <a:pt x="123825" y="214014"/>
                  <a:pt x="128588" y="213419"/>
                </a:cubicBezTo>
                <a:lnTo>
                  <a:pt x="128588" y="169664"/>
                </a:lnTo>
                <a:cubicBezTo>
                  <a:pt x="123825" y="170854"/>
                  <a:pt x="119063" y="171450"/>
                  <a:pt x="114300" y="171450"/>
                </a:cubicBezTo>
                <a:cubicBezTo>
                  <a:pt x="109538" y="171450"/>
                  <a:pt x="104775" y="170854"/>
                  <a:pt x="100013" y="169664"/>
                </a:cubicBezTo>
                <a:close/>
                <a:moveTo>
                  <a:pt x="163860" y="142875"/>
                </a:moveTo>
                <a:cubicBezTo>
                  <a:pt x="158800" y="151804"/>
                  <a:pt x="151805" y="158799"/>
                  <a:pt x="142875" y="163859"/>
                </a:cubicBezTo>
                <a:lnTo>
                  <a:pt x="142875" y="210294"/>
                </a:lnTo>
                <a:cubicBezTo>
                  <a:pt x="158949" y="205531"/>
                  <a:pt x="172939" y="197122"/>
                  <a:pt x="184845" y="185067"/>
                </a:cubicBezTo>
                <a:cubicBezTo>
                  <a:pt x="196751" y="173012"/>
                  <a:pt x="205085" y="158948"/>
                  <a:pt x="209848" y="142875"/>
                </a:cubicBezTo>
                <a:close/>
                <a:moveTo>
                  <a:pt x="18753" y="142875"/>
                </a:moveTo>
                <a:cubicBezTo>
                  <a:pt x="23515" y="158948"/>
                  <a:pt x="31849" y="173012"/>
                  <a:pt x="43756" y="185067"/>
                </a:cubicBezTo>
                <a:cubicBezTo>
                  <a:pt x="55662" y="197122"/>
                  <a:pt x="69652" y="205531"/>
                  <a:pt x="85725" y="210294"/>
                </a:cubicBezTo>
                <a:lnTo>
                  <a:pt x="85725" y="163859"/>
                </a:lnTo>
                <a:cubicBezTo>
                  <a:pt x="76796" y="158799"/>
                  <a:pt x="69801" y="151804"/>
                  <a:pt x="64740" y="142875"/>
                </a:cubicBezTo>
                <a:close/>
                <a:moveTo>
                  <a:pt x="169664" y="100012"/>
                </a:moveTo>
                <a:cubicBezTo>
                  <a:pt x="170855" y="104775"/>
                  <a:pt x="171450" y="109537"/>
                  <a:pt x="171450" y="114300"/>
                </a:cubicBezTo>
                <a:cubicBezTo>
                  <a:pt x="171450" y="119062"/>
                  <a:pt x="170855" y="123825"/>
                  <a:pt x="169664" y="128587"/>
                </a:cubicBezTo>
                <a:lnTo>
                  <a:pt x="212973" y="128587"/>
                </a:lnTo>
                <a:cubicBezTo>
                  <a:pt x="213866" y="123527"/>
                  <a:pt x="214313" y="118764"/>
                  <a:pt x="214313" y="114300"/>
                </a:cubicBezTo>
                <a:cubicBezTo>
                  <a:pt x="214313" y="109835"/>
                  <a:pt x="213866" y="105072"/>
                  <a:pt x="212973" y="100012"/>
                </a:cubicBezTo>
                <a:close/>
                <a:moveTo>
                  <a:pt x="15627" y="100012"/>
                </a:moveTo>
                <a:cubicBezTo>
                  <a:pt x="14734" y="105072"/>
                  <a:pt x="14288" y="109835"/>
                  <a:pt x="14288" y="114300"/>
                </a:cubicBezTo>
                <a:cubicBezTo>
                  <a:pt x="14288" y="118764"/>
                  <a:pt x="14734" y="123527"/>
                  <a:pt x="15627" y="128587"/>
                </a:cubicBezTo>
                <a:lnTo>
                  <a:pt x="58936" y="128587"/>
                </a:lnTo>
                <a:cubicBezTo>
                  <a:pt x="57746" y="123825"/>
                  <a:pt x="57150" y="119062"/>
                  <a:pt x="57150" y="114300"/>
                </a:cubicBezTo>
                <a:cubicBezTo>
                  <a:pt x="57150" y="109537"/>
                  <a:pt x="57746" y="104775"/>
                  <a:pt x="58936" y="100012"/>
                </a:cubicBezTo>
                <a:close/>
                <a:moveTo>
                  <a:pt x="114300" y="71437"/>
                </a:moveTo>
                <a:cubicBezTo>
                  <a:pt x="102394" y="71437"/>
                  <a:pt x="92274" y="75604"/>
                  <a:pt x="83939" y="83939"/>
                </a:cubicBezTo>
                <a:cubicBezTo>
                  <a:pt x="75605" y="92273"/>
                  <a:pt x="71438" y="102393"/>
                  <a:pt x="71438" y="114300"/>
                </a:cubicBezTo>
                <a:cubicBezTo>
                  <a:pt x="71438" y="126206"/>
                  <a:pt x="75605" y="136326"/>
                  <a:pt x="83939" y="144661"/>
                </a:cubicBezTo>
                <a:cubicBezTo>
                  <a:pt x="92274" y="152995"/>
                  <a:pt x="102394" y="157162"/>
                  <a:pt x="114300" y="157162"/>
                </a:cubicBezTo>
                <a:cubicBezTo>
                  <a:pt x="126206" y="157162"/>
                  <a:pt x="136327" y="152995"/>
                  <a:pt x="144661" y="144661"/>
                </a:cubicBezTo>
                <a:cubicBezTo>
                  <a:pt x="152996" y="136326"/>
                  <a:pt x="157163" y="126206"/>
                  <a:pt x="157163" y="114300"/>
                </a:cubicBezTo>
                <a:cubicBezTo>
                  <a:pt x="157163" y="102393"/>
                  <a:pt x="152996" y="92273"/>
                  <a:pt x="144661" y="83939"/>
                </a:cubicBezTo>
                <a:cubicBezTo>
                  <a:pt x="136327" y="75604"/>
                  <a:pt x="126206" y="71437"/>
                  <a:pt x="114300" y="71437"/>
                </a:cubicBezTo>
                <a:close/>
                <a:moveTo>
                  <a:pt x="142875" y="18305"/>
                </a:moveTo>
                <a:lnTo>
                  <a:pt x="142875" y="64740"/>
                </a:lnTo>
                <a:cubicBezTo>
                  <a:pt x="151507" y="70098"/>
                  <a:pt x="158502" y="77093"/>
                  <a:pt x="163860" y="85725"/>
                </a:cubicBezTo>
                <a:lnTo>
                  <a:pt x="209848" y="85725"/>
                </a:lnTo>
                <a:cubicBezTo>
                  <a:pt x="205085" y="69651"/>
                  <a:pt x="196751" y="55661"/>
                  <a:pt x="184845" y="43755"/>
                </a:cubicBezTo>
                <a:cubicBezTo>
                  <a:pt x="172939" y="31849"/>
                  <a:pt x="158949" y="23366"/>
                  <a:pt x="142875" y="18305"/>
                </a:cubicBezTo>
                <a:close/>
                <a:moveTo>
                  <a:pt x="85725" y="18305"/>
                </a:moveTo>
                <a:cubicBezTo>
                  <a:pt x="69652" y="23366"/>
                  <a:pt x="55662" y="31849"/>
                  <a:pt x="43756" y="43755"/>
                </a:cubicBezTo>
                <a:cubicBezTo>
                  <a:pt x="31849" y="55661"/>
                  <a:pt x="23515" y="69651"/>
                  <a:pt x="18753" y="85725"/>
                </a:cubicBezTo>
                <a:lnTo>
                  <a:pt x="64740" y="85725"/>
                </a:lnTo>
                <a:cubicBezTo>
                  <a:pt x="70098" y="77093"/>
                  <a:pt x="77093" y="70098"/>
                  <a:pt x="85725" y="64740"/>
                </a:cubicBezTo>
                <a:close/>
                <a:moveTo>
                  <a:pt x="114300" y="14287"/>
                </a:moveTo>
                <a:cubicBezTo>
                  <a:pt x="109538" y="14287"/>
                  <a:pt x="104775" y="14585"/>
                  <a:pt x="100013" y="15180"/>
                </a:cubicBezTo>
                <a:lnTo>
                  <a:pt x="100013" y="58936"/>
                </a:lnTo>
                <a:cubicBezTo>
                  <a:pt x="104775" y="57745"/>
                  <a:pt x="109538" y="57150"/>
                  <a:pt x="114300" y="57150"/>
                </a:cubicBezTo>
                <a:cubicBezTo>
                  <a:pt x="119063" y="57150"/>
                  <a:pt x="123825" y="57745"/>
                  <a:pt x="128588" y="58936"/>
                </a:cubicBezTo>
                <a:lnTo>
                  <a:pt x="128588" y="15180"/>
                </a:lnTo>
                <a:cubicBezTo>
                  <a:pt x="123825" y="14585"/>
                  <a:pt x="119063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5" name="Freeform 94"/>
          <p:cNvSpPr/>
          <p:nvPr/>
        </p:nvSpPr>
        <p:spPr>
          <a:xfrm>
            <a:off x="3271097" y="312113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8177" y="140475"/>
                </a:moveTo>
                <a:cubicBezTo>
                  <a:pt x="149851" y="140438"/>
                  <a:pt x="151507" y="141238"/>
                  <a:pt x="153144" y="142875"/>
                </a:cubicBezTo>
                <a:lnTo>
                  <a:pt x="214759" y="204043"/>
                </a:lnTo>
                <a:lnTo>
                  <a:pt x="214312" y="169664"/>
                </a:lnTo>
                <a:cubicBezTo>
                  <a:pt x="214312" y="168175"/>
                  <a:pt x="214833" y="166910"/>
                  <a:pt x="215875" y="165869"/>
                </a:cubicBezTo>
                <a:cubicBezTo>
                  <a:pt x="216917" y="164827"/>
                  <a:pt x="218182" y="164306"/>
                  <a:pt x="219670" y="164306"/>
                </a:cubicBezTo>
                <a:lnTo>
                  <a:pt x="223242" y="164306"/>
                </a:lnTo>
                <a:cubicBezTo>
                  <a:pt x="226814" y="164306"/>
                  <a:pt x="228600" y="165794"/>
                  <a:pt x="228600" y="168771"/>
                </a:cubicBezTo>
                <a:lnTo>
                  <a:pt x="228600" y="220563"/>
                </a:lnTo>
                <a:lnTo>
                  <a:pt x="228600" y="223242"/>
                </a:lnTo>
                <a:cubicBezTo>
                  <a:pt x="228600" y="224730"/>
                  <a:pt x="228302" y="225921"/>
                  <a:pt x="227707" y="226814"/>
                </a:cubicBezTo>
                <a:cubicBezTo>
                  <a:pt x="226516" y="227707"/>
                  <a:pt x="225177" y="228153"/>
                  <a:pt x="223688" y="228153"/>
                </a:cubicBezTo>
                <a:lnTo>
                  <a:pt x="221009" y="228153"/>
                </a:lnTo>
                <a:lnTo>
                  <a:pt x="169664" y="228600"/>
                </a:lnTo>
                <a:cubicBezTo>
                  <a:pt x="168473" y="228600"/>
                  <a:pt x="167357" y="228079"/>
                  <a:pt x="166315" y="227037"/>
                </a:cubicBezTo>
                <a:cubicBezTo>
                  <a:pt x="165273" y="225995"/>
                  <a:pt x="164604" y="224730"/>
                  <a:pt x="164306" y="223242"/>
                </a:cubicBezTo>
                <a:lnTo>
                  <a:pt x="164306" y="219223"/>
                </a:lnTo>
                <a:cubicBezTo>
                  <a:pt x="164901" y="215652"/>
                  <a:pt x="166985" y="214014"/>
                  <a:pt x="170557" y="214312"/>
                </a:cubicBezTo>
                <a:lnTo>
                  <a:pt x="204043" y="213866"/>
                </a:lnTo>
                <a:lnTo>
                  <a:pt x="142875" y="153144"/>
                </a:lnTo>
                <a:cubicBezTo>
                  <a:pt x="139601" y="149870"/>
                  <a:pt x="139675" y="146521"/>
                  <a:pt x="143098" y="143098"/>
                </a:cubicBezTo>
                <a:cubicBezTo>
                  <a:pt x="144809" y="141386"/>
                  <a:pt x="146502" y="140512"/>
                  <a:pt x="148177" y="140475"/>
                </a:cubicBezTo>
                <a:close/>
                <a:moveTo>
                  <a:pt x="80813" y="140475"/>
                </a:moveTo>
                <a:cubicBezTo>
                  <a:pt x="82451" y="140512"/>
                  <a:pt x="84088" y="141386"/>
                  <a:pt x="85725" y="143098"/>
                </a:cubicBezTo>
                <a:cubicBezTo>
                  <a:pt x="88999" y="146521"/>
                  <a:pt x="88999" y="149870"/>
                  <a:pt x="85725" y="153144"/>
                </a:cubicBezTo>
                <a:lnTo>
                  <a:pt x="24556" y="213866"/>
                </a:lnTo>
                <a:lnTo>
                  <a:pt x="58489" y="214312"/>
                </a:lnTo>
                <a:cubicBezTo>
                  <a:pt x="62061" y="214014"/>
                  <a:pt x="63996" y="215652"/>
                  <a:pt x="64293" y="219223"/>
                </a:cubicBezTo>
                <a:lnTo>
                  <a:pt x="64293" y="223242"/>
                </a:lnTo>
                <a:cubicBezTo>
                  <a:pt x="64293" y="224730"/>
                  <a:pt x="63773" y="225995"/>
                  <a:pt x="62731" y="227037"/>
                </a:cubicBezTo>
                <a:cubicBezTo>
                  <a:pt x="61689" y="228079"/>
                  <a:pt x="60424" y="228600"/>
                  <a:pt x="58936" y="228600"/>
                </a:cubicBezTo>
                <a:lnTo>
                  <a:pt x="7590" y="228153"/>
                </a:lnTo>
                <a:lnTo>
                  <a:pt x="4911" y="228153"/>
                </a:lnTo>
                <a:cubicBezTo>
                  <a:pt x="3423" y="228153"/>
                  <a:pt x="2083" y="227707"/>
                  <a:pt x="893" y="226814"/>
                </a:cubicBezTo>
                <a:cubicBezTo>
                  <a:pt x="297" y="225921"/>
                  <a:pt x="0" y="224730"/>
                  <a:pt x="0" y="223242"/>
                </a:cubicBezTo>
                <a:lnTo>
                  <a:pt x="0" y="220563"/>
                </a:lnTo>
                <a:lnTo>
                  <a:pt x="0" y="168771"/>
                </a:lnTo>
                <a:cubicBezTo>
                  <a:pt x="0" y="165794"/>
                  <a:pt x="1786" y="164306"/>
                  <a:pt x="5358" y="164306"/>
                </a:cubicBezTo>
                <a:lnTo>
                  <a:pt x="9376" y="164306"/>
                </a:lnTo>
                <a:cubicBezTo>
                  <a:pt x="10864" y="164306"/>
                  <a:pt x="12055" y="164827"/>
                  <a:pt x="12948" y="165869"/>
                </a:cubicBezTo>
                <a:cubicBezTo>
                  <a:pt x="13841" y="166910"/>
                  <a:pt x="14287" y="168175"/>
                  <a:pt x="14287" y="169664"/>
                </a:cubicBezTo>
                <a:lnTo>
                  <a:pt x="14287" y="204043"/>
                </a:lnTo>
                <a:lnTo>
                  <a:pt x="75902" y="142875"/>
                </a:lnTo>
                <a:cubicBezTo>
                  <a:pt x="77539" y="141238"/>
                  <a:pt x="79176" y="140438"/>
                  <a:pt x="80813" y="140475"/>
                </a:cubicBezTo>
                <a:close/>
                <a:moveTo>
                  <a:pt x="169664" y="0"/>
                </a:moveTo>
                <a:lnTo>
                  <a:pt x="221009" y="446"/>
                </a:lnTo>
                <a:lnTo>
                  <a:pt x="223688" y="446"/>
                </a:lnTo>
                <a:cubicBezTo>
                  <a:pt x="225177" y="446"/>
                  <a:pt x="226367" y="893"/>
                  <a:pt x="227260" y="1786"/>
                </a:cubicBezTo>
                <a:cubicBezTo>
                  <a:pt x="228153" y="2679"/>
                  <a:pt x="228600" y="3869"/>
                  <a:pt x="228600" y="5357"/>
                </a:cubicBezTo>
                <a:lnTo>
                  <a:pt x="228600" y="8036"/>
                </a:lnTo>
                <a:lnTo>
                  <a:pt x="228600" y="59829"/>
                </a:lnTo>
                <a:cubicBezTo>
                  <a:pt x="228600" y="62805"/>
                  <a:pt x="226814" y="64293"/>
                  <a:pt x="223242" y="64293"/>
                </a:cubicBezTo>
                <a:lnTo>
                  <a:pt x="219670" y="64293"/>
                </a:lnTo>
                <a:cubicBezTo>
                  <a:pt x="218182" y="64293"/>
                  <a:pt x="216917" y="63772"/>
                  <a:pt x="215875" y="62731"/>
                </a:cubicBezTo>
                <a:cubicBezTo>
                  <a:pt x="214833" y="61689"/>
                  <a:pt x="214312" y="60424"/>
                  <a:pt x="214312" y="58936"/>
                </a:cubicBezTo>
                <a:lnTo>
                  <a:pt x="214759" y="24556"/>
                </a:lnTo>
                <a:lnTo>
                  <a:pt x="153144" y="85725"/>
                </a:lnTo>
                <a:cubicBezTo>
                  <a:pt x="149870" y="88999"/>
                  <a:pt x="146521" y="88924"/>
                  <a:pt x="143098" y="85501"/>
                </a:cubicBezTo>
                <a:cubicBezTo>
                  <a:pt x="139675" y="82078"/>
                  <a:pt x="139601" y="78730"/>
                  <a:pt x="142875" y="75455"/>
                </a:cubicBezTo>
                <a:lnTo>
                  <a:pt x="204043" y="14734"/>
                </a:lnTo>
                <a:lnTo>
                  <a:pt x="170557" y="14287"/>
                </a:lnTo>
                <a:cubicBezTo>
                  <a:pt x="166985" y="14585"/>
                  <a:pt x="164901" y="12948"/>
                  <a:pt x="164306" y="9376"/>
                </a:cubicBezTo>
                <a:lnTo>
                  <a:pt x="164306" y="5357"/>
                </a:lnTo>
                <a:cubicBezTo>
                  <a:pt x="164604" y="3869"/>
                  <a:pt x="165273" y="2604"/>
                  <a:pt x="166315" y="1562"/>
                </a:cubicBezTo>
                <a:cubicBezTo>
                  <a:pt x="167357" y="521"/>
                  <a:pt x="168473" y="0"/>
                  <a:pt x="169664" y="0"/>
                </a:cubicBezTo>
                <a:close/>
                <a:moveTo>
                  <a:pt x="58936" y="0"/>
                </a:moveTo>
                <a:cubicBezTo>
                  <a:pt x="60424" y="0"/>
                  <a:pt x="61689" y="521"/>
                  <a:pt x="62731" y="1562"/>
                </a:cubicBezTo>
                <a:cubicBezTo>
                  <a:pt x="63773" y="2604"/>
                  <a:pt x="64293" y="3869"/>
                  <a:pt x="64293" y="5357"/>
                </a:cubicBezTo>
                <a:lnTo>
                  <a:pt x="64293" y="9376"/>
                </a:lnTo>
                <a:cubicBezTo>
                  <a:pt x="63996" y="12948"/>
                  <a:pt x="62061" y="14585"/>
                  <a:pt x="58489" y="14287"/>
                </a:cubicBezTo>
                <a:lnTo>
                  <a:pt x="24556" y="14734"/>
                </a:lnTo>
                <a:lnTo>
                  <a:pt x="85725" y="75455"/>
                </a:lnTo>
                <a:cubicBezTo>
                  <a:pt x="88999" y="78730"/>
                  <a:pt x="88999" y="82078"/>
                  <a:pt x="85725" y="85501"/>
                </a:cubicBezTo>
                <a:cubicBezTo>
                  <a:pt x="82451" y="88924"/>
                  <a:pt x="79176" y="88999"/>
                  <a:pt x="75902" y="85725"/>
                </a:cubicBezTo>
                <a:lnTo>
                  <a:pt x="14287" y="24556"/>
                </a:lnTo>
                <a:lnTo>
                  <a:pt x="14287" y="58936"/>
                </a:lnTo>
                <a:cubicBezTo>
                  <a:pt x="14287" y="60424"/>
                  <a:pt x="13841" y="61689"/>
                  <a:pt x="12948" y="62731"/>
                </a:cubicBezTo>
                <a:cubicBezTo>
                  <a:pt x="12055" y="63772"/>
                  <a:pt x="10864" y="64293"/>
                  <a:pt x="9376" y="64293"/>
                </a:cubicBezTo>
                <a:lnTo>
                  <a:pt x="5358" y="64293"/>
                </a:lnTo>
                <a:cubicBezTo>
                  <a:pt x="1786" y="64293"/>
                  <a:pt x="0" y="62805"/>
                  <a:pt x="0" y="59829"/>
                </a:cubicBezTo>
                <a:lnTo>
                  <a:pt x="0" y="8036"/>
                </a:lnTo>
                <a:lnTo>
                  <a:pt x="0" y="5357"/>
                </a:lnTo>
                <a:cubicBezTo>
                  <a:pt x="0" y="3869"/>
                  <a:pt x="297" y="2679"/>
                  <a:pt x="893" y="1786"/>
                </a:cubicBezTo>
                <a:cubicBezTo>
                  <a:pt x="2083" y="893"/>
                  <a:pt x="3423" y="446"/>
                  <a:pt x="4911" y="446"/>
                </a:cubicBezTo>
                <a:lnTo>
                  <a:pt x="7590" y="44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6" name="Freeform 95"/>
          <p:cNvSpPr/>
          <p:nvPr/>
        </p:nvSpPr>
        <p:spPr>
          <a:xfrm>
            <a:off x="3607705" y="3120944"/>
            <a:ext cx="197552" cy="196830"/>
          </a:xfrm>
          <a:custGeom>
            <a:avLst/>
            <a:gdLst/>
            <a:ahLst/>
            <a:cxnLst/>
            <a:rect l="l" t="t" r="r" b="b"/>
            <a:pathLst>
              <a:path w="229886" h="229046">
                <a:moveTo>
                  <a:pt x="148011" y="143099"/>
                </a:moveTo>
                <a:lnTo>
                  <a:pt x="151136" y="143099"/>
                </a:lnTo>
                <a:lnTo>
                  <a:pt x="202482" y="143099"/>
                </a:lnTo>
                <a:cubicBezTo>
                  <a:pt x="203970" y="143099"/>
                  <a:pt x="205235" y="143620"/>
                  <a:pt x="206277" y="144661"/>
                </a:cubicBezTo>
                <a:cubicBezTo>
                  <a:pt x="207319" y="145703"/>
                  <a:pt x="207839" y="146968"/>
                  <a:pt x="207839" y="148456"/>
                </a:cubicBezTo>
                <a:lnTo>
                  <a:pt x="207839" y="152028"/>
                </a:lnTo>
                <a:cubicBezTo>
                  <a:pt x="207542" y="155898"/>
                  <a:pt x="205607" y="157684"/>
                  <a:pt x="202035" y="157386"/>
                </a:cubicBezTo>
                <a:lnTo>
                  <a:pt x="168102" y="157386"/>
                </a:lnTo>
                <a:lnTo>
                  <a:pt x="227485" y="216322"/>
                </a:lnTo>
                <a:cubicBezTo>
                  <a:pt x="230759" y="219894"/>
                  <a:pt x="230685" y="223317"/>
                  <a:pt x="227262" y="226591"/>
                </a:cubicBezTo>
                <a:cubicBezTo>
                  <a:pt x="223838" y="229865"/>
                  <a:pt x="220490" y="229865"/>
                  <a:pt x="217216" y="226591"/>
                </a:cubicBezTo>
                <a:lnTo>
                  <a:pt x="157387" y="167655"/>
                </a:lnTo>
                <a:lnTo>
                  <a:pt x="157833" y="202481"/>
                </a:lnTo>
                <a:cubicBezTo>
                  <a:pt x="157833" y="203969"/>
                  <a:pt x="157312" y="205234"/>
                  <a:pt x="156271" y="206276"/>
                </a:cubicBezTo>
                <a:cubicBezTo>
                  <a:pt x="155229" y="207318"/>
                  <a:pt x="153964" y="207839"/>
                  <a:pt x="152475" y="207839"/>
                </a:cubicBezTo>
                <a:lnTo>
                  <a:pt x="148904" y="207839"/>
                </a:lnTo>
                <a:cubicBezTo>
                  <a:pt x="145332" y="207541"/>
                  <a:pt x="143546" y="205904"/>
                  <a:pt x="143546" y="202928"/>
                </a:cubicBezTo>
                <a:lnTo>
                  <a:pt x="143099" y="151582"/>
                </a:lnTo>
                <a:lnTo>
                  <a:pt x="143546" y="151135"/>
                </a:lnTo>
                <a:lnTo>
                  <a:pt x="143099" y="148456"/>
                </a:lnTo>
                <a:cubicBezTo>
                  <a:pt x="143099" y="146968"/>
                  <a:pt x="143546" y="145778"/>
                  <a:pt x="144439" y="144885"/>
                </a:cubicBezTo>
                <a:cubicBezTo>
                  <a:pt x="145629" y="143694"/>
                  <a:pt x="146820" y="143099"/>
                  <a:pt x="148011" y="143099"/>
                </a:cubicBezTo>
                <a:close/>
                <a:moveTo>
                  <a:pt x="27460" y="143099"/>
                </a:moveTo>
                <a:lnTo>
                  <a:pt x="78805" y="143545"/>
                </a:lnTo>
                <a:lnTo>
                  <a:pt x="81484" y="143099"/>
                </a:lnTo>
                <a:cubicBezTo>
                  <a:pt x="82973" y="143099"/>
                  <a:pt x="84163" y="143694"/>
                  <a:pt x="85056" y="144885"/>
                </a:cubicBezTo>
                <a:cubicBezTo>
                  <a:pt x="85949" y="145778"/>
                  <a:pt x="86396" y="146968"/>
                  <a:pt x="86396" y="148456"/>
                </a:cubicBezTo>
                <a:lnTo>
                  <a:pt x="85949" y="151135"/>
                </a:lnTo>
                <a:lnTo>
                  <a:pt x="86396" y="151582"/>
                </a:lnTo>
                <a:lnTo>
                  <a:pt x="85949" y="202928"/>
                </a:lnTo>
                <a:cubicBezTo>
                  <a:pt x="85949" y="205904"/>
                  <a:pt x="84163" y="207541"/>
                  <a:pt x="80591" y="207839"/>
                </a:cubicBezTo>
                <a:lnTo>
                  <a:pt x="77020" y="207839"/>
                </a:lnTo>
                <a:cubicBezTo>
                  <a:pt x="75531" y="207839"/>
                  <a:pt x="74341" y="207318"/>
                  <a:pt x="73448" y="206276"/>
                </a:cubicBezTo>
                <a:cubicBezTo>
                  <a:pt x="72555" y="205234"/>
                  <a:pt x="72108" y="203969"/>
                  <a:pt x="72108" y="202481"/>
                </a:cubicBezTo>
                <a:lnTo>
                  <a:pt x="72108" y="167655"/>
                </a:lnTo>
                <a:lnTo>
                  <a:pt x="12726" y="226591"/>
                </a:lnTo>
                <a:cubicBezTo>
                  <a:pt x="11238" y="228079"/>
                  <a:pt x="9526" y="228824"/>
                  <a:pt x="7591" y="228824"/>
                </a:cubicBezTo>
                <a:cubicBezTo>
                  <a:pt x="5656" y="228824"/>
                  <a:pt x="4019" y="228079"/>
                  <a:pt x="2680" y="226591"/>
                </a:cubicBezTo>
                <a:cubicBezTo>
                  <a:pt x="1340" y="225103"/>
                  <a:pt x="671" y="223391"/>
                  <a:pt x="671" y="221457"/>
                </a:cubicBezTo>
                <a:cubicBezTo>
                  <a:pt x="671" y="219522"/>
                  <a:pt x="1266" y="217810"/>
                  <a:pt x="2457" y="216322"/>
                </a:cubicBezTo>
                <a:lnTo>
                  <a:pt x="61839" y="157386"/>
                </a:lnTo>
                <a:lnTo>
                  <a:pt x="27906" y="157386"/>
                </a:lnTo>
                <a:cubicBezTo>
                  <a:pt x="24334" y="157684"/>
                  <a:pt x="22400" y="155898"/>
                  <a:pt x="22102" y="152028"/>
                </a:cubicBezTo>
                <a:lnTo>
                  <a:pt x="22102" y="148456"/>
                </a:lnTo>
                <a:cubicBezTo>
                  <a:pt x="22102" y="146968"/>
                  <a:pt x="22623" y="145703"/>
                  <a:pt x="23665" y="144661"/>
                </a:cubicBezTo>
                <a:cubicBezTo>
                  <a:pt x="24706" y="143620"/>
                  <a:pt x="25972" y="143099"/>
                  <a:pt x="27460" y="143099"/>
                </a:cubicBezTo>
                <a:close/>
                <a:moveTo>
                  <a:pt x="7591" y="224"/>
                </a:moveTo>
                <a:cubicBezTo>
                  <a:pt x="9526" y="224"/>
                  <a:pt x="11238" y="968"/>
                  <a:pt x="12726" y="2456"/>
                </a:cubicBezTo>
                <a:lnTo>
                  <a:pt x="72108" y="61392"/>
                </a:lnTo>
                <a:lnTo>
                  <a:pt x="72108" y="26566"/>
                </a:lnTo>
                <a:cubicBezTo>
                  <a:pt x="72108" y="25078"/>
                  <a:pt x="72555" y="23813"/>
                  <a:pt x="73448" y="22771"/>
                </a:cubicBezTo>
                <a:cubicBezTo>
                  <a:pt x="74341" y="21729"/>
                  <a:pt x="75531" y="21208"/>
                  <a:pt x="77020" y="21208"/>
                </a:cubicBezTo>
                <a:lnTo>
                  <a:pt x="80591" y="21208"/>
                </a:lnTo>
                <a:cubicBezTo>
                  <a:pt x="84163" y="21506"/>
                  <a:pt x="85949" y="23143"/>
                  <a:pt x="85949" y="26120"/>
                </a:cubicBezTo>
                <a:lnTo>
                  <a:pt x="86396" y="77465"/>
                </a:lnTo>
                <a:lnTo>
                  <a:pt x="85949" y="77912"/>
                </a:lnTo>
                <a:lnTo>
                  <a:pt x="86396" y="80591"/>
                </a:lnTo>
                <a:cubicBezTo>
                  <a:pt x="86396" y="82079"/>
                  <a:pt x="85949" y="83270"/>
                  <a:pt x="85056" y="84163"/>
                </a:cubicBezTo>
                <a:cubicBezTo>
                  <a:pt x="84163" y="85056"/>
                  <a:pt x="82973" y="85502"/>
                  <a:pt x="81484" y="85502"/>
                </a:cubicBezTo>
                <a:lnTo>
                  <a:pt x="78805" y="85502"/>
                </a:lnTo>
                <a:lnTo>
                  <a:pt x="27460" y="85502"/>
                </a:lnTo>
                <a:cubicBezTo>
                  <a:pt x="25972" y="85502"/>
                  <a:pt x="24706" y="84981"/>
                  <a:pt x="23665" y="83939"/>
                </a:cubicBezTo>
                <a:cubicBezTo>
                  <a:pt x="22623" y="82898"/>
                  <a:pt x="22102" y="81633"/>
                  <a:pt x="22102" y="80144"/>
                </a:cubicBezTo>
                <a:lnTo>
                  <a:pt x="22102" y="76572"/>
                </a:lnTo>
                <a:cubicBezTo>
                  <a:pt x="22400" y="73001"/>
                  <a:pt x="24334" y="71215"/>
                  <a:pt x="27906" y="71215"/>
                </a:cubicBezTo>
                <a:lnTo>
                  <a:pt x="61839" y="71215"/>
                </a:lnTo>
                <a:lnTo>
                  <a:pt x="2457" y="12725"/>
                </a:lnTo>
                <a:cubicBezTo>
                  <a:pt x="-818" y="9153"/>
                  <a:pt x="-818" y="5730"/>
                  <a:pt x="2457" y="2456"/>
                </a:cubicBezTo>
                <a:cubicBezTo>
                  <a:pt x="3945" y="968"/>
                  <a:pt x="5656" y="224"/>
                  <a:pt x="7591" y="224"/>
                </a:cubicBezTo>
                <a:close/>
                <a:moveTo>
                  <a:pt x="222183" y="0"/>
                </a:moveTo>
                <a:cubicBezTo>
                  <a:pt x="223857" y="0"/>
                  <a:pt x="225550" y="819"/>
                  <a:pt x="227262" y="2456"/>
                </a:cubicBezTo>
                <a:cubicBezTo>
                  <a:pt x="230685" y="5730"/>
                  <a:pt x="230759" y="9153"/>
                  <a:pt x="227485" y="12725"/>
                </a:cubicBezTo>
                <a:lnTo>
                  <a:pt x="168102" y="71215"/>
                </a:lnTo>
                <a:lnTo>
                  <a:pt x="202035" y="71215"/>
                </a:lnTo>
                <a:cubicBezTo>
                  <a:pt x="205607" y="71215"/>
                  <a:pt x="207542" y="73001"/>
                  <a:pt x="207839" y="76572"/>
                </a:cubicBezTo>
                <a:lnTo>
                  <a:pt x="207839" y="80144"/>
                </a:lnTo>
                <a:cubicBezTo>
                  <a:pt x="207839" y="81633"/>
                  <a:pt x="207319" y="82898"/>
                  <a:pt x="206277" y="83939"/>
                </a:cubicBezTo>
                <a:cubicBezTo>
                  <a:pt x="205235" y="84981"/>
                  <a:pt x="203970" y="85502"/>
                  <a:pt x="202482" y="85502"/>
                </a:cubicBezTo>
                <a:lnTo>
                  <a:pt x="151136" y="85502"/>
                </a:lnTo>
                <a:lnTo>
                  <a:pt x="148457" y="85502"/>
                </a:lnTo>
                <a:cubicBezTo>
                  <a:pt x="146969" y="85502"/>
                  <a:pt x="145778" y="85056"/>
                  <a:pt x="144885" y="84163"/>
                </a:cubicBezTo>
                <a:cubicBezTo>
                  <a:pt x="143992" y="83270"/>
                  <a:pt x="143546" y="82079"/>
                  <a:pt x="143546" y="80591"/>
                </a:cubicBezTo>
                <a:lnTo>
                  <a:pt x="143992" y="77912"/>
                </a:lnTo>
                <a:lnTo>
                  <a:pt x="143546" y="77465"/>
                </a:lnTo>
                <a:lnTo>
                  <a:pt x="143992" y="26120"/>
                </a:lnTo>
                <a:cubicBezTo>
                  <a:pt x="143992" y="23143"/>
                  <a:pt x="145778" y="21506"/>
                  <a:pt x="149350" y="21208"/>
                </a:cubicBezTo>
                <a:lnTo>
                  <a:pt x="152922" y="21208"/>
                </a:lnTo>
                <a:cubicBezTo>
                  <a:pt x="154410" y="21208"/>
                  <a:pt x="155601" y="21729"/>
                  <a:pt x="156494" y="22771"/>
                </a:cubicBezTo>
                <a:cubicBezTo>
                  <a:pt x="157387" y="23813"/>
                  <a:pt x="157833" y="25078"/>
                  <a:pt x="157833" y="26566"/>
                </a:cubicBezTo>
                <a:lnTo>
                  <a:pt x="157833" y="61392"/>
                </a:lnTo>
                <a:lnTo>
                  <a:pt x="217216" y="2456"/>
                </a:lnTo>
                <a:cubicBezTo>
                  <a:pt x="218853" y="819"/>
                  <a:pt x="220508" y="0"/>
                  <a:pt x="22218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7" name="Freeform 96"/>
          <p:cNvSpPr/>
          <p:nvPr/>
        </p:nvSpPr>
        <p:spPr>
          <a:xfrm>
            <a:off x="3945418" y="3135332"/>
            <a:ext cx="195679" cy="168053"/>
          </a:xfrm>
          <a:custGeom>
            <a:avLst/>
            <a:gdLst/>
            <a:ahLst/>
            <a:cxnLst/>
            <a:rect l="l" t="t" r="r" b="b"/>
            <a:pathLst>
              <a:path w="227707" h="195559">
                <a:moveTo>
                  <a:pt x="133945" y="115193"/>
                </a:moveTo>
                <a:lnTo>
                  <a:pt x="159395" y="154930"/>
                </a:lnTo>
                <a:lnTo>
                  <a:pt x="204043" y="154930"/>
                </a:lnTo>
                <a:lnTo>
                  <a:pt x="187077" y="139303"/>
                </a:lnTo>
                <a:cubicBezTo>
                  <a:pt x="184100" y="136624"/>
                  <a:pt x="183802" y="134243"/>
                  <a:pt x="186184" y="132159"/>
                </a:cubicBezTo>
                <a:lnTo>
                  <a:pt x="187523" y="130373"/>
                </a:lnTo>
                <a:cubicBezTo>
                  <a:pt x="189904" y="127992"/>
                  <a:pt x="192434" y="127992"/>
                  <a:pt x="195113" y="130373"/>
                </a:cubicBezTo>
                <a:lnTo>
                  <a:pt x="224135" y="156716"/>
                </a:lnTo>
                <a:lnTo>
                  <a:pt x="225921" y="158502"/>
                </a:lnTo>
                <a:cubicBezTo>
                  <a:pt x="227111" y="159693"/>
                  <a:pt x="227707" y="160958"/>
                  <a:pt x="227707" y="162297"/>
                </a:cubicBezTo>
                <a:cubicBezTo>
                  <a:pt x="227707" y="163636"/>
                  <a:pt x="227111" y="164902"/>
                  <a:pt x="225921" y="166092"/>
                </a:cubicBezTo>
                <a:lnTo>
                  <a:pt x="224135" y="167878"/>
                </a:lnTo>
                <a:lnTo>
                  <a:pt x="195560" y="193774"/>
                </a:lnTo>
                <a:cubicBezTo>
                  <a:pt x="192881" y="196155"/>
                  <a:pt x="190351" y="196155"/>
                  <a:pt x="187970" y="193774"/>
                </a:cubicBezTo>
                <a:lnTo>
                  <a:pt x="186630" y="191988"/>
                </a:lnTo>
                <a:cubicBezTo>
                  <a:pt x="184249" y="189607"/>
                  <a:pt x="184547" y="187077"/>
                  <a:pt x="187523" y="184398"/>
                </a:cubicBezTo>
                <a:lnTo>
                  <a:pt x="204490" y="169218"/>
                </a:lnTo>
                <a:lnTo>
                  <a:pt x="152251" y="169218"/>
                </a:lnTo>
                <a:lnTo>
                  <a:pt x="125015" y="127694"/>
                </a:lnTo>
                <a:close/>
                <a:moveTo>
                  <a:pt x="0" y="26343"/>
                </a:moveTo>
                <a:lnTo>
                  <a:pt x="68312" y="26343"/>
                </a:lnTo>
                <a:lnTo>
                  <a:pt x="98226" y="66973"/>
                </a:lnTo>
                <a:lnTo>
                  <a:pt x="89297" y="79474"/>
                </a:lnTo>
                <a:lnTo>
                  <a:pt x="60722" y="40630"/>
                </a:lnTo>
                <a:lnTo>
                  <a:pt x="0" y="40630"/>
                </a:lnTo>
                <a:close/>
                <a:moveTo>
                  <a:pt x="191207" y="0"/>
                </a:moveTo>
                <a:cubicBezTo>
                  <a:pt x="192472" y="0"/>
                  <a:pt x="193774" y="595"/>
                  <a:pt x="195113" y="1786"/>
                </a:cubicBezTo>
                <a:lnTo>
                  <a:pt x="224135" y="28128"/>
                </a:lnTo>
                <a:lnTo>
                  <a:pt x="225921" y="29914"/>
                </a:lnTo>
                <a:cubicBezTo>
                  <a:pt x="227111" y="31105"/>
                  <a:pt x="227707" y="32370"/>
                  <a:pt x="227707" y="33710"/>
                </a:cubicBezTo>
                <a:cubicBezTo>
                  <a:pt x="227707" y="35049"/>
                  <a:pt x="227111" y="36314"/>
                  <a:pt x="225921" y="37505"/>
                </a:cubicBezTo>
                <a:lnTo>
                  <a:pt x="224135" y="39291"/>
                </a:lnTo>
                <a:lnTo>
                  <a:pt x="195560" y="65187"/>
                </a:lnTo>
                <a:cubicBezTo>
                  <a:pt x="192881" y="67568"/>
                  <a:pt x="190351" y="67568"/>
                  <a:pt x="187970" y="65187"/>
                </a:cubicBezTo>
                <a:lnTo>
                  <a:pt x="186630" y="63401"/>
                </a:lnTo>
                <a:cubicBezTo>
                  <a:pt x="184249" y="61019"/>
                  <a:pt x="184547" y="58489"/>
                  <a:pt x="187523" y="55811"/>
                </a:cubicBezTo>
                <a:lnTo>
                  <a:pt x="204490" y="40630"/>
                </a:lnTo>
                <a:lnTo>
                  <a:pt x="159395" y="40630"/>
                </a:lnTo>
                <a:lnTo>
                  <a:pt x="68312" y="169218"/>
                </a:lnTo>
                <a:lnTo>
                  <a:pt x="0" y="169218"/>
                </a:lnTo>
                <a:lnTo>
                  <a:pt x="0" y="154930"/>
                </a:lnTo>
                <a:lnTo>
                  <a:pt x="60722" y="154930"/>
                </a:lnTo>
                <a:lnTo>
                  <a:pt x="152251" y="26343"/>
                </a:lnTo>
                <a:lnTo>
                  <a:pt x="204043" y="26343"/>
                </a:lnTo>
                <a:lnTo>
                  <a:pt x="187077" y="10716"/>
                </a:lnTo>
                <a:cubicBezTo>
                  <a:pt x="184100" y="8037"/>
                  <a:pt x="183802" y="5655"/>
                  <a:pt x="186184" y="3572"/>
                </a:cubicBezTo>
                <a:lnTo>
                  <a:pt x="187523" y="1786"/>
                </a:lnTo>
                <a:cubicBezTo>
                  <a:pt x="188714" y="595"/>
                  <a:pt x="189942" y="0"/>
                  <a:pt x="19120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8" name="Freeform 97"/>
          <p:cNvSpPr/>
          <p:nvPr/>
        </p:nvSpPr>
        <p:spPr>
          <a:xfrm>
            <a:off x="4281259" y="3122958"/>
            <a:ext cx="194144" cy="192802"/>
          </a:xfrm>
          <a:custGeom>
            <a:avLst/>
            <a:gdLst/>
            <a:ahLst/>
            <a:cxnLst/>
            <a:rect l="l" t="t" r="r" b="b"/>
            <a:pathLst>
              <a:path w="225921" h="224358">
                <a:moveTo>
                  <a:pt x="14287" y="52908"/>
                </a:moveTo>
                <a:lnTo>
                  <a:pt x="85725" y="52908"/>
                </a:lnTo>
                <a:lnTo>
                  <a:pt x="86171" y="53355"/>
                </a:lnTo>
                <a:lnTo>
                  <a:pt x="71884" y="67196"/>
                </a:lnTo>
                <a:lnTo>
                  <a:pt x="14287" y="67196"/>
                </a:lnTo>
                <a:lnTo>
                  <a:pt x="14287" y="210071"/>
                </a:lnTo>
                <a:lnTo>
                  <a:pt x="200025" y="210071"/>
                </a:lnTo>
                <a:lnTo>
                  <a:pt x="200025" y="111844"/>
                </a:lnTo>
                <a:lnTo>
                  <a:pt x="214312" y="98003"/>
                </a:lnTo>
                <a:lnTo>
                  <a:pt x="214312" y="210071"/>
                </a:lnTo>
                <a:cubicBezTo>
                  <a:pt x="214312" y="213940"/>
                  <a:pt x="212898" y="217289"/>
                  <a:pt x="210071" y="220117"/>
                </a:cubicBezTo>
                <a:cubicBezTo>
                  <a:pt x="207243" y="222944"/>
                  <a:pt x="203894" y="224358"/>
                  <a:pt x="200025" y="224358"/>
                </a:cubicBezTo>
                <a:lnTo>
                  <a:pt x="14287" y="224358"/>
                </a:lnTo>
                <a:cubicBezTo>
                  <a:pt x="10418" y="224358"/>
                  <a:pt x="7069" y="222944"/>
                  <a:pt x="4241" y="220117"/>
                </a:cubicBezTo>
                <a:cubicBezTo>
                  <a:pt x="1414" y="217289"/>
                  <a:pt x="0" y="213940"/>
                  <a:pt x="0" y="210071"/>
                </a:cubicBezTo>
                <a:lnTo>
                  <a:pt x="0" y="67196"/>
                </a:lnTo>
                <a:cubicBezTo>
                  <a:pt x="0" y="63029"/>
                  <a:pt x="1414" y="59605"/>
                  <a:pt x="4241" y="56927"/>
                </a:cubicBezTo>
                <a:cubicBezTo>
                  <a:pt x="7069" y="54248"/>
                  <a:pt x="10418" y="52908"/>
                  <a:pt x="14287" y="52908"/>
                </a:cubicBezTo>
                <a:close/>
                <a:moveTo>
                  <a:pt x="178705" y="0"/>
                </a:moveTo>
                <a:cubicBezTo>
                  <a:pt x="180417" y="0"/>
                  <a:pt x="182165" y="818"/>
                  <a:pt x="183951" y="2455"/>
                </a:cubicBezTo>
                <a:lnTo>
                  <a:pt x="225921" y="45764"/>
                </a:lnTo>
                <a:lnTo>
                  <a:pt x="183951" y="89073"/>
                </a:lnTo>
                <a:cubicBezTo>
                  <a:pt x="182463" y="90562"/>
                  <a:pt x="180751" y="91306"/>
                  <a:pt x="178817" y="91306"/>
                </a:cubicBezTo>
                <a:cubicBezTo>
                  <a:pt x="176882" y="91306"/>
                  <a:pt x="175170" y="90562"/>
                  <a:pt x="173682" y="89073"/>
                </a:cubicBezTo>
                <a:cubicBezTo>
                  <a:pt x="170408" y="85799"/>
                  <a:pt x="170408" y="82376"/>
                  <a:pt x="173682" y="78804"/>
                </a:cubicBezTo>
                <a:lnTo>
                  <a:pt x="200025" y="52908"/>
                </a:lnTo>
                <a:cubicBezTo>
                  <a:pt x="196453" y="52908"/>
                  <a:pt x="193923" y="52908"/>
                  <a:pt x="192434" y="52908"/>
                </a:cubicBezTo>
                <a:cubicBezTo>
                  <a:pt x="162966" y="52908"/>
                  <a:pt x="136996" y="62359"/>
                  <a:pt x="114523" y="81260"/>
                </a:cubicBezTo>
                <a:cubicBezTo>
                  <a:pt x="92050" y="100161"/>
                  <a:pt x="78283" y="124048"/>
                  <a:pt x="73223" y="152921"/>
                </a:cubicBezTo>
                <a:lnTo>
                  <a:pt x="58936" y="152921"/>
                </a:lnTo>
                <a:cubicBezTo>
                  <a:pt x="63996" y="120179"/>
                  <a:pt x="79176" y="92943"/>
                  <a:pt x="104477" y="71214"/>
                </a:cubicBezTo>
                <a:cubicBezTo>
                  <a:pt x="129778" y="49485"/>
                  <a:pt x="159246" y="38621"/>
                  <a:pt x="192881" y="38621"/>
                </a:cubicBezTo>
                <a:cubicBezTo>
                  <a:pt x="192881" y="38621"/>
                  <a:pt x="195113" y="38621"/>
                  <a:pt x="199578" y="38621"/>
                </a:cubicBezTo>
                <a:lnTo>
                  <a:pt x="173682" y="12725"/>
                </a:lnTo>
                <a:cubicBezTo>
                  <a:pt x="170408" y="9153"/>
                  <a:pt x="170408" y="5730"/>
                  <a:pt x="173682" y="2455"/>
                </a:cubicBezTo>
                <a:cubicBezTo>
                  <a:pt x="175319" y="818"/>
                  <a:pt x="176994" y="0"/>
                  <a:pt x="17870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99" name="Freeform 98"/>
          <p:cNvSpPr/>
          <p:nvPr/>
        </p:nvSpPr>
        <p:spPr>
          <a:xfrm>
            <a:off x="4615564" y="312113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2881" y="171450"/>
                </a:moveTo>
                <a:cubicBezTo>
                  <a:pt x="186928" y="171450"/>
                  <a:pt x="181868" y="173533"/>
                  <a:pt x="177701" y="177700"/>
                </a:cubicBezTo>
                <a:cubicBezTo>
                  <a:pt x="173534" y="181868"/>
                  <a:pt x="171450" y="186928"/>
                  <a:pt x="171450" y="192881"/>
                </a:cubicBezTo>
                <a:cubicBezTo>
                  <a:pt x="171450" y="198834"/>
                  <a:pt x="173534" y="203894"/>
                  <a:pt x="177701" y="208061"/>
                </a:cubicBezTo>
                <a:cubicBezTo>
                  <a:pt x="181868" y="212229"/>
                  <a:pt x="186928" y="214312"/>
                  <a:pt x="192881" y="214312"/>
                </a:cubicBezTo>
                <a:cubicBezTo>
                  <a:pt x="198835" y="214312"/>
                  <a:pt x="203895" y="212229"/>
                  <a:pt x="208062" y="208061"/>
                </a:cubicBezTo>
                <a:cubicBezTo>
                  <a:pt x="212229" y="203894"/>
                  <a:pt x="214313" y="198834"/>
                  <a:pt x="214313" y="192881"/>
                </a:cubicBezTo>
                <a:cubicBezTo>
                  <a:pt x="214313" y="186928"/>
                  <a:pt x="212229" y="181868"/>
                  <a:pt x="208062" y="177700"/>
                </a:cubicBezTo>
                <a:cubicBezTo>
                  <a:pt x="203895" y="173533"/>
                  <a:pt x="198835" y="171450"/>
                  <a:pt x="192881" y="171450"/>
                </a:cubicBezTo>
                <a:close/>
                <a:moveTo>
                  <a:pt x="35719" y="92868"/>
                </a:moveTo>
                <a:cubicBezTo>
                  <a:pt x="29766" y="92868"/>
                  <a:pt x="24706" y="94952"/>
                  <a:pt x="20539" y="99119"/>
                </a:cubicBezTo>
                <a:cubicBezTo>
                  <a:pt x="16371" y="103286"/>
                  <a:pt x="14288" y="108347"/>
                  <a:pt x="14288" y="114300"/>
                </a:cubicBezTo>
                <a:cubicBezTo>
                  <a:pt x="14288" y="120253"/>
                  <a:pt x="16371" y="125313"/>
                  <a:pt x="20539" y="129480"/>
                </a:cubicBezTo>
                <a:cubicBezTo>
                  <a:pt x="24706" y="133647"/>
                  <a:pt x="29766" y="135731"/>
                  <a:pt x="35719" y="135731"/>
                </a:cubicBezTo>
                <a:cubicBezTo>
                  <a:pt x="41672" y="135731"/>
                  <a:pt x="46732" y="133647"/>
                  <a:pt x="50899" y="129480"/>
                </a:cubicBezTo>
                <a:cubicBezTo>
                  <a:pt x="55067" y="125313"/>
                  <a:pt x="57150" y="120253"/>
                  <a:pt x="57150" y="114300"/>
                </a:cubicBezTo>
                <a:cubicBezTo>
                  <a:pt x="57150" y="108347"/>
                  <a:pt x="55067" y="103286"/>
                  <a:pt x="50899" y="99119"/>
                </a:cubicBezTo>
                <a:cubicBezTo>
                  <a:pt x="46732" y="94952"/>
                  <a:pt x="41672" y="92868"/>
                  <a:pt x="35719" y="92868"/>
                </a:cubicBezTo>
                <a:close/>
                <a:moveTo>
                  <a:pt x="192881" y="14287"/>
                </a:moveTo>
                <a:cubicBezTo>
                  <a:pt x="186928" y="14287"/>
                  <a:pt x="181868" y="16371"/>
                  <a:pt x="177701" y="20538"/>
                </a:cubicBezTo>
                <a:cubicBezTo>
                  <a:pt x="173534" y="24705"/>
                  <a:pt x="171450" y="29765"/>
                  <a:pt x="171450" y="35718"/>
                </a:cubicBezTo>
                <a:cubicBezTo>
                  <a:pt x="171450" y="41672"/>
                  <a:pt x="173534" y="46732"/>
                  <a:pt x="177701" y="50899"/>
                </a:cubicBezTo>
                <a:cubicBezTo>
                  <a:pt x="181868" y="55066"/>
                  <a:pt x="186928" y="57150"/>
                  <a:pt x="192881" y="57150"/>
                </a:cubicBezTo>
                <a:cubicBezTo>
                  <a:pt x="198835" y="57150"/>
                  <a:pt x="203895" y="55066"/>
                  <a:pt x="208062" y="50899"/>
                </a:cubicBezTo>
                <a:cubicBezTo>
                  <a:pt x="212229" y="46732"/>
                  <a:pt x="214313" y="41672"/>
                  <a:pt x="214313" y="35718"/>
                </a:cubicBezTo>
                <a:cubicBezTo>
                  <a:pt x="214313" y="29765"/>
                  <a:pt x="212229" y="24705"/>
                  <a:pt x="208062" y="20538"/>
                </a:cubicBezTo>
                <a:cubicBezTo>
                  <a:pt x="203895" y="16371"/>
                  <a:pt x="198835" y="14287"/>
                  <a:pt x="192881" y="14287"/>
                </a:cubicBezTo>
                <a:close/>
                <a:moveTo>
                  <a:pt x="192881" y="0"/>
                </a:moveTo>
                <a:cubicBezTo>
                  <a:pt x="202704" y="0"/>
                  <a:pt x="211113" y="3497"/>
                  <a:pt x="218108" y="10492"/>
                </a:cubicBezTo>
                <a:cubicBezTo>
                  <a:pt x="225103" y="17487"/>
                  <a:pt x="228600" y="25896"/>
                  <a:pt x="228600" y="35718"/>
                </a:cubicBezTo>
                <a:cubicBezTo>
                  <a:pt x="228600" y="45541"/>
                  <a:pt x="225103" y="53950"/>
                  <a:pt x="218108" y="60945"/>
                </a:cubicBezTo>
                <a:cubicBezTo>
                  <a:pt x="211113" y="67940"/>
                  <a:pt x="202704" y="71437"/>
                  <a:pt x="192881" y="71437"/>
                </a:cubicBezTo>
                <a:cubicBezTo>
                  <a:pt x="180678" y="71437"/>
                  <a:pt x="171004" y="66526"/>
                  <a:pt x="163860" y="56703"/>
                </a:cubicBezTo>
                <a:lnTo>
                  <a:pt x="69652" y="102691"/>
                </a:lnTo>
                <a:cubicBezTo>
                  <a:pt x="70842" y="106561"/>
                  <a:pt x="71438" y="110430"/>
                  <a:pt x="71438" y="114300"/>
                </a:cubicBezTo>
                <a:cubicBezTo>
                  <a:pt x="71438" y="117276"/>
                  <a:pt x="70991" y="120402"/>
                  <a:pt x="70098" y="123676"/>
                </a:cubicBezTo>
                <a:lnTo>
                  <a:pt x="164306" y="171450"/>
                </a:lnTo>
                <a:cubicBezTo>
                  <a:pt x="171450" y="161925"/>
                  <a:pt x="180975" y="157162"/>
                  <a:pt x="192881" y="157162"/>
                </a:cubicBezTo>
                <a:cubicBezTo>
                  <a:pt x="202704" y="157162"/>
                  <a:pt x="211113" y="160660"/>
                  <a:pt x="218108" y="167655"/>
                </a:cubicBezTo>
                <a:cubicBezTo>
                  <a:pt x="225103" y="174649"/>
                  <a:pt x="228600" y="183058"/>
                  <a:pt x="228600" y="192881"/>
                </a:cubicBezTo>
                <a:cubicBezTo>
                  <a:pt x="228600" y="202704"/>
                  <a:pt x="225103" y="211112"/>
                  <a:pt x="218108" y="218107"/>
                </a:cubicBezTo>
                <a:cubicBezTo>
                  <a:pt x="211113" y="225102"/>
                  <a:pt x="202704" y="228600"/>
                  <a:pt x="192881" y="228600"/>
                </a:cubicBezTo>
                <a:cubicBezTo>
                  <a:pt x="183059" y="228600"/>
                  <a:pt x="174650" y="225102"/>
                  <a:pt x="167655" y="218107"/>
                </a:cubicBezTo>
                <a:cubicBezTo>
                  <a:pt x="160660" y="211112"/>
                  <a:pt x="157163" y="202704"/>
                  <a:pt x="157163" y="192881"/>
                </a:cubicBezTo>
                <a:cubicBezTo>
                  <a:pt x="157163" y="190202"/>
                  <a:pt x="157460" y="187374"/>
                  <a:pt x="158056" y="184398"/>
                </a:cubicBezTo>
                <a:lnTo>
                  <a:pt x="63848" y="136624"/>
                </a:lnTo>
                <a:cubicBezTo>
                  <a:pt x="56704" y="145554"/>
                  <a:pt x="47328" y="150018"/>
                  <a:pt x="35719" y="150018"/>
                </a:cubicBezTo>
                <a:cubicBezTo>
                  <a:pt x="25896" y="150018"/>
                  <a:pt x="17488" y="146521"/>
                  <a:pt x="10493" y="139526"/>
                </a:cubicBezTo>
                <a:cubicBezTo>
                  <a:pt x="3498" y="132531"/>
                  <a:pt x="0" y="124122"/>
                  <a:pt x="0" y="114300"/>
                </a:cubicBezTo>
                <a:cubicBezTo>
                  <a:pt x="0" y="104477"/>
                  <a:pt x="3498" y="96068"/>
                  <a:pt x="10493" y="89073"/>
                </a:cubicBezTo>
                <a:cubicBezTo>
                  <a:pt x="17488" y="82078"/>
                  <a:pt x="25896" y="78581"/>
                  <a:pt x="35719" y="78581"/>
                </a:cubicBezTo>
                <a:cubicBezTo>
                  <a:pt x="46137" y="78581"/>
                  <a:pt x="54918" y="82450"/>
                  <a:pt x="62062" y="90189"/>
                </a:cubicBezTo>
                <a:lnTo>
                  <a:pt x="158056" y="43755"/>
                </a:lnTo>
                <a:cubicBezTo>
                  <a:pt x="157460" y="41076"/>
                  <a:pt x="157163" y="38397"/>
                  <a:pt x="157163" y="35718"/>
                </a:cubicBezTo>
                <a:cubicBezTo>
                  <a:pt x="157163" y="25896"/>
                  <a:pt x="160660" y="17487"/>
                  <a:pt x="167655" y="10492"/>
                </a:cubicBezTo>
                <a:cubicBezTo>
                  <a:pt x="174650" y="3497"/>
                  <a:pt x="183059" y="0"/>
                  <a:pt x="1928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0" name="Freeform 99"/>
          <p:cNvSpPr/>
          <p:nvPr/>
        </p:nvSpPr>
        <p:spPr>
          <a:xfrm>
            <a:off x="4952173" y="3120794"/>
            <a:ext cx="197145" cy="197130"/>
          </a:xfrm>
          <a:custGeom>
            <a:avLst/>
            <a:gdLst/>
            <a:ahLst/>
            <a:cxnLst/>
            <a:rect l="l" t="t" r="r" b="b"/>
            <a:pathLst>
              <a:path w="229413" h="229396">
                <a:moveTo>
                  <a:pt x="34827" y="163316"/>
                </a:moveTo>
                <a:lnTo>
                  <a:pt x="43310" y="174479"/>
                </a:lnTo>
                <a:cubicBezTo>
                  <a:pt x="39738" y="177157"/>
                  <a:pt x="35124" y="179836"/>
                  <a:pt x="29469" y="182515"/>
                </a:cubicBezTo>
                <a:cubicBezTo>
                  <a:pt x="24111" y="185194"/>
                  <a:pt x="20465" y="188320"/>
                  <a:pt x="18530" y="191891"/>
                </a:cubicBezTo>
                <a:cubicBezTo>
                  <a:pt x="16595" y="195463"/>
                  <a:pt x="15330" y="202756"/>
                  <a:pt x="14735" y="213769"/>
                </a:cubicBezTo>
                <a:cubicBezTo>
                  <a:pt x="22771" y="213769"/>
                  <a:pt x="29022" y="212876"/>
                  <a:pt x="33487" y="211090"/>
                </a:cubicBezTo>
                <a:cubicBezTo>
                  <a:pt x="37952" y="209304"/>
                  <a:pt x="40854" y="207593"/>
                  <a:pt x="42194" y="205956"/>
                </a:cubicBezTo>
                <a:cubicBezTo>
                  <a:pt x="43533" y="204319"/>
                  <a:pt x="45245" y="201565"/>
                  <a:pt x="47328" y="197696"/>
                </a:cubicBezTo>
                <a:cubicBezTo>
                  <a:pt x="49709" y="192338"/>
                  <a:pt x="51942" y="188320"/>
                  <a:pt x="54025" y="185641"/>
                </a:cubicBezTo>
                <a:lnTo>
                  <a:pt x="64741" y="195017"/>
                </a:lnTo>
                <a:cubicBezTo>
                  <a:pt x="63550" y="196803"/>
                  <a:pt x="61913" y="200077"/>
                  <a:pt x="59830" y="204839"/>
                </a:cubicBezTo>
                <a:cubicBezTo>
                  <a:pt x="57151" y="210495"/>
                  <a:pt x="54397" y="214811"/>
                  <a:pt x="51570" y="217788"/>
                </a:cubicBezTo>
                <a:cubicBezTo>
                  <a:pt x="48742" y="220764"/>
                  <a:pt x="43756" y="223220"/>
                  <a:pt x="36612" y="225155"/>
                </a:cubicBezTo>
                <a:cubicBezTo>
                  <a:pt x="29469" y="227089"/>
                  <a:pt x="19795" y="228057"/>
                  <a:pt x="7591" y="228057"/>
                </a:cubicBezTo>
                <a:lnTo>
                  <a:pt x="447" y="228057"/>
                </a:lnTo>
                <a:lnTo>
                  <a:pt x="447" y="220913"/>
                </a:lnTo>
                <a:cubicBezTo>
                  <a:pt x="447" y="204244"/>
                  <a:pt x="2084" y="192636"/>
                  <a:pt x="5359" y="186087"/>
                </a:cubicBezTo>
                <a:cubicBezTo>
                  <a:pt x="8633" y="179539"/>
                  <a:pt x="14586" y="174181"/>
                  <a:pt x="23218" y="170014"/>
                </a:cubicBezTo>
                <a:cubicBezTo>
                  <a:pt x="28576" y="167335"/>
                  <a:pt x="32445" y="165102"/>
                  <a:pt x="34827" y="163316"/>
                </a:cubicBezTo>
                <a:close/>
                <a:moveTo>
                  <a:pt x="157833" y="56607"/>
                </a:moveTo>
                <a:cubicBezTo>
                  <a:pt x="153815" y="56607"/>
                  <a:pt x="150392" y="58021"/>
                  <a:pt x="147564" y="60848"/>
                </a:cubicBezTo>
                <a:cubicBezTo>
                  <a:pt x="144736" y="63676"/>
                  <a:pt x="143322" y="67099"/>
                  <a:pt x="143322" y="71117"/>
                </a:cubicBezTo>
                <a:cubicBezTo>
                  <a:pt x="143322" y="75136"/>
                  <a:pt x="144736" y="78559"/>
                  <a:pt x="147564" y="81387"/>
                </a:cubicBezTo>
                <a:cubicBezTo>
                  <a:pt x="150392" y="84214"/>
                  <a:pt x="153815" y="85628"/>
                  <a:pt x="157833" y="85628"/>
                </a:cubicBezTo>
                <a:cubicBezTo>
                  <a:pt x="161851" y="85628"/>
                  <a:pt x="165274" y="84214"/>
                  <a:pt x="168102" y="81387"/>
                </a:cubicBezTo>
                <a:cubicBezTo>
                  <a:pt x="170930" y="78559"/>
                  <a:pt x="172344" y="75136"/>
                  <a:pt x="172344" y="71117"/>
                </a:cubicBezTo>
                <a:cubicBezTo>
                  <a:pt x="172344" y="67099"/>
                  <a:pt x="170930" y="63676"/>
                  <a:pt x="168102" y="60848"/>
                </a:cubicBezTo>
                <a:cubicBezTo>
                  <a:pt x="165274" y="58021"/>
                  <a:pt x="161851" y="56607"/>
                  <a:pt x="157833" y="56607"/>
                </a:cubicBezTo>
                <a:close/>
                <a:moveTo>
                  <a:pt x="157833" y="42319"/>
                </a:moveTo>
                <a:cubicBezTo>
                  <a:pt x="165721" y="42319"/>
                  <a:pt x="172493" y="45147"/>
                  <a:pt x="178148" y="50802"/>
                </a:cubicBezTo>
                <a:cubicBezTo>
                  <a:pt x="183803" y="56458"/>
                  <a:pt x="186631" y="63230"/>
                  <a:pt x="186631" y="71117"/>
                </a:cubicBezTo>
                <a:cubicBezTo>
                  <a:pt x="186631" y="79005"/>
                  <a:pt x="183803" y="85777"/>
                  <a:pt x="178148" y="91432"/>
                </a:cubicBezTo>
                <a:cubicBezTo>
                  <a:pt x="172493" y="97088"/>
                  <a:pt x="165721" y="99916"/>
                  <a:pt x="157833" y="99916"/>
                </a:cubicBezTo>
                <a:cubicBezTo>
                  <a:pt x="149945" y="99916"/>
                  <a:pt x="143173" y="97088"/>
                  <a:pt x="137518" y="91432"/>
                </a:cubicBezTo>
                <a:cubicBezTo>
                  <a:pt x="131862" y="85777"/>
                  <a:pt x="129035" y="79005"/>
                  <a:pt x="129035" y="71117"/>
                </a:cubicBezTo>
                <a:cubicBezTo>
                  <a:pt x="129035" y="63230"/>
                  <a:pt x="131862" y="56458"/>
                  <a:pt x="137518" y="50802"/>
                </a:cubicBezTo>
                <a:cubicBezTo>
                  <a:pt x="143173" y="45147"/>
                  <a:pt x="149945" y="42319"/>
                  <a:pt x="157833" y="42319"/>
                </a:cubicBezTo>
                <a:close/>
                <a:moveTo>
                  <a:pt x="214760" y="14191"/>
                </a:moveTo>
                <a:cubicBezTo>
                  <a:pt x="190650" y="14191"/>
                  <a:pt x="168772" y="17763"/>
                  <a:pt x="149127" y="24906"/>
                </a:cubicBezTo>
                <a:cubicBezTo>
                  <a:pt x="137518" y="29371"/>
                  <a:pt x="127249" y="36813"/>
                  <a:pt x="118319" y="47230"/>
                </a:cubicBezTo>
                <a:cubicBezTo>
                  <a:pt x="114152" y="52291"/>
                  <a:pt x="106264" y="66429"/>
                  <a:pt x="94655" y="89647"/>
                </a:cubicBezTo>
                <a:cubicBezTo>
                  <a:pt x="89298" y="100064"/>
                  <a:pt x="85577" y="106911"/>
                  <a:pt x="83493" y="110185"/>
                </a:cubicBezTo>
                <a:cubicBezTo>
                  <a:pt x="82005" y="112566"/>
                  <a:pt x="79921" y="113757"/>
                  <a:pt x="77243" y="113757"/>
                </a:cubicBezTo>
                <a:lnTo>
                  <a:pt x="36612" y="113757"/>
                </a:lnTo>
                <a:lnTo>
                  <a:pt x="20539" y="130723"/>
                </a:lnTo>
                <a:lnTo>
                  <a:pt x="53579" y="138313"/>
                </a:lnTo>
                <a:cubicBezTo>
                  <a:pt x="55067" y="138611"/>
                  <a:pt x="56258" y="139355"/>
                  <a:pt x="57151" y="140546"/>
                </a:cubicBezTo>
                <a:cubicBezTo>
                  <a:pt x="58639" y="142034"/>
                  <a:pt x="70248" y="154833"/>
                  <a:pt x="91977" y="178943"/>
                </a:cubicBezTo>
                <a:cubicBezTo>
                  <a:pt x="92572" y="179836"/>
                  <a:pt x="93018" y="180878"/>
                  <a:pt x="93316" y="182069"/>
                </a:cubicBezTo>
                <a:lnTo>
                  <a:pt x="100013" y="209304"/>
                </a:lnTo>
                <a:lnTo>
                  <a:pt x="115194" y="192784"/>
                </a:lnTo>
                <a:lnTo>
                  <a:pt x="115194" y="155280"/>
                </a:lnTo>
                <a:cubicBezTo>
                  <a:pt x="115194" y="152898"/>
                  <a:pt x="115938" y="151113"/>
                  <a:pt x="117426" y="149922"/>
                </a:cubicBezTo>
                <a:cubicBezTo>
                  <a:pt x="119212" y="148434"/>
                  <a:pt x="126058" y="144266"/>
                  <a:pt x="137964" y="137420"/>
                </a:cubicBezTo>
                <a:cubicBezTo>
                  <a:pt x="140643" y="135932"/>
                  <a:pt x="145927" y="133179"/>
                  <a:pt x="153815" y="129160"/>
                </a:cubicBezTo>
                <a:cubicBezTo>
                  <a:pt x="161703" y="125142"/>
                  <a:pt x="168400" y="121570"/>
                  <a:pt x="173906" y="118445"/>
                </a:cubicBezTo>
                <a:cubicBezTo>
                  <a:pt x="179413" y="115319"/>
                  <a:pt x="183357" y="112566"/>
                  <a:pt x="185738" y="110185"/>
                </a:cubicBezTo>
                <a:cubicBezTo>
                  <a:pt x="195263" y="101850"/>
                  <a:pt x="202109" y="92028"/>
                  <a:pt x="206277" y="80717"/>
                </a:cubicBezTo>
                <a:cubicBezTo>
                  <a:pt x="212527" y="63750"/>
                  <a:pt x="215355" y="41575"/>
                  <a:pt x="214760" y="14191"/>
                </a:cubicBezTo>
                <a:close/>
                <a:moveTo>
                  <a:pt x="210741" y="126"/>
                </a:moveTo>
                <a:cubicBezTo>
                  <a:pt x="216694" y="573"/>
                  <a:pt x="220564" y="647"/>
                  <a:pt x="222350" y="350"/>
                </a:cubicBezTo>
                <a:cubicBezTo>
                  <a:pt x="226517" y="647"/>
                  <a:pt x="228750" y="2880"/>
                  <a:pt x="229047" y="7047"/>
                </a:cubicBezTo>
                <a:cubicBezTo>
                  <a:pt x="228750" y="9428"/>
                  <a:pt x="228824" y="14042"/>
                  <a:pt x="229270" y="20888"/>
                </a:cubicBezTo>
                <a:cubicBezTo>
                  <a:pt x="229717" y="27734"/>
                  <a:pt x="229122" y="37854"/>
                  <a:pt x="227485" y="51249"/>
                </a:cubicBezTo>
                <a:cubicBezTo>
                  <a:pt x="225847" y="64643"/>
                  <a:pt x="223243" y="76103"/>
                  <a:pt x="219671" y="85628"/>
                </a:cubicBezTo>
                <a:cubicBezTo>
                  <a:pt x="214611" y="99320"/>
                  <a:pt x="206574" y="111078"/>
                  <a:pt x="195561" y="120900"/>
                </a:cubicBezTo>
                <a:cubicBezTo>
                  <a:pt x="192584" y="123579"/>
                  <a:pt x="188343" y="126556"/>
                  <a:pt x="182836" y="129830"/>
                </a:cubicBezTo>
                <a:cubicBezTo>
                  <a:pt x="177329" y="133104"/>
                  <a:pt x="170335" y="136899"/>
                  <a:pt x="161851" y="141215"/>
                </a:cubicBezTo>
                <a:cubicBezTo>
                  <a:pt x="153368" y="145531"/>
                  <a:pt x="147787" y="148434"/>
                  <a:pt x="145108" y="149922"/>
                </a:cubicBezTo>
                <a:cubicBezTo>
                  <a:pt x="135583" y="155280"/>
                  <a:pt x="130374" y="158256"/>
                  <a:pt x="129481" y="158852"/>
                </a:cubicBezTo>
                <a:lnTo>
                  <a:pt x="129481" y="195910"/>
                </a:lnTo>
                <a:cubicBezTo>
                  <a:pt x="129481" y="197993"/>
                  <a:pt x="128588" y="199779"/>
                  <a:pt x="126802" y="201268"/>
                </a:cubicBezTo>
                <a:lnTo>
                  <a:pt x="100460" y="227610"/>
                </a:lnTo>
                <a:cubicBezTo>
                  <a:pt x="98971" y="228801"/>
                  <a:pt x="97334" y="229396"/>
                  <a:pt x="95548" y="229396"/>
                </a:cubicBezTo>
                <a:cubicBezTo>
                  <a:pt x="94953" y="229396"/>
                  <a:pt x="94209" y="229247"/>
                  <a:pt x="93316" y="228950"/>
                </a:cubicBezTo>
                <a:cubicBezTo>
                  <a:pt x="90935" y="228057"/>
                  <a:pt x="89446" y="226420"/>
                  <a:pt x="88851" y="224038"/>
                </a:cubicBezTo>
                <a:lnTo>
                  <a:pt x="79921" y="186980"/>
                </a:lnTo>
                <a:lnTo>
                  <a:pt x="63848" y="169121"/>
                </a:lnTo>
                <a:cubicBezTo>
                  <a:pt x="55514" y="159893"/>
                  <a:pt x="50305" y="154089"/>
                  <a:pt x="48221" y="151708"/>
                </a:cubicBezTo>
                <a:lnTo>
                  <a:pt x="5805" y="141885"/>
                </a:lnTo>
                <a:cubicBezTo>
                  <a:pt x="3126" y="141290"/>
                  <a:pt x="1340" y="139727"/>
                  <a:pt x="447" y="137197"/>
                </a:cubicBezTo>
                <a:cubicBezTo>
                  <a:pt x="-446" y="134667"/>
                  <a:pt x="1" y="132360"/>
                  <a:pt x="1787" y="130277"/>
                </a:cubicBezTo>
                <a:lnTo>
                  <a:pt x="28129" y="101702"/>
                </a:lnTo>
                <a:cubicBezTo>
                  <a:pt x="29618" y="100213"/>
                  <a:pt x="31403" y="99469"/>
                  <a:pt x="33487" y="99469"/>
                </a:cubicBezTo>
                <a:lnTo>
                  <a:pt x="73224" y="99469"/>
                </a:lnTo>
                <a:cubicBezTo>
                  <a:pt x="75010" y="96493"/>
                  <a:pt x="77838" y="90986"/>
                  <a:pt x="81707" y="82949"/>
                </a:cubicBezTo>
                <a:cubicBezTo>
                  <a:pt x="93911" y="58839"/>
                  <a:pt x="102543" y="43807"/>
                  <a:pt x="107603" y="37854"/>
                </a:cubicBezTo>
                <a:cubicBezTo>
                  <a:pt x="118021" y="25650"/>
                  <a:pt x="130077" y="16870"/>
                  <a:pt x="143769" y="11512"/>
                </a:cubicBezTo>
                <a:cubicBezTo>
                  <a:pt x="155377" y="7345"/>
                  <a:pt x="167953" y="4294"/>
                  <a:pt x="181497" y="2359"/>
                </a:cubicBezTo>
                <a:cubicBezTo>
                  <a:pt x="195040" y="424"/>
                  <a:pt x="204788" y="-320"/>
                  <a:pt x="210741" y="1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1" name="Freeform 100"/>
          <p:cNvSpPr/>
          <p:nvPr/>
        </p:nvSpPr>
        <p:spPr>
          <a:xfrm>
            <a:off x="5289479" y="312113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85" y="160734"/>
                </a:moveTo>
                <a:lnTo>
                  <a:pt x="121890" y="160734"/>
                </a:lnTo>
                <a:lnTo>
                  <a:pt x="121890" y="178593"/>
                </a:lnTo>
                <a:lnTo>
                  <a:pt x="103585" y="178593"/>
                </a:lnTo>
                <a:close/>
                <a:moveTo>
                  <a:pt x="114300" y="50006"/>
                </a:moveTo>
                <a:cubicBezTo>
                  <a:pt x="125611" y="50006"/>
                  <a:pt x="134466" y="52908"/>
                  <a:pt x="140866" y="58712"/>
                </a:cubicBezTo>
                <a:cubicBezTo>
                  <a:pt x="147266" y="64517"/>
                  <a:pt x="150465" y="72628"/>
                  <a:pt x="150465" y="83046"/>
                </a:cubicBezTo>
                <a:cubicBezTo>
                  <a:pt x="150465" y="90487"/>
                  <a:pt x="148382" y="97333"/>
                  <a:pt x="144215" y="103584"/>
                </a:cubicBezTo>
                <a:cubicBezTo>
                  <a:pt x="140048" y="109835"/>
                  <a:pt x="134541" y="116234"/>
                  <a:pt x="127695" y="122783"/>
                </a:cubicBezTo>
                <a:cubicBezTo>
                  <a:pt x="124718" y="126057"/>
                  <a:pt x="122858" y="128885"/>
                  <a:pt x="122114" y="131266"/>
                </a:cubicBezTo>
                <a:cubicBezTo>
                  <a:pt x="121370" y="133647"/>
                  <a:pt x="120998" y="137517"/>
                  <a:pt x="120998" y="142875"/>
                </a:cubicBezTo>
                <a:lnTo>
                  <a:pt x="104031" y="142875"/>
                </a:lnTo>
                <a:cubicBezTo>
                  <a:pt x="104031" y="134540"/>
                  <a:pt x="104701" y="128736"/>
                  <a:pt x="106040" y="125462"/>
                </a:cubicBezTo>
                <a:cubicBezTo>
                  <a:pt x="107380" y="122188"/>
                  <a:pt x="111026" y="117872"/>
                  <a:pt x="116979" y="112514"/>
                </a:cubicBezTo>
                <a:cubicBezTo>
                  <a:pt x="122932" y="105668"/>
                  <a:pt x="127099" y="100459"/>
                  <a:pt x="129481" y="96887"/>
                </a:cubicBezTo>
                <a:cubicBezTo>
                  <a:pt x="131862" y="93315"/>
                  <a:pt x="133053" y="88850"/>
                  <a:pt x="133053" y="83492"/>
                </a:cubicBezTo>
                <a:cubicBezTo>
                  <a:pt x="133053" y="77241"/>
                  <a:pt x="131415" y="72479"/>
                  <a:pt x="128141" y="69205"/>
                </a:cubicBezTo>
                <a:cubicBezTo>
                  <a:pt x="124867" y="65930"/>
                  <a:pt x="120253" y="64293"/>
                  <a:pt x="114300" y="64293"/>
                </a:cubicBezTo>
                <a:cubicBezTo>
                  <a:pt x="108942" y="64293"/>
                  <a:pt x="104403" y="65782"/>
                  <a:pt x="100682" y="68758"/>
                </a:cubicBezTo>
                <a:cubicBezTo>
                  <a:pt x="96962" y="71735"/>
                  <a:pt x="95101" y="77241"/>
                  <a:pt x="95101" y="85278"/>
                </a:cubicBezTo>
                <a:lnTo>
                  <a:pt x="78581" y="85278"/>
                </a:lnTo>
                <a:lnTo>
                  <a:pt x="78135" y="84832"/>
                </a:lnTo>
                <a:cubicBezTo>
                  <a:pt x="78135" y="72925"/>
                  <a:pt x="81484" y="64145"/>
                  <a:pt x="88181" y="58489"/>
                </a:cubicBezTo>
                <a:cubicBezTo>
                  <a:pt x="94878" y="52834"/>
                  <a:pt x="103585" y="50006"/>
                  <a:pt x="114300" y="50006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645"/>
                  <a:pt x="43532" y="185291"/>
                </a:cubicBezTo>
                <a:cubicBezTo>
                  <a:pt x="63029" y="204936"/>
                  <a:pt x="86618" y="214759"/>
                  <a:pt x="114300" y="214759"/>
                </a:cubicBezTo>
                <a:cubicBezTo>
                  <a:pt x="141982" y="214759"/>
                  <a:pt x="165572" y="204936"/>
                  <a:pt x="185068" y="185291"/>
                </a:cubicBezTo>
                <a:cubicBezTo>
                  <a:pt x="204564" y="165645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2" name="Freeform 101"/>
          <p:cNvSpPr/>
          <p:nvPr/>
        </p:nvSpPr>
        <p:spPr>
          <a:xfrm>
            <a:off x="5626087" y="312113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8588" y="20984"/>
                </a:moveTo>
                <a:cubicBezTo>
                  <a:pt x="157758" y="20984"/>
                  <a:pt x="181719" y="30584"/>
                  <a:pt x="200472" y="49783"/>
                </a:cubicBezTo>
                <a:cubicBezTo>
                  <a:pt x="219224" y="68981"/>
                  <a:pt x="228600" y="93315"/>
                  <a:pt x="228600" y="122783"/>
                </a:cubicBezTo>
                <a:cubicBezTo>
                  <a:pt x="228600" y="151953"/>
                  <a:pt x="218257" y="176882"/>
                  <a:pt x="197570" y="197569"/>
                </a:cubicBezTo>
                <a:cubicBezTo>
                  <a:pt x="176882" y="218256"/>
                  <a:pt x="151879" y="228600"/>
                  <a:pt x="122560" y="228600"/>
                </a:cubicBezTo>
                <a:cubicBezTo>
                  <a:pt x="93241" y="228600"/>
                  <a:pt x="68982" y="219000"/>
                  <a:pt x="49783" y="199801"/>
                </a:cubicBezTo>
                <a:cubicBezTo>
                  <a:pt x="30584" y="180603"/>
                  <a:pt x="20985" y="156418"/>
                  <a:pt x="20985" y="127248"/>
                </a:cubicBezTo>
                <a:cubicBezTo>
                  <a:pt x="20985" y="125164"/>
                  <a:pt x="21655" y="123453"/>
                  <a:pt x="22994" y="122113"/>
                </a:cubicBezTo>
                <a:cubicBezTo>
                  <a:pt x="24334" y="120774"/>
                  <a:pt x="25971" y="120104"/>
                  <a:pt x="27906" y="120104"/>
                </a:cubicBezTo>
                <a:cubicBezTo>
                  <a:pt x="29840" y="120104"/>
                  <a:pt x="31552" y="120774"/>
                  <a:pt x="33040" y="122113"/>
                </a:cubicBezTo>
                <a:cubicBezTo>
                  <a:pt x="34528" y="123453"/>
                  <a:pt x="35273" y="125164"/>
                  <a:pt x="35273" y="127248"/>
                </a:cubicBezTo>
                <a:cubicBezTo>
                  <a:pt x="35273" y="152548"/>
                  <a:pt x="43532" y="173384"/>
                  <a:pt x="60052" y="189755"/>
                </a:cubicBezTo>
                <a:cubicBezTo>
                  <a:pt x="76572" y="206127"/>
                  <a:pt x="97483" y="214312"/>
                  <a:pt x="122783" y="214312"/>
                </a:cubicBezTo>
                <a:cubicBezTo>
                  <a:pt x="148084" y="214312"/>
                  <a:pt x="169664" y="205382"/>
                  <a:pt x="187524" y="187523"/>
                </a:cubicBezTo>
                <a:cubicBezTo>
                  <a:pt x="205383" y="169664"/>
                  <a:pt x="214313" y="148084"/>
                  <a:pt x="214313" y="122783"/>
                </a:cubicBezTo>
                <a:cubicBezTo>
                  <a:pt x="214313" y="97184"/>
                  <a:pt x="206276" y="76200"/>
                  <a:pt x="190203" y="59829"/>
                </a:cubicBezTo>
                <a:cubicBezTo>
                  <a:pt x="174129" y="43457"/>
                  <a:pt x="153591" y="35272"/>
                  <a:pt x="128588" y="35272"/>
                </a:cubicBezTo>
                <a:cubicBezTo>
                  <a:pt x="126504" y="35272"/>
                  <a:pt x="124793" y="34528"/>
                  <a:pt x="123453" y="33039"/>
                </a:cubicBezTo>
                <a:cubicBezTo>
                  <a:pt x="122114" y="31551"/>
                  <a:pt x="121444" y="29840"/>
                  <a:pt x="121444" y="27905"/>
                </a:cubicBezTo>
                <a:cubicBezTo>
                  <a:pt x="121444" y="25970"/>
                  <a:pt x="122114" y="24333"/>
                  <a:pt x="123453" y="22994"/>
                </a:cubicBezTo>
                <a:cubicBezTo>
                  <a:pt x="124793" y="21654"/>
                  <a:pt x="126504" y="20984"/>
                  <a:pt x="128588" y="20984"/>
                </a:cubicBezTo>
                <a:close/>
                <a:moveTo>
                  <a:pt x="92869" y="14734"/>
                </a:moveTo>
                <a:cubicBezTo>
                  <a:pt x="71735" y="16222"/>
                  <a:pt x="53802" y="24333"/>
                  <a:pt x="39068" y="39067"/>
                </a:cubicBezTo>
                <a:cubicBezTo>
                  <a:pt x="24334" y="53801"/>
                  <a:pt x="16223" y="71735"/>
                  <a:pt x="14734" y="92868"/>
                </a:cubicBezTo>
                <a:lnTo>
                  <a:pt x="92869" y="92868"/>
                </a:lnTo>
                <a:close/>
                <a:moveTo>
                  <a:pt x="100013" y="0"/>
                </a:moveTo>
                <a:cubicBezTo>
                  <a:pt x="102096" y="0"/>
                  <a:pt x="103808" y="669"/>
                  <a:pt x="105147" y="2009"/>
                </a:cubicBezTo>
                <a:cubicBezTo>
                  <a:pt x="106487" y="3348"/>
                  <a:pt x="107156" y="5060"/>
                  <a:pt x="107156" y="7143"/>
                </a:cubicBezTo>
                <a:lnTo>
                  <a:pt x="107156" y="100012"/>
                </a:lnTo>
                <a:cubicBezTo>
                  <a:pt x="107156" y="102096"/>
                  <a:pt x="106487" y="103807"/>
                  <a:pt x="105147" y="105147"/>
                </a:cubicBezTo>
                <a:cubicBezTo>
                  <a:pt x="103808" y="106486"/>
                  <a:pt x="102096" y="107156"/>
                  <a:pt x="100013" y="107156"/>
                </a:cubicBezTo>
                <a:lnTo>
                  <a:pt x="7144" y="107156"/>
                </a:lnTo>
                <a:cubicBezTo>
                  <a:pt x="5060" y="107156"/>
                  <a:pt x="3349" y="106486"/>
                  <a:pt x="2009" y="105147"/>
                </a:cubicBezTo>
                <a:cubicBezTo>
                  <a:pt x="670" y="103807"/>
                  <a:pt x="0" y="102096"/>
                  <a:pt x="0" y="100012"/>
                </a:cubicBezTo>
                <a:cubicBezTo>
                  <a:pt x="0" y="72330"/>
                  <a:pt x="9748" y="48741"/>
                  <a:pt x="29245" y="29244"/>
                </a:cubicBezTo>
                <a:cubicBezTo>
                  <a:pt x="48741" y="9748"/>
                  <a:pt x="72331" y="0"/>
                  <a:pt x="10001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3" name="Freeform 102"/>
          <p:cNvSpPr/>
          <p:nvPr/>
        </p:nvSpPr>
        <p:spPr>
          <a:xfrm>
            <a:off x="5962696" y="3121136"/>
            <a:ext cx="197175" cy="196447"/>
          </a:xfrm>
          <a:custGeom>
            <a:avLst/>
            <a:gdLst/>
            <a:ahLst/>
            <a:cxnLst/>
            <a:rect l="l" t="t" r="r" b="b"/>
            <a:pathLst>
              <a:path w="229449" h="228600">
                <a:moveTo>
                  <a:pt x="31656" y="165645"/>
                </a:moveTo>
                <a:cubicBezTo>
                  <a:pt x="30466" y="169515"/>
                  <a:pt x="28159" y="176956"/>
                  <a:pt x="24736" y="187970"/>
                </a:cubicBezTo>
                <a:cubicBezTo>
                  <a:pt x="21313" y="198983"/>
                  <a:pt x="18857" y="206722"/>
                  <a:pt x="17369" y="211187"/>
                </a:cubicBezTo>
                <a:cubicBezTo>
                  <a:pt x="22429" y="209698"/>
                  <a:pt x="30540" y="207020"/>
                  <a:pt x="41702" y="203150"/>
                </a:cubicBezTo>
                <a:cubicBezTo>
                  <a:pt x="52864" y="199280"/>
                  <a:pt x="59933" y="196899"/>
                  <a:pt x="62910" y="196006"/>
                </a:cubicBezTo>
                <a:cubicBezTo>
                  <a:pt x="60826" y="189160"/>
                  <a:pt x="57255" y="183207"/>
                  <a:pt x="52194" y="178147"/>
                </a:cubicBezTo>
                <a:cubicBezTo>
                  <a:pt x="45944" y="171598"/>
                  <a:pt x="39098" y="167431"/>
                  <a:pt x="31656" y="165645"/>
                </a:cubicBezTo>
                <a:close/>
                <a:moveTo>
                  <a:pt x="160244" y="34825"/>
                </a:moveTo>
                <a:cubicBezTo>
                  <a:pt x="152207" y="42862"/>
                  <a:pt x="140375" y="54694"/>
                  <a:pt x="124748" y="70321"/>
                </a:cubicBezTo>
                <a:cubicBezTo>
                  <a:pt x="109121" y="85948"/>
                  <a:pt x="92676" y="102393"/>
                  <a:pt x="75412" y="119657"/>
                </a:cubicBezTo>
                <a:cubicBezTo>
                  <a:pt x="58148" y="136922"/>
                  <a:pt x="46837" y="148232"/>
                  <a:pt x="41479" y="153590"/>
                </a:cubicBezTo>
                <a:cubicBezTo>
                  <a:pt x="49218" y="156864"/>
                  <a:pt x="56213" y="161627"/>
                  <a:pt x="62464" y="167878"/>
                </a:cubicBezTo>
                <a:cubicBezTo>
                  <a:pt x="67524" y="172938"/>
                  <a:pt x="71542" y="179040"/>
                  <a:pt x="74519" y="186184"/>
                </a:cubicBezTo>
                <a:cubicBezTo>
                  <a:pt x="133157" y="128141"/>
                  <a:pt x="172596" y="88999"/>
                  <a:pt x="192837" y="68758"/>
                </a:cubicBezTo>
                <a:cubicBezTo>
                  <a:pt x="191349" y="60722"/>
                  <a:pt x="187479" y="53578"/>
                  <a:pt x="181228" y="47327"/>
                </a:cubicBezTo>
                <a:cubicBezTo>
                  <a:pt x="174680" y="40779"/>
                  <a:pt x="167685" y="36611"/>
                  <a:pt x="160244" y="34825"/>
                </a:cubicBezTo>
                <a:close/>
                <a:moveTo>
                  <a:pt x="190158" y="14287"/>
                </a:moveTo>
                <a:cubicBezTo>
                  <a:pt x="183907" y="14287"/>
                  <a:pt x="178103" y="16966"/>
                  <a:pt x="172745" y="22324"/>
                </a:cubicBezTo>
                <a:cubicBezTo>
                  <a:pt x="172745" y="22324"/>
                  <a:pt x="172596" y="22473"/>
                  <a:pt x="172299" y="22770"/>
                </a:cubicBezTo>
                <a:cubicBezTo>
                  <a:pt x="172001" y="23068"/>
                  <a:pt x="171852" y="23217"/>
                  <a:pt x="171852" y="23217"/>
                </a:cubicBezTo>
                <a:cubicBezTo>
                  <a:pt x="178996" y="26491"/>
                  <a:pt x="185544" y="31105"/>
                  <a:pt x="191498" y="37058"/>
                </a:cubicBezTo>
                <a:cubicBezTo>
                  <a:pt x="197153" y="42713"/>
                  <a:pt x="201469" y="49411"/>
                  <a:pt x="204446" y="57150"/>
                </a:cubicBezTo>
                <a:cubicBezTo>
                  <a:pt x="205041" y="56554"/>
                  <a:pt x="205487" y="56108"/>
                  <a:pt x="205785" y="55810"/>
                </a:cubicBezTo>
                <a:cubicBezTo>
                  <a:pt x="211738" y="49559"/>
                  <a:pt x="214715" y="43755"/>
                  <a:pt x="214715" y="38397"/>
                </a:cubicBezTo>
                <a:cubicBezTo>
                  <a:pt x="214715" y="33039"/>
                  <a:pt x="211738" y="27533"/>
                  <a:pt x="205785" y="21877"/>
                </a:cubicBezTo>
                <a:cubicBezTo>
                  <a:pt x="200725" y="16817"/>
                  <a:pt x="195516" y="14287"/>
                  <a:pt x="190158" y="14287"/>
                </a:cubicBezTo>
                <a:close/>
                <a:moveTo>
                  <a:pt x="190158" y="0"/>
                </a:moveTo>
                <a:cubicBezTo>
                  <a:pt x="199385" y="0"/>
                  <a:pt x="207869" y="3720"/>
                  <a:pt x="215608" y="11162"/>
                </a:cubicBezTo>
                <a:cubicBezTo>
                  <a:pt x="224537" y="19496"/>
                  <a:pt x="229151" y="28426"/>
                  <a:pt x="229449" y="37951"/>
                </a:cubicBezTo>
                <a:cubicBezTo>
                  <a:pt x="229449" y="47476"/>
                  <a:pt x="224984" y="56852"/>
                  <a:pt x="216054" y="66079"/>
                </a:cubicBezTo>
                <a:cubicBezTo>
                  <a:pt x="209208" y="73223"/>
                  <a:pt x="161881" y="120104"/>
                  <a:pt x="74072" y="206722"/>
                </a:cubicBezTo>
                <a:cubicBezTo>
                  <a:pt x="73179" y="207615"/>
                  <a:pt x="72286" y="208210"/>
                  <a:pt x="71393" y="208508"/>
                </a:cubicBezTo>
                <a:cubicBezTo>
                  <a:pt x="61273" y="211484"/>
                  <a:pt x="40735" y="218182"/>
                  <a:pt x="9778" y="228600"/>
                </a:cubicBezTo>
                <a:cubicBezTo>
                  <a:pt x="8885" y="228600"/>
                  <a:pt x="8141" y="228600"/>
                  <a:pt x="7546" y="228600"/>
                </a:cubicBezTo>
                <a:cubicBezTo>
                  <a:pt x="5462" y="228600"/>
                  <a:pt x="3676" y="228004"/>
                  <a:pt x="2188" y="226814"/>
                </a:cubicBezTo>
                <a:cubicBezTo>
                  <a:pt x="105" y="224730"/>
                  <a:pt x="-491" y="222200"/>
                  <a:pt x="402" y="219223"/>
                </a:cubicBezTo>
                <a:cubicBezTo>
                  <a:pt x="12308" y="179635"/>
                  <a:pt x="18559" y="158799"/>
                  <a:pt x="19155" y="156716"/>
                </a:cubicBezTo>
                <a:cubicBezTo>
                  <a:pt x="19452" y="155227"/>
                  <a:pt x="20048" y="154037"/>
                  <a:pt x="20941" y="153144"/>
                </a:cubicBezTo>
                <a:lnTo>
                  <a:pt x="162476" y="12055"/>
                </a:lnTo>
                <a:cubicBezTo>
                  <a:pt x="170513" y="4018"/>
                  <a:pt x="179740" y="0"/>
                  <a:pt x="19015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4" name="Freeform 103"/>
          <p:cNvSpPr/>
          <p:nvPr/>
        </p:nvSpPr>
        <p:spPr>
          <a:xfrm>
            <a:off x="6300033" y="3121136"/>
            <a:ext cx="196461" cy="196447"/>
          </a:xfrm>
          <a:custGeom>
            <a:avLst/>
            <a:gdLst/>
            <a:ahLst/>
            <a:cxnLst/>
            <a:rect l="l" t="t" r="r" b="b"/>
            <a:pathLst>
              <a:path w="228617" h="228600">
                <a:moveTo>
                  <a:pt x="14287" y="21431"/>
                </a:moveTo>
                <a:lnTo>
                  <a:pt x="128587" y="21431"/>
                </a:lnTo>
                <a:lnTo>
                  <a:pt x="129034" y="21877"/>
                </a:lnTo>
                <a:lnTo>
                  <a:pt x="114300" y="35718"/>
                </a:lnTo>
                <a:lnTo>
                  <a:pt x="14287" y="35718"/>
                </a:lnTo>
                <a:lnTo>
                  <a:pt x="14287" y="214312"/>
                </a:lnTo>
                <a:lnTo>
                  <a:pt x="178593" y="214312"/>
                </a:lnTo>
                <a:lnTo>
                  <a:pt x="178593" y="123229"/>
                </a:lnTo>
                <a:lnTo>
                  <a:pt x="192881" y="109835"/>
                </a:lnTo>
                <a:lnTo>
                  <a:pt x="192881" y="214312"/>
                </a:lnTo>
                <a:cubicBezTo>
                  <a:pt x="192881" y="218182"/>
                  <a:pt x="191467" y="221530"/>
                  <a:pt x="188639" y="224358"/>
                </a:cubicBezTo>
                <a:cubicBezTo>
                  <a:pt x="185812" y="227186"/>
                  <a:pt x="182463" y="228600"/>
                  <a:pt x="178593" y="228600"/>
                </a:cubicBezTo>
                <a:lnTo>
                  <a:pt x="14287" y="228600"/>
                </a:lnTo>
                <a:cubicBezTo>
                  <a:pt x="10120" y="228600"/>
                  <a:pt x="6697" y="227186"/>
                  <a:pt x="4018" y="224358"/>
                </a:cubicBezTo>
                <a:cubicBezTo>
                  <a:pt x="1339" y="221530"/>
                  <a:pt x="0" y="218182"/>
                  <a:pt x="0" y="214312"/>
                </a:cubicBezTo>
                <a:lnTo>
                  <a:pt x="0" y="35718"/>
                </a:lnTo>
                <a:cubicBezTo>
                  <a:pt x="0" y="31849"/>
                  <a:pt x="1339" y="28500"/>
                  <a:pt x="4018" y="25672"/>
                </a:cubicBezTo>
                <a:cubicBezTo>
                  <a:pt x="6697" y="22845"/>
                  <a:pt x="10120" y="21431"/>
                  <a:pt x="14287" y="21431"/>
                </a:cubicBezTo>
                <a:close/>
                <a:moveTo>
                  <a:pt x="196453" y="14287"/>
                </a:moveTo>
                <a:cubicBezTo>
                  <a:pt x="191690" y="14287"/>
                  <a:pt x="187374" y="16222"/>
                  <a:pt x="183505" y="20091"/>
                </a:cubicBezTo>
                <a:cubicBezTo>
                  <a:pt x="181124" y="22473"/>
                  <a:pt x="148977" y="54620"/>
                  <a:pt x="87064" y="116532"/>
                </a:cubicBezTo>
                <a:cubicBezTo>
                  <a:pt x="85278" y="122188"/>
                  <a:pt x="81706" y="133945"/>
                  <a:pt x="76349" y="151804"/>
                </a:cubicBezTo>
                <a:cubicBezTo>
                  <a:pt x="93910" y="146149"/>
                  <a:pt x="105370" y="142428"/>
                  <a:pt x="110728" y="140642"/>
                </a:cubicBezTo>
                <a:lnTo>
                  <a:pt x="115193" y="136177"/>
                </a:lnTo>
                <a:cubicBezTo>
                  <a:pt x="172938" y="79325"/>
                  <a:pt x="203745" y="48964"/>
                  <a:pt x="207615" y="45095"/>
                </a:cubicBezTo>
                <a:cubicBezTo>
                  <a:pt x="212377" y="40332"/>
                  <a:pt x="214610" y="35867"/>
                  <a:pt x="214312" y="31700"/>
                </a:cubicBezTo>
                <a:cubicBezTo>
                  <a:pt x="214312" y="27830"/>
                  <a:pt x="212080" y="23812"/>
                  <a:pt x="207615" y="19645"/>
                </a:cubicBezTo>
                <a:cubicBezTo>
                  <a:pt x="203745" y="16073"/>
                  <a:pt x="200025" y="14287"/>
                  <a:pt x="196453" y="14287"/>
                </a:cubicBezTo>
                <a:close/>
                <a:moveTo>
                  <a:pt x="196453" y="0"/>
                </a:moveTo>
                <a:cubicBezTo>
                  <a:pt x="203894" y="0"/>
                  <a:pt x="210889" y="3125"/>
                  <a:pt x="217438" y="9376"/>
                </a:cubicBezTo>
                <a:cubicBezTo>
                  <a:pt x="224879" y="16222"/>
                  <a:pt x="228600" y="23663"/>
                  <a:pt x="228600" y="31700"/>
                </a:cubicBezTo>
                <a:cubicBezTo>
                  <a:pt x="228897" y="39439"/>
                  <a:pt x="225325" y="47178"/>
                  <a:pt x="217884" y="54917"/>
                </a:cubicBezTo>
                <a:cubicBezTo>
                  <a:pt x="215800" y="57001"/>
                  <a:pt x="182909" y="89445"/>
                  <a:pt x="119211" y="152251"/>
                </a:cubicBezTo>
                <a:cubicBezTo>
                  <a:pt x="118616" y="152846"/>
                  <a:pt x="117872" y="153293"/>
                  <a:pt x="116979" y="153590"/>
                </a:cubicBezTo>
                <a:cubicBezTo>
                  <a:pt x="102393" y="158055"/>
                  <a:pt x="85427" y="163562"/>
                  <a:pt x="66079" y="170110"/>
                </a:cubicBezTo>
                <a:cubicBezTo>
                  <a:pt x="65484" y="170408"/>
                  <a:pt x="64740" y="170557"/>
                  <a:pt x="63847" y="170557"/>
                </a:cubicBezTo>
                <a:cubicBezTo>
                  <a:pt x="62359" y="170557"/>
                  <a:pt x="61019" y="169961"/>
                  <a:pt x="59829" y="168771"/>
                </a:cubicBezTo>
                <a:cubicBezTo>
                  <a:pt x="58043" y="166985"/>
                  <a:pt x="57596" y="164901"/>
                  <a:pt x="58489" y="162520"/>
                </a:cubicBezTo>
                <a:cubicBezTo>
                  <a:pt x="66526" y="136029"/>
                  <a:pt x="71586" y="118764"/>
                  <a:pt x="73670" y="110728"/>
                </a:cubicBezTo>
                <a:cubicBezTo>
                  <a:pt x="73967" y="109537"/>
                  <a:pt x="74563" y="108495"/>
                  <a:pt x="75456" y="107602"/>
                </a:cubicBezTo>
                <a:cubicBezTo>
                  <a:pt x="75456" y="107602"/>
                  <a:pt x="83343" y="99714"/>
                  <a:pt x="99119" y="83939"/>
                </a:cubicBezTo>
                <a:cubicBezTo>
                  <a:pt x="114895" y="68163"/>
                  <a:pt x="130968" y="52164"/>
                  <a:pt x="147340" y="35942"/>
                </a:cubicBezTo>
                <a:cubicBezTo>
                  <a:pt x="163711" y="19719"/>
                  <a:pt x="172343" y="11013"/>
                  <a:pt x="173236" y="9822"/>
                </a:cubicBezTo>
                <a:cubicBezTo>
                  <a:pt x="180082" y="3274"/>
                  <a:pt x="187821" y="0"/>
                  <a:pt x="19645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5" name="Freeform 104"/>
          <p:cNvSpPr/>
          <p:nvPr/>
        </p:nvSpPr>
        <p:spPr>
          <a:xfrm>
            <a:off x="6636655" y="3121136"/>
            <a:ext cx="184169" cy="196447"/>
          </a:xfrm>
          <a:custGeom>
            <a:avLst/>
            <a:gdLst/>
            <a:ahLst/>
            <a:cxnLst/>
            <a:rect l="l" t="t" r="r" b="b"/>
            <a:pathLst>
              <a:path w="214312" h="228600">
                <a:moveTo>
                  <a:pt x="39291" y="178593"/>
                </a:moveTo>
                <a:cubicBezTo>
                  <a:pt x="32147" y="178593"/>
                  <a:pt x="26194" y="180454"/>
                  <a:pt x="21431" y="184174"/>
                </a:cubicBezTo>
                <a:cubicBezTo>
                  <a:pt x="16669" y="187895"/>
                  <a:pt x="14287" y="191988"/>
                  <a:pt x="14287" y="196453"/>
                </a:cubicBezTo>
                <a:cubicBezTo>
                  <a:pt x="14287" y="200918"/>
                  <a:pt x="16669" y="205010"/>
                  <a:pt x="21431" y="208731"/>
                </a:cubicBezTo>
                <a:cubicBezTo>
                  <a:pt x="26194" y="212452"/>
                  <a:pt x="32147" y="214312"/>
                  <a:pt x="39291" y="214312"/>
                </a:cubicBezTo>
                <a:cubicBezTo>
                  <a:pt x="46434" y="214312"/>
                  <a:pt x="52462" y="212452"/>
                  <a:pt x="57373" y="208731"/>
                </a:cubicBezTo>
                <a:cubicBezTo>
                  <a:pt x="62285" y="205010"/>
                  <a:pt x="64740" y="200918"/>
                  <a:pt x="64740" y="196453"/>
                </a:cubicBezTo>
                <a:cubicBezTo>
                  <a:pt x="64740" y="196453"/>
                  <a:pt x="64740" y="196378"/>
                  <a:pt x="64740" y="196230"/>
                </a:cubicBezTo>
                <a:cubicBezTo>
                  <a:pt x="64740" y="196081"/>
                  <a:pt x="64740" y="195857"/>
                  <a:pt x="64740" y="195560"/>
                </a:cubicBezTo>
                <a:cubicBezTo>
                  <a:pt x="64443" y="194964"/>
                  <a:pt x="64294" y="194369"/>
                  <a:pt x="64294" y="193774"/>
                </a:cubicBezTo>
                <a:cubicBezTo>
                  <a:pt x="63103" y="189607"/>
                  <a:pt x="60275" y="186035"/>
                  <a:pt x="55811" y="183058"/>
                </a:cubicBezTo>
                <a:cubicBezTo>
                  <a:pt x="51346" y="180082"/>
                  <a:pt x="45839" y="178593"/>
                  <a:pt x="39291" y="178593"/>
                </a:cubicBezTo>
                <a:close/>
                <a:moveTo>
                  <a:pt x="175022" y="142875"/>
                </a:moveTo>
                <a:cubicBezTo>
                  <a:pt x="167878" y="142875"/>
                  <a:pt x="161925" y="144735"/>
                  <a:pt x="157162" y="148456"/>
                </a:cubicBezTo>
                <a:cubicBezTo>
                  <a:pt x="152400" y="152176"/>
                  <a:pt x="150019" y="156269"/>
                  <a:pt x="150019" y="160734"/>
                </a:cubicBezTo>
                <a:cubicBezTo>
                  <a:pt x="150019" y="165199"/>
                  <a:pt x="152400" y="169292"/>
                  <a:pt x="157162" y="173012"/>
                </a:cubicBezTo>
                <a:cubicBezTo>
                  <a:pt x="161925" y="176733"/>
                  <a:pt x="167878" y="178593"/>
                  <a:pt x="175022" y="178593"/>
                </a:cubicBezTo>
                <a:cubicBezTo>
                  <a:pt x="182166" y="178593"/>
                  <a:pt x="188119" y="176733"/>
                  <a:pt x="192881" y="173012"/>
                </a:cubicBezTo>
                <a:cubicBezTo>
                  <a:pt x="197644" y="169292"/>
                  <a:pt x="200025" y="165199"/>
                  <a:pt x="200025" y="160734"/>
                </a:cubicBezTo>
                <a:cubicBezTo>
                  <a:pt x="200025" y="156269"/>
                  <a:pt x="197644" y="152176"/>
                  <a:pt x="192881" y="148456"/>
                </a:cubicBezTo>
                <a:cubicBezTo>
                  <a:pt x="188119" y="144735"/>
                  <a:pt x="182166" y="142875"/>
                  <a:pt x="175022" y="142875"/>
                </a:cubicBezTo>
                <a:close/>
                <a:moveTo>
                  <a:pt x="207169" y="0"/>
                </a:moveTo>
                <a:cubicBezTo>
                  <a:pt x="211038" y="0"/>
                  <a:pt x="213420" y="1934"/>
                  <a:pt x="214312" y="5804"/>
                </a:cubicBezTo>
                <a:cubicBezTo>
                  <a:pt x="214312" y="6697"/>
                  <a:pt x="214312" y="7441"/>
                  <a:pt x="214312" y="8036"/>
                </a:cubicBezTo>
                <a:lnTo>
                  <a:pt x="214312" y="157162"/>
                </a:lnTo>
                <a:cubicBezTo>
                  <a:pt x="214312" y="157460"/>
                  <a:pt x="214312" y="157609"/>
                  <a:pt x="214312" y="157609"/>
                </a:cubicBezTo>
                <a:cubicBezTo>
                  <a:pt x="214312" y="158502"/>
                  <a:pt x="214312" y="159543"/>
                  <a:pt x="214312" y="160734"/>
                </a:cubicBezTo>
                <a:cubicBezTo>
                  <a:pt x="214312" y="169664"/>
                  <a:pt x="210517" y="177254"/>
                  <a:pt x="202927" y="183505"/>
                </a:cubicBezTo>
                <a:cubicBezTo>
                  <a:pt x="195337" y="189755"/>
                  <a:pt x="186035" y="192881"/>
                  <a:pt x="175022" y="192881"/>
                </a:cubicBezTo>
                <a:cubicBezTo>
                  <a:pt x="164009" y="192881"/>
                  <a:pt x="154707" y="189755"/>
                  <a:pt x="147117" y="183505"/>
                </a:cubicBezTo>
                <a:cubicBezTo>
                  <a:pt x="139526" y="177254"/>
                  <a:pt x="135731" y="169664"/>
                  <a:pt x="135731" y="160734"/>
                </a:cubicBezTo>
                <a:cubicBezTo>
                  <a:pt x="135731" y="151804"/>
                  <a:pt x="139526" y="144214"/>
                  <a:pt x="147117" y="137963"/>
                </a:cubicBezTo>
                <a:cubicBezTo>
                  <a:pt x="154707" y="131713"/>
                  <a:pt x="164009" y="128587"/>
                  <a:pt x="175022" y="128587"/>
                </a:cubicBezTo>
                <a:cubicBezTo>
                  <a:pt x="184547" y="128587"/>
                  <a:pt x="192881" y="130968"/>
                  <a:pt x="200025" y="135731"/>
                </a:cubicBezTo>
                <a:lnTo>
                  <a:pt x="200025" y="16520"/>
                </a:lnTo>
                <a:lnTo>
                  <a:pt x="78581" y="48220"/>
                </a:lnTo>
                <a:lnTo>
                  <a:pt x="78581" y="193774"/>
                </a:lnTo>
                <a:cubicBezTo>
                  <a:pt x="78581" y="194964"/>
                  <a:pt x="78581" y="195857"/>
                  <a:pt x="78581" y="196453"/>
                </a:cubicBezTo>
                <a:cubicBezTo>
                  <a:pt x="78581" y="205382"/>
                  <a:pt x="74786" y="212973"/>
                  <a:pt x="67196" y="219223"/>
                </a:cubicBezTo>
                <a:cubicBezTo>
                  <a:pt x="59606" y="225474"/>
                  <a:pt x="50304" y="228600"/>
                  <a:pt x="39291" y="228600"/>
                </a:cubicBezTo>
                <a:cubicBezTo>
                  <a:pt x="28277" y="228600"/>
                  <a:pt x="18976" y="225474"/>
                  <a:pt x="11385" y="219223"/>
                </a:cubicBezTo>
                <a:cubicBezTo>
                  <a:pt x="3795" y="212973"/>
                  <a:pt x="0" y="205382"/>
                  <a:pt x="0" y="196453"/>
                </a:cubicBezTo>
                <a:cubicBezTo>
                  <a:pt x="0" y="187523"/>
                  <a:pt x="3795" y="179933"/>
                  <a:pt x="11385" y="173682"/>
                </a:cubicBezTo>
                <a:cubicBezTo>
                  <a:pt x="18976" y="167431"/>
                  <a:pt x="28277" y="164306"/>
                  <a:pt x="39291" y="164306"/>
                </a:cubicBezTo>
                <a:cubicBezTo>
                  <a:pt x="48816" y="164306"/>
                  <a:pt x="57150" y="166687"/>
                  <a:pt x="64294" y="171450"/>
                </a:cubicBezTo>
                <a:lnTo>
                  <a:pt x="64294" y="43755"/>
                </a:lnTo>
                <a:cubicBezTo>
                  <a:pt x="64294" y="42564"/>
                  <a:pt x="64591" y="41374"/>
                  <a:pt x="65187" y="40183"/>
                </a:cubicBezTo>
                <a:cubicBezTo>
                  <a:pt x="66080" y="37802"/>
                  <a:pt x="67717" y="36314"/>
                  <a:pt x="70098" y="35718"/>
                </a:cubicBezTo>
                <a:lnTo>
                  <a:pt x="203597" y="893"/>
                </a:lnTo>
                <a:cubicBezTo>
                  <a:pt x="204787" y="297"/>
                  <a:pt x="205978" y="0"/>
                  <a:pt x="2071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6" name="Freeform 105"/>
          <p:cNvSpPr/>
          <p:nvPr/>
        </p:nvSpPr>
        <p:spPr>
          <a:xfrm>
            <a:off x="6960989" y="3121342"/>
            <a:ext cx="134723" cy="196034"/>
          </a:xfrm>
          <a:custGeom>
            <a:avLst/>
            <a:gdLst/>
            <a:ahLst/>
            <a:cxnLst/>
            <a:rect l="l" t="t" r="r" b="b"/>
            <a:pathLst>
              <a:path w="156773" h="228120">
                <a:moveTo>
                  <a:pt x="42863" y="170970"/>
                </a:moveTo>
                <a:cubicBezTo>
                  <a:pt x="34826" y="170970"/>
                  <a:pt x="28055" y="173203"/>
                  <a:pt x="22548" y="177667"/>
                </a:cubicBezTo>
                <a:cubicBezTo>
                  <a:pt x="17041" y="182132"/>
                  <a:pt x="14288" y="187044"/>
                  <a:pt x="14288" y="192401"/>
                </a:cubicBezTo>
                <a:cubicBezTo>
                  <a:pt x="14288" y="197759"/>
                  <a:pt x="17041" y="202671"/>
                  <a:pt x="22548" y="207135"/>
                </a:cubicBezTo>
                <a:cubicBezTo>
                  <a:pt x="28055" y="211600"/>
                  <a:pt x="34826" y="213833"/>
                  <a:pt x="42863" y="213833"/>
                </a:cubicBezTo>
                <a:cubicBezTo>
                  <a:pt x="50602" y="213833"/>
                  <a:pt x="57225" y="211675"/>
                  <a:pt x="62732" y="207359"/>
                </a:cubicBezTo>
                <a:cubicBezTo>
                  <a:pt x="68238" y="203043"/>
                  <a:pt x="71140" y="198355"/>
                  <a:pt x="71438" y="193294"/>
                </a:cubicBezTo>
                <a:lnTo>
                  <a:pt x="71438" y="191955"/>
                </a:lnTo>
                <a:cubicBezTo>
                  <a:pt x="71140" y="186597"/>
                  <a:pt x="68238" y="181760"/>
                  <a:pt x="62732" y="177444"/>
                </a:cubicBezTo>
                <a:cubicBezTo>
                  <a:pt x="57225" y="173128"/>
                  <a:pt x="50602" y="170970"/>
                  <a:pt x="42863" y="170970"/>
                </a:cubicBezTo>
                <a:close/>
                <a:moveTo>
                  <a:pt x="80591" y="78"/>
                </a:moveTo>
                <a:cubicBezTo>
                  <a:pt x="81930" y="301"/>
                  <a:pt x="83195" y="1008"/>
                  <a:pt x="84386" y="2199"/>
                </a:cubicBezTo>
                <a:lnTo>
                  <a:pt x="154038" y="72297"/>
                </a:lnTo>
                <a:cubicBezTo>
                  <a:pt x="157609" y="75571"/>
                  <a:pt x="157684" y="78920"/>
                  <a:pt x="154261" y="82343"/>
                </a:cubicBezTo>
                <a:cubicBezTo>
                  <a:pt x="150838" y="85766"/>
                  <a:pt x="147489" y="85692"/>
                  <a:pt x="144215" y="82120"/>
                </a:cubicBezTo>
                <a:lnTo>
                  <a:pt x="85725" y="23630"/>
                </a:lnTo>
                <a:lnTo>
                  <a:pt x="85725" y="190169"/>
                </a:lnTo>
                <a:cubicBezTo>
                  <a:pt x="85725" y="191360"/>
                  <a:pt x="85725" y="192104"/>
                  <a:pt x="85725" y="192401"/>
                </a:cubicBezTo>
                <a:cubicBezTo>
                  <a:pt x="85725" y="202522"/>
                  <a:pt x="81558" y="211005"/>
                  <a:pt x="73224" y="217851"/>
                </a:cubicBezTo>
                <a:cubicBezTo>
                  <a:pt x="64890" y="224697"/>
                  <a:pt x="54769" y="228120"/>
                  <a:pt x="42863" y="228120"/>
                </a:cubicBezTo>
                <a:cubicBezTo>
                  <a:pt x="30957" y="228120"/>
                  <a:pt x="20836" y="224697"/>
                  <a:pt x="12502" y="217851"/>
                </a:cubicBezTo>
                <a:cubicBezTo>
                  <a:pt x="4168" y="211005"/>
                  <a:pt x="0" y="202596"/>
                  <a:pt x="0" y="192625"/>
                </a:cubicBezTo>
                <a:cubicBezTo>
                  <a:pt x="0" y="182653"/>
                  <a:pt x="4168" y="174170"/>
                  <a:pt x="12502" y="167175"/>
                </a:cubicBezTo>
                <a:cubicBezTo>
                  <a:pt x="20836" y="160180"/>
                  <a:pt x="30957" y="156683"/>
                  <a:pt x="42863" y="156683"/>
                </a:cubicBezTo>
                <a:cubicBezTo>
                  <a:pt x="53579" y="156683"/>
                  <a:pt x="63104" y="159659"/>
                  <a:pt x="71438" y="165612"/>
                </a:cubicBezTo>
                <a:lnTo>
                  <a:pt x="71438" y="7557"/>
                </a:lnTo>
                <a:cubicBezTo>
                  <a:pt x="71438" y="4283"/>
                  <a:pt x="73075" y="2050"/>
                  <a:pt x="76349" y="860"/>
                </a:cubicBezTo>
                <a:cubicBezTo>
                  <a:pt x="77838" y="115"/>
                  <a:pt x="79251" y="-145"/>
                  <a:pt x="80591" y="7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7" name="Freeform 106"/>
          <p:cNvSpPr/>
          <p:nvPr/>
        </p:nvSpPr>
        <p:spPr>
          <a:xfrm>
            <a:off x="670574" y="3529656"/>
            <a:ext cx="122779" cy="196447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7143" y="78581"/>
                </a:moveTo>
                <a:cubicBezTo>
                  <a:pt x="9227" y="78581"/>
                  <a:pt x="10939" y="79251"/>
                  <a:pt x="12278" y="80590"/>
                </a:cubicBezTo>
                <a:cubicBezTo>
                  <a:pt x="13618" y="81930"/>
                  <a:pt x="14287" y="83641"/>
                  <a:pt x="14287" y="85725"/>
                </a:cubicBezTo>
                <a:lnTo>
                  <a:pt x="14287" y="115639"/>
                </a:lnTo>
                <a:cubicBezTo>
                  <a:pt x="14287" y="123973"/>
                  <a:pt x="14883" y="131340"/>
                  <a:pt x="16073" y="137740"/>
                </a:cubicBezTo>
                <a:cubicBezTo>
                  <a:pt x="17264" y="144140"/>
                  <a:pt x="19347" y="150688"/>
                  <a:pt x="22324" y="157385"/>
                </a:cubicBezTo>
                <a:cubicBezTo>
                  <a:pt x="25301" y="164083"/>
                  <a:pt x="30063" y="169292"/>
                  <a:pt x="36611" y="173012"/>
                </a:cubicBezTo>
                <a:cubicBezTo>
                  <a:pt x="43160" y="176733"/>
                  <a:pt x="51345" y="178593"/>
                  <a:pt x="61168" y="178593"/>
                </a:cubicBezTo>
                <a:lnTo>
                  <a:pt x="82153" y="178593"/>
                </a:lnTo>
                <a:cubicBezTo>
                  <a:pt x="113109" y="178593"/>
                  <a:pt x="128587" y="157609"/>
                  <a:pt x="128587" y="115639"/>
                </a:cubicBezTo>
                <a:lnTo>
                  <a:pt x="128587" y="85725"/>
                </a:lnTo>
                <a:cubicBezTo>
                  <a:pt x="128587" y="83641"/>
                  <a:pt x="129257" y="81930"/>
                  <a:pt x="130596" y="80590"/>
                </a:cubicBezTo>
                <a:cubicBezTo>
                  <a:pt x="131936" y="79251"/>
                  <a:pt x="133647" y="78581"/>
                  <a:pt x="135731" y="78581"/>
                </a:cubicBezTo>
                <a:cubicBezTo>
                  <a:pt x="137815" y="78581"/>
                  <a:pt x="139526" y="79251"/>
                  <a:pt x="140866" y="80590"/>
                </a:cubicBezTo>
                <a:cubicBezTo>
                  <a:pt x="142205" y="81930"/>
                  <a:pt x="142875" y="83641"/>
                  <a:pt x="142875" y="85725"/>
                </a:cubicBezTo>
                <a:lnTo>
                  <a:pt x="142875" y="115639"/>
                </a:lnTo>
                <a:cubicBezTo>
                  <a:pt x="142875" y="130820"/>
                  <a:pt x="141089" y="143768"/>
                  <a:pt x="137517" y="154483"/>
                </a:cubicBezTo>
                <a:cubicBezTo>
                  <a:pt x="133945" y="165199"/>
                  <a:pt x="129034" y="173161"/>
                  <a:pt x="122783" y="178370"/>
                </a:cubicBezTo>
                <a:cubicBezTo>
                  <a:pt x="116532" y="183579"/>
                  <a:pt x="110133" y="187300"/>
                  <a:pt x="103584" y="189532"/>
                </a:cubicBezTo>
                <a:cubicBezTo>
                  <a:pt x="97036" y="191765"/>
                  <a:pt x="89892" y="192881"/>
                  <a:pt x="82153" y="192881"/>
                </a:cubicBezTo>
                <a:lnTo>
                  <a:pt x="78581" y="192881"/>
                </a:lnTo>
                <a:lnTo>
                  <a:pt x="78581" y="214312"/>
                </a:lnTo>
                <a:lnTo>
                  <a:pt x="114300" y="214312"/>
                </a:lnTo>
                <a:cubicBezTo>
                  <a:pt x="116383" y="214312"/>
                  <a:pt x="118095" y="214982"/>
                  <a:pt x="119434" y="216321"/>
                </a:cubicBezTo>
                <a:cubicBezTo>
                  <a:pt x="120774" y="217661"/>
                  <a:pt x="121443" y="219372"/>
                  <a:pt x="121443" y="221456"/>
                </a:cubicBezTo>
                <a:cubicBezTo>
                  <a:pt x="121443" y="223539"/>
                  <a:pt x="120774" y="225251"/>
                  <a:pt x="119434" y="226590"/>
                </a:cubicBezTo>
                <a:cubicBezTo>
                  <a:pt x="118095" y="227930"/>
                  <a:pt x="116383" y="228600"/>
                  <a:pt x="114300" y="228600"/>
                </a:cubicBezTo>
                <a:lnTo>
                  <a:pt x="28575" y="228600"/>
                </a:lnTo>
                <a:cubicBezTo>
                  <a:pt x="26491" y="228600"/>
                  <a:pt x="24780" y="227930"/>
                  <a:pt x="23440" y="226590"/>
                </a:cubicBezTo>
                <a:cubicBezTo>
                  <a:pt x="22101" y="225251"/>
                  <a:pt x="21431" y="223539"/>
                  <a:pt x="21431" y="221456"/>
                </a:cubicBezTo>
                <a:cubicBezTo>
                  <a:pt x="21431" y="219372"/>
                  <a:pt x="22101" y="217661"/>
                  <a:pt x="23440" y="216321"/>
                </a:cubicBezTo>
                <a:cubicBezTo>
                  <a:pt x="24780" y="214982"/>
                  <a:pt x="26491" y="214312"/>
                  <a:pt x="28575" y="214312"/>
                </a:cubicBezTo>
                <a:lnTo>
                  <a:pt x="64293" y="214312"/>
                </a:lnTo>
                <a:lnTo>
                  <a:pt x="64293" y="192881"/>
                </a:lnTo>
                <a:lnTo>
                  <a:pt x="61168" y="192881"/>
                </a:lnTo>
                <a:cubicBezTo>
                  <a:pt x="40927" y="192881"/>
                  <a:pt x="25673" y="186184"/>
                  <a:pt x="15403" y="172789"/>
                </a:cubicBezTo>
                <a:cubicBezTo>
                  <a:pt x="5134" y="159395"/>
                  <a:pt x="0" y="140345"/>
                  <a:pt x="0" y="115639"/>
                </a:cubicBezTo>
                <a:lnTo>
                  <a:pt x="0" y="85725"/>
                </a:lnTo>
                <a:cubicBezTo>
                  <a:pt x="0" y="83641"/>
                  <a:pt x="669" y="81930"/>
                  <a:pt x="2009" y="80590"/>
                </a:cubicBezTo>
                <a:cubicBezTo>
                  <a:pt x="3348" y="79251"/>
                  <a:pt x="5060" y="78581"/>
                  <a:pt x="7143" y="78581"/>
                </a:cubicBezTo>
                <a:close/>
                <a:moveTo>
                  <a:pt x="70991" y="14287"/>
                </a:moveTo>
                <a:cubicBezTo>
                  <a:pt x="65335" y="14287"/>
                  <a:pt x="60424" y="16520"/>
                  <a:pt x="56257" y="20984"/>
                </a:cubicBezTo>
                <a:cubicBezTo>
                  <a:pt x="52090" y="25449"/>
                  <a:pt x="50006" y="30807"/>
                  <a:pt x="50006" y="37058"/>
                </a:cubicBezTo>
                <a:lnTo>
                  <a:pt x="50006" y="122336"/>
                </a:lnTo>
                <a:cubicBezTo>
                  <a:pt x="50006" y="128289"/>
                  <a:pt x="51941" y="133201"/>
                  <a:pt x="55810" y="137070"/>
                </a:cubicBezTo>
                <a:cubicBezTo>
                  <a:pt x="59680" y="140940"/>
                  <a:pt x="64740" y="142875"/>
                  <a:pt x="70991" y="142875"/>
                </a:cubicBezTo>
                <a:lnTo>
                  <a:pt x="72777" y="142875"/>
                </a:lnTo>
                <a:cubicBezTo>
                  <a:pt x="78730" y="142875"/>
                  <a:pt x="83567" y="141014"/>
                  <a:pt x="87287" y="137294"/>
                </a:cubicBezTo>
                <a:cubicBezTo>
                  <a:pt x="91008" y="133573"/>
                  <a:pt x="92868" y="128587"/>
                  <a:pt x="92868" y="122336"/>
                </a:cubicBezTo>
                <a:lnTo>
                  <a:pt x="92868" y="37058"/>
                </a:lnTo>
                <a:cubicBezTo>
                  <a:pt x="92868" y="30509"/>
                  <a:pt x="90934" y="25077"/>
                  <a:pt x="87064" y="20761"/>
                </a:cubicBezTo>
                <a:cubicBezTo>
                  <a:pt x="83195" y="16445"/>
                  <a:pt x="78432" y="14287"/>
                  <a:pt x="72777" y="14287"/>
                </a:cubicBezTo>
                <a:close/>
                <a:moveTo>
                  <a:pt x="70991" y="0"/>
                </a:moveTo>
                <a:lnTo>
                  <a:pt x="72777" y="0"/>
                </a:lnTo>
                <a:cubicBezTo>
                  <a:pt x="82599" y="0"/>
                  <a:pt x="90785" y="3572"/>
                  <a:pt x="97333" y="10715"/>
                </a:cubicBezTo>
                <a:cubicBezTo>
                  <a:pt x="103882" y="17859"/>
                  <a:pt x="107156" y="26640"/>
                  <a:pt x="107156" y="37058"/>
                </a:cubicBezTo>
                <a:lnTo>
                  <a:pt x="107156" y="122336"/>
                </a:lnTo>
                <a:cubicBezTo>
                  <a:pt x="107156" y="132457"/>
                  <a:pt x="103956" y="140791"/>
                  <a:pt x="97557" y="147339"/>
                </a:cubicBezTo>
                <a:cubicBezTo>
                  <a:pt x="91157" y="153888"/>
                  <a:pt x="82897" y="157162"/>
                  <a:pt x="72777" y="157162"/>
                </a:cubicBezTo>
                <a:lnTo>
                  <a:pt x="70991" y="157162"/>
                </a:lnTo>
                <a:cubicBezTo>
                  <a:pt x="60870" y="157162"/>
                  <a:pt x="52462" y="153813"/>
                  <a:pt x="45764" y="147116"/>
                </a:cubicBezTo>
                <a:cubicBezTo>
                  <a:pt x="39067" y="140419"/>
                  <a:pt x="35718" y="132159"/>
                  <a:pt x="35718" y="122336"/>
                </a:cubicBezTo>
                <a:lnTo>
                  <a:pt x="35718" y="37058"/>
                </a:lnTo>
                <a:cubicBezTo>
                  <a:pt x="35718" y="26938"/>
                  <a:pt x="39216" y="18231"/>
                  <a:pt x="46211" y="10938"/>
                </a:cubicBezTo>
                <a:cubicBezTo>
                  <a:pt x="53206" y="3646"/>
                  <a:pt x="61466" y="0"/>
                  <a:pt x="7099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8" name="Freeform 107"/>
          <p:cNvSpPr/>
          <p:nvPr/>
        </p:nvSpPr>
        <p:spPr>
          <a:xfrm>
            <a:off x="937388" y="3549033"/>
            <a:ext cx="196447" cy="157694"/>
          </a:xfrm>
          <a:custGeom>
            <a:avLst/>
            <a:gdLst/>
            <a:ahLst/>
            <a:cxnLst/>
            <a:rect l="l" t="t" r="r" b="b"/>
            <a:pathLst>
              <a:path w="228600" h="183505">
                <a:moveTo>
                  <a:pt x="14288" y="0"/>
                </a:moveTo>
                <a:lnTo>
                  <a:pt x="214313" y="0"/>
                </a:lnTo>
                <a:cubicBezTo>
                  <a:pt x="218182" y="0"/>
                  <a:pt x="221531" y="1414"/>
                  <a:pt x="224359" y="4242"/>
                </a:cubicBezTo>
                <a:cubicBezTo>
                  <a:pt x="227186" y="7070"/>
                  <a:pt x="228600" y="10418"/>
                  <a:pt x="228600" y="14288"/>
                </a:cubicBezTo>
                <a:lnTo>
                  <a:pt x="228600" y="142875"/>
                </a:lnTo>
                <a:cubicBezTo>
                  <a:pt x="228600" y="146745"/>
                  <a:pt x="227186" y="150093"/>
                  <a:pt x="224359" y="152921"/>
                </a:cubicBezTo>
                <a:cubicBezTo>
                  <a:pt x="221531" y="155749"/>
                  <a:pt x="218182" y="157163"/>
                  <a:pt x="214313" y="157163"/>
                </a:cubicBezTo>
                <a:lnTo>
                  <a:pt x="114747" y="157163"/>
                </a:lnTo>
                <a:lnTo>
                  <a:pt x="132160" y="172790"/>
                </a:lnTo>
                <a:cubicBezTo>
                  <a:pt x="134839" y="175171"/>
                  <a:pt x="135136" y="177552"/>
                  <a:pt x="133053" y="179934"/>
                </a:cubicBezTo>
                <a:lnTo>
                  <a:pt x="131713" y="181719"/>
                </a:lnTo>
                <a:cubicBezTo>
                  <a:pt x="129034" y="184101"/>
                  <a:pt x="126504" y="184101"/>
                  <a:pt x="124123" y="181719"/>
                </a:cubicBezTo>
                <a:lnTo>
                  <a:pt x="95548" y="155823"/>
                </a:lnTo>
                <a:lnTo>
                  <a:pt x="93762" y="154037"/>
                </a:lnTo>
                <a:cubicBezTo>
                  <a:pt x="92571" y="152847"/>
                  <a:pt x="91976" y="151582"/>
                  <a:pt x="91976" y="150242"/>
                </a:cubicBezTo>
                <a:cubicBezTo>
                  <a:pt x="91976" y="148903"/>
                  <a:pt x="92571" y="147638"/>
                  <a:pt x="93762" y="146447"/>
                </a:cubicBezTo>
                <a:lnTo>
                  <a:pt x="95548" y="144661"/>
                </a:lnTo>
                <a:lnTo>
                  <a:pt x="124569" y="118319"/>
                </a:lnTo>
                <a:cubicBezTo>
                  <a:pt x="126951" y="115937"/>
                  <a:pt x="129481" y="115937"/>
                  <a:pt x="132160" y="118319"/>
                </a:cubicBezTo>
                <a:lnTo>
                  <a:pt x="133499" y="120105"/>
                </a:lnTo>
                <a:cubicBezTo>
                  <a:pt x="135583" y="122188"/>
                  <a:pt x="135285" y="124569"/>
                  <a:pt x="132606" y="127248"/>
                </a:cubicBezTo>
                <a:lnTo>
                  <a:pt x="115640" y="142875"/>
                </a:lnTo>
                <a:lnTo>
                  <a:pt x="205830" y="142875"/>
                </a:lnTo>
                <a:cubicBezTo>
                  <a:pt x="208211" y="142875"/>
                  <a:pt x="210220" y="141982"/>
                  <a:pt x="211857" y="140196"/>
                </a:cubicBezTo>
                <a:cubicBezTo>
                  <a:pt x="213494" y="138410"/>
                  <a:pt x="214313" y="136327"/>
                  <a:pt x="214313" y="133946"/>
                </a:cubicBezTo>
                <a:lnTo>
                  <a:pt x="214313" y="22771"/>
                </a:lnTo>
                <a:cubicBezTo>
                  <a:pt x="214313" y="20390"/>
                  <a:pt x="213494" y="18381"/>
                  <a:pt x="211857" y="16743"/>
                </a:cubicBezTo>
                <a:cubicBezTo>
                  <a:pt x="210220" y="15106"/>
                  <a:pt x="208211" y="14288"/>
                  <a:pt x="205830" y="14288"/>
                </a:cubicBezTo>
                <a:lnTo>
                  <a:pt x="23217" y="14734"/>
                </a:lnTo>
                <a:cubicBezTo>
                  <a:pt x="20539" y="14734"/>
                  <a:pt x="18381" y="15553"/>
                  <a:pt x="16743" y="17190"/>
                </a:cubicBezTo>
                <a:cubicBezTo>
                  <a:pt x="15106" y="18827"/>
                  <a:pt x="14288" y="20836"/>
                  <a:pt x="14288" y="23218"/>
                </a:cubicBezTo>
                <a:lnTo>
                  <a:pt x="14288" y="133946"/>
                </a:lnTo>
                <a:cubicBezTo>
                  <a:pt x="14288" y="136327"/>
                  <a:pt x="15181" y="138410"/>
                  <a:pt x="16967" y="140196"/>
                </a:cubicBezTo>
                <a:cubicBezTo>
                  <a:pt x="18753" y="141982"/>
                  <a:pt x="20836" y="142875"/>
                  <a:pt x="23217" y="142875"/>
                </a:cubicBezTo>
                <a:lnTo>
                  <a:pt x="50006" y="142875"/>
                </a:lnTo>
                <a:cubicBezTo>
                  <a:pt x="52090" y="142875"/>
                  <a:pt x="53802" y="143768"/>
                  <a:pt x="55141" y="145554"/>
                </a:cubicBezTo>
                <a:cubicBezTo>
                  <a:pt x="56481" y="147340"/>
                  <a:pt x="57150" y="148754"/>
                  <a:pt x="57150" y="149796"/>
                </a:cubicBezTo>
                <a:cubicBezTo>
                  <a:pt x="57150" y="150838"/>
                  <a:pt x="56481" y="152326"/>
                  <a:pt x="55141" y="154261"/>
                </a:cubicBezTo>
                <a:cubicBezTo>
                  <a:pt x="53802" y="156195"/>
                  <a:pt x="52090" y="157163"/>
                  <a:pt x="50006" y="157163"/>
                </a:cubicBezTo>
                <a:lnTo>
                  <a:pt x="14288" y="157163"/>
                </a:lnTo>
                <a:cubicBezTo>
                  <a:pt x="10418" y="157163"/>
                  <a:pt x="7070" y="155749"/>
                  <a:pt x="4242" y="152921"/>
                </a:cubicBezTo>
                <a:cubicBezTo>
                  <a:pt x="1414" y="150093"/>
                  <a:pt x="0" y="146745"/>
                  <a:pt x="0" y="142875"/>
                </a:cubicBezTo>
                <a:lnTo>
                  <a:pt x="0" y="14288"/>
                </a:lnTo>
                <a:cubicBezTo>
                  <a:pt x="0" y="10418"/>
                  <a:pt x="1414" y="7070"/>
                  <a:pt x="4242" y="4242"/>
                </a:cubicBezTo>
                <a:cubicBezTo>
                  <a:pt x="7070" y="1414"/>
                  <a:pt x="10418" y="0"/>
                  <a:pt x="142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09" name="Freeform 108"/>
          <p:cNvSpPr/>
          <p:nvPr/>
        </p:nvSpPr>
        <p:spPr>
          <a:xfrm>
            <a:off x="1277870" y="352965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7383" y="68591"/>
                </a:moveTo>
                <a:cubicBezTo>
                  <a:pt x="49058" y="68628"/>
                  <a:pt x="50751" y="69502"/>
                  <a:pt x="52462" y="71214"/>
                </a:cubicBezTo>
                <a:cubicBezTo>
                  <a:pt x="55885" y="74637"/>
                  <a:pt x="55811" y="77986"/>
                  <a:pt x="52239" y="81260"/>
                </a:cubicBezTo>
                <a:lnTo>
                  <a:pt x="26343" y="107156"/>
                </a:lnTo>
                <a:lnTo>
                  <a:pt x="150019" y="107156"/>
                </a:lnTo>
                <a:cubicBezTo>
                  <a:pt x="151805" y="107156"/>
                  <a:pt x="153442" y="107826"/>
                  <a:pt x="154930" y="109165"/>
                </a:cubicBezTo>
                <a:cubicBezTo>
                  <a:pt x="156419" y="110505"/>
                  <a:pt x="157163" y="112142"/>
                  <a:pt x="157163" y="114076"/>
                </a:cubicBezTo>
                <a:cubicBezTo>
                  <a:pt x="157163" y="116011"/>
                  <a:pt x="156419" y="117723"/>
                  <a:pt x="154930" y="119211"/>
                </a:cubicBezTo>
                <a:cubicBezTo>
                  <a:pt x="153442" y="120699"/>
                  <a:pt x="151805" y="121443"/>
                  <a:pt x="150019" y="121443"/>
                </a:cubicBezTo>
                <a:lnTo>
                  <a:pt x="25896" y="121443"/>
                </a:lnTo>
                <a:lnTo>
                  <a:pt x="52239" y="147786"/>
                </a:lnTo>
                <a:cubicBezTo>
                  <a:pt x="55811" y="151060"/>
                  <a:pt x="55811" y="154334"/>
                  <a:pt x="52239" y="157609"/>
                </a:cubicBezTo>
                <a:cubicBezTo>
                  <a:pt x="51048" y="159097"/>
                  <a:pt x="49411" y="159841"/>
                  <a:pt x="47328" y="159841"/>
                </a:cubicBezTo>
                <a:cubicBezTo>
                  <a:pt x="45244" y="159841"/>
                  <a:pt x="43607" y="159097"/>
                  <a:pt x="42416" y="157609"/>
                </a:cubicBezTo>
                <a:lnTo>
                  <a:pt x="0" y="114300"/>
                </a:lnTo>
                <a:lnTo>
                  <a:pt x="42416" y="70991"/>
                </a:lnTo>
                <a:cubicBezTo>
                  <a:pt x="44053" y="69354"/>
                  <a:pt x="45709" y="68554"/>
                  <a:pt x="47383" y="68591"/>
                </a:cubicBezTo>
                <a:close/>
                <a:moveTo>
                  <a:pt x="92869" y="0"/>
                </a:moveTo>
                <a:lnTo>
                  <a:pt x="214313" y="0"/>
                </a:lnTo>
                <a:cubicBezTo>
                  <a:pt x="218182" y="0"/>
                  <a:pt x="221531" y="1413"/>
                  <a:pt x="224359" y="4241"/>
                </a:cubicBezTo>
                <a:cubicBezTo>
                  <a:pt x="227186" y="7069"/>
                  <a:pt x="228600" y="10418"/>
                  <a:pt x="228600" y="14287"/>
                </a:cubicBezTo>
                <a:lnTo>
                  <a:pt x="228600" y="214312"/>
                </a:lnTo>
                <a:cubicBezTo>
                  <a:pt x="228600" y="218182"/>
                  <a:pt x="227186" y="221530"/>
                  <a:pt x="224359" y="224358"/>
                </a:cubicBezTo>
                <a:cubicBezTo>
                  <a:pt x="221531" y="227186"/>
                  <a:pt x="218182" y="228600"/>
                  <a:pt x="214313" y="228600"/>
                </a:cubicBezTo>
                <a:lnTo>
                  <a:pt x="92869" y="228600"/>
                </a:lnTo>
                <a:cubicBezTo>
                  <a:pt x="88999" y="228600"/>
                  <a:pt x="85651" y="227186"/>
                  <a:pt x="82823" y="224358"/>
                </a:cubicBezTo>
                <a:cubicBezTo>
                  <a:pt x="79995" y="221530"/>
                  <a:pt x="78581" y="218182"/>
                  <a:pt x="78581" y="214312"/>
                </a:cubicBezTo>
                <a:lnTo>
                  <a:pt x="78581" y="150018"/>
                </a:lnTo>
                <a:lnTo>
                  <a:pt x="92869" y="149572"/>
                </a:lnTo>
                <a:lnTo>
                  <a:pt x="92869" y="205829"/>
                </a:lnTo>
                <a:cubicBezTo>
                  <a:pt x="92869" y="208210"/>
                  <a:pt x="93688" y="210219"/>
                  <a:pt x="95325" y="211856"/>
                </a:cubicBezTo>
                <a:cubicBezTo>
                  <a:pt x="96962" y="213494"/>
                  <a:pt x="98971" y="214312"/>
                  <a:pt x="101352" y="214312"/>
                </a:cubicBezTo>
                <a:lnTo>
                  <a:pt x="205383" y="214312"/>
                </a:lnTo>
                <a:cubicBezTo>
                  <a:pt x="207764" y="214312"/>
                  <a:pt x="209848" y="213494"/>
                  <a:pt x="211634" y="211856"/>
                </a:cubicBezTo>
                <a:cubicBezTo>
                  <a:pt x="213420" y="210219"/>
                  <a:pt x="214313" y="208210"/>
                  <a:pt x="214313" y="205829"/>
                </a:cubicBezTo>
                <a:lnTo>
                  <a:pt x="213866" y="23217"/>
                </a:lnTo>
                <a:cubicBezTo>
                  <a:pt x="213866" y="20538"/>
                  <a:pt x="213048" y="18380"/>
                  <a:pt x="211411" y="16743"/>
                </a:cubicBezTo>
                <a:cubicBezTo>
                  <a:pt x="209773" y="15106"/>
                  <a:pt x="207764" y="14287"/>
                  <a:pt x="205383" y="14287"/>
                </a:cubicBezTo>
                <a:lnTo>
                  <a:pt x="101352" y="14287"/>
                </a:lnTo>
                <a:cubicBezTo>
                  <a:pt x="98971" y="14287"/>
                  <a:pt x="96962" y="15106"/>
                  <a:pt x="95325" y="16743"/>
                </a:cubicBezTo>
                <a:cubicBezTo>
                  <a:pt x="93688" y="18380"/>
                  <a:pt x="92869" y="20538"/>
                  <a:pt x="92869" y="23217"/>
                </a:cubicBezTo>
                <a:lnTo>
                  <a:pt x="92869" y="78581"/>
                </a:lnTo>
                <a:lnTo>
                  <a:pt x="78581" y="78581"/>
                </a:lnTo>
                <a:lnTo>
                  <a:pt x="78581" y="14287"/>
                </a:lnTo>
                <a:cubicBezTo>
                  <a:pt x="78581" y="10418"/>
                  <a:pt x="79995" y="7069"/>
                  <a:pt x="82823" y="4241"/>
                </a:cubicBezTo>
                <a:cubicBezTo>
                  <a:pt x="85651" y="1413"/>
                  <a:pt x="88999" y="0"/>
                  <a:pt x="9286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0" name="Freeform 109"/>
          <p:cNvSpPr/>
          <p:nvPr/>
        </p:nvSpPr>
        <p:spPr>
          <a:xfrm>
            <a:off x="1618352" y="352965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4067" y="68591"/>
                </a:moveTo>
                <a:cubicBezTo>
                  <a:pt x="125741" y="68554"/>
                  <a:pt x="127397" y="69354"/>
                  <a:pt x="129034" y="70991"/>
                </a:cubicBezTo>
                <a:lnTo>
                  <a:pt x="171003" y="114300"/>
                </a:lnTo>
                <a:lnTo>
                  <a:pt x="129034" y="157609"/>
                </a:lnTo>
                <a:cubicBezTo>
                  <a:pt x="127545" y="159097"/>
                  <a:pt x="125834" y="159841"/>
                  <a:pt x="123899" y="159841"/>
                </a:cubicBezTo>
                <a:cubicBezTo>
                  <a:pt x="121964" y="159841"/>
                  <a:pt x="120253" y="159097"/>
                  <a:pt x="118765" y="157609"/>
                </a:cubicBezTo>
                <a:cubicBezTo>
                  <a:pt x="115490" y="154334"/>
                  <a:pt x="115490" y="151060"/>
                  <a:pt x="118765" y="147786"/>
                </a:cubicBezTo>
                <a:lnTo>
                  <a:pt x="145107" y="121443"/>
                </a:lnTo>
                <a:lnTo>
                  <a:pt x="7143" y="121443"/>
                </a:lnTo>
                <a:cubicBezTo>
                  <a:pt x="5060" y="121443"/>
                  <a:pt x="3348" y="120699"/>
                  <a:pt x="2009" y="119211"/>
                </a:cubicBezTo>
                <a:cubicBezTo>
                  <a:pt x="669" y="117723"/>
                  <a:pt x="0" y="116011"/>
                  <a:pt x="0" y="114076"/>
                </a:cubicBezTo>
                <a:cubicBezTo>
                  <a:pt x="0" y="112142"/>
                  <a:pt x="669" y="110505"/>
                  <a:pt x="2009" y="109165"/>
                </a:cubicBezTo>
                <a:cubicBezTo>
                  <a:pt x="3348" y="107826"/>
                  <a:pt x="5060" y="107156"/>
                  <a:pt x="7143" y="107156"/>
                </a:cubicBezTo>
                <a:lnTo>
                  <a:pt x="144661" y="107156"/>
                </a:lnTo>
                <a:lnTo>
                  <a:pt x="118765" y="81260"/>
                </a:lnTo>
                <a:cubicBezTo>
                  <a:pt x="115490" y="77986"/>
                  <a:pt x="115565" y="74637"/>
                  <a:pt x="118988" y="71214"/>
                </a:cubicBezTo>
                <a:cubicBezTo>
                  <a:pt x="120699" y="69502"/>
                  <a:pt x="122392" y="68628"/>
                  <a:pt x="124067" y="68591"/>
                </a:cubicBezTo>
                <a:close/>
                <a:moveTo>
                  <a:pt x="85725" y="0"/>
                </a:moveTo>
                <a:lnTo>
                  <a:pt x="214312" y="0"/>
                </a:lnTo>
                <a:cubicBezTo>
                  <a:pt x="218182" y="0"/>
                  <a:pt x="221530" y="1413"/>
                  <a:pt x="224358" y="4241"/>
                </a:cubicBezTo>
                <a:cubicBezTo>
                  <a:pt x="227186" y="7069"/>
                  <a:pt x="228600" y="10418"/>
                  <a:pt x="228600" y="14287"/>
                </a:cubicBezTo>
                <a:lnTo>
                  <a:pt x="228600" y="214312"/>
                </a:lnTo>
                <a:cubicBezTo>
                  <a:pt x="228600" y="218182"/>
                  <a:pt x="227186" y="221530"/>
                  <a:pt x="224358" y="224358"/>
                </a:cubicBezTo>
                <a:cubicBezTo>
                  <a:pt x="221530" y="227186"/>
                  <a:pt x="218182" y="228600"/>
                  <a:pt x="214312" y="228600"/>
                </a:cubicBezTo>
                <a:lnTo>
                  <a:pt x="85725" y="228600"/>
                </a:lnTo>
                <a:cubicBezTo>
                  <a:pt x="81855" y="228600"/>
                  <a:pt x="78507" y="227186"/>
                  <a:pt x="75679" y="224358"/>
                </a:cubicBezTo>
                <a:cubicBezTo>
                  <a:pt x="72851" y="221530"/>
                  <a:pt x="71437" y="218182"/>
                  <a:pt x="71437" y="214312"/>
                </a:cubicBezTo>
                <a:lnTo>
                  <a:pt x="71437" y="150018"/>
                </a:lnTo>
                <a:lnTo>
                  <a:pt x="85725" y="149572"/>
                </a:lnTo>
                <a:lnTo>
                  <a:pt x="85725" y="205829"/>
                </a:lnTo>
                <a:cubicBezTo>
                  <a:pt x="85725" y="208210"/>
                  <a:pt x="86618" y="210219"/>
                  <a:pt x="88404" y="211856"/>
                </a:cubicBezTo>
                <a:cubicBezTo>
                  <a:pt x="90190" y="213494"/>
                  <a:pt x="92273" y="214312"/>
                  <a:pt x="94654" y="214312"/>
                </a:cubicBezTo>
                <a:lnTo>
                  <a:pt x="205829" y="214312"/>
                </a:lnTo>
                <a:cubicBezTo>
                  <a:pt x="208210" y="214312"/>
                  <a:pt x="210219" y="213494"/>
                  <a:pt x="211857" y="211856"/>
                </a:cubicBezTo>
                <a:cubicBezTo>
                  <a:pt x="213494" y="210219"/>
                  <a:pt x="214312" y="208210"/>
                  <a:pt x="214312" y="205829"/>
                </a:cubicBezTo>
                <a:lnTo>
                  <a:pt x="213866" y="23217"/>
                </a:lnTo>
                <a:cubicBezTo>
                  <a:pt x="213866" y="20538"/>
                  <a:pt x="213047" y="18380"/>
                  <a:pt x="211410" y="16743"/>
                </a:cubicBezTo>
                <a:cubicBezTo>
                  <a:pt x="209773" y="15106"/>
                  <a:pt x="207764" y="14287"/>
                  <a:pt x="205383" y="14287"/>
                </a:cubicBezTo>
                <a:lnTo>
                  <a:pt x="94654" y="14287"/>
                </a:lnTo>
                <a:cubicBezTo>
                  <a:pt x="92273" y="14287"/>
                  <a:pt x="90190" y="15106"/>
                  <a:pt x="88404" y="16743"/>
                </a:cubicBezTo>
                <a:cubicBezTo>
                  <a:pt x="86618" y="18380"/>
                  <a:pt x="85725" y="20538"/>
                  <a:pt x="85725" y="23217"/>
                </a:cubicBezTo>
                <a:lnTo>
                  <a:pt x="85725" y="78581"/>
                </a:lnTo>
                <a:lnTo>
                  <a:pt x="71437" y="78581"/>
                </a:lnTo>
                <a:lnTo>
                  <a:pt x="71437" y="14287"/>
                </a:lnTo>
                <a:cubicBezTo>
                  <a:pt x="71437" y="10418"/>
                  <a:pt x="72851" y="7069"/>
                  <a:pt x="75679" y="4241"/>
                </a:cubicBezTo>
                <a:cubicBezTo>
                  <a:pt x="78507" y="1413"/>
                  <a:pt x="81855" y="0"/>
                  <a:pt x="857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1" name="Freeform 110"/>
          <p:cNvSpPr/>
          <p:nvPr/>
        </p:nvSpPr>
        <p:spPr>
          <a:xfrm>
            <a:off x="1958834" y="3566491"/>
            <a:ext cx="196447" cy="122779"/>
          </a:xfrm>
          <a:custGeom>
            <a:avLst/>
            <a:gdLst/>
            <a:ahLst/>
            <a:cxnLst/>
            <a:rect l="l" t="t" r="r" b="b"/>
            <a:pathLst>
              <a:path w="228600" h="142875">
                <a:moveTo>
                  <a:pt x="71438" y="121444"/>
                </a:moveTo>
                <a:lnTo>
                  <a:pt x="221456" y="121444"/>
                </a:lnTo>
                <a:cubicBezTo>
                  <a:pt x="223540" y="121444"/>
                  <a:pt x="225252" y="122114"/>
                  <a:pt x="226591" y="123453"/>
                </a:cubicBezTo>
                <a:cubicBezTo>
                  <a:pt x="227930" y="124793"/>
                  <a:pt x="228600" y="126504"/>
                  <a:pt x="228600" y="128588"/>
                </a:cubicBezTo>
                <a:cubicBezTo>
                  <a:pt x="228600" y="130671"/>
                  <a:pt x="227930" y="132383"/>
                  <a:pt x="226591" y="133722"/>
                </a:cubicBezTo>
                <a:cubicBezTo>
                  <a:pt x="225252" y="135062"/>
                  <a:pt x="223540" y="135731"/>
                  <a:pt x="221456" y="135731"/>
                </a:cubicBezTo>
                <a:lnTo>
                  <a:pt x="71438" y="135731"/>
                </a:lnTo>
                <a:cubicBezTo>
                  <a:pt x="69354" y="135731"/>
                  <a:pt x="67643" y="135062"/>
                  <a:pt x="66303" y="133722"/>
                </a:cubicBezTo>
                <a:cubicBezTo>
                  <a:pt x="64964" y="132383"/>
                  <a:pt x="64294" y="130671"/>
                  <a:pt x="64294" y="128588"/>
                </a:cubicBezTo>
                <a:cubicBezTo>
                  <a:pt x="64294" y="126504"/>
                  <a:pt x="64964" y="124793"/>
                  <a:pt x="66303" y="123453"/>
                </a:cubicBezTo>
                <a:cubicBezTo>
                  <a:pt x="67643" y="122114"/>
                  <a:pt x="69354" y="121444"/>
                  <a:pt x="71438" y="121444"/>
                </a:cubicBezTo>
                <a:close/>
                <a:moveTo>
                  <a:pt x="7144" y="114300"/>
                </a:moveTo>
                <a:lnTo>
                  <a:pt x="21431" y="114300"/>
                </a:lnTo>
                <a:cubicBezTo>
                  <a:pt x="23515" y="114300"/>
                  <a:pt x="25227" y="114970"/>
                  <a:pt x="26566" y="116309"/>
                </a:cubicBezTo>
                <a:cubicBezTo>
                  <a:pt x="27906" y="117649"/>
                  <a:pt x="28575" y="119360"/>
                  <a:pt x="28575" y="121444"/>
                </a:cubicBezTo>
                <a:lnTo>
                  <a:pt x="28575" y="135731"/>
                </a:lnTo>
                <a:cubicBezTo>
                  <a:pt x="28575" y="137815"/>
                  <a:pt x="27906" y="139526"/>
                  <a:pt x="26566" y="140866"/>
                </a:cubicBezTo>
                <a:cubicBezTo>
                  <a:pt x="25227" y="142205"/>
                  <a:pt x="23515" y="142875"/>
                  <a:pt x="21431" y="142875"/>
                </a:cubicBezTo>
                <a:lnTo>
                  <a:pt x="7144" y="142875"/>
                </a:lnTo>
                <a:cubicBezTo>
                  <a:pt x="5060" y="142875"/>
                  <a:pt x="3349" y="142205"/>
                  <a:pt x="2009" y="140866"/>
                </a:cubicBezTo>
                <a:cubicBezTo>
                  <a:pt x="670" y="139526"/>
                  <a:pt x="0" y="137815"/>
                  <a:pt x="0" y="135731"/>
                </a:cubicBezTo>
                <a:lnTo>
                  <a:pt x="0" y="121444"/>
                </a:lnTo>
                <a:cubicBezTo>
                  <a:pt x="0" y="119360"/>
                  <a:pt x="670" y="117649"/>
                  <a:pt x="2009" y="116309"/>
                </a:cubicBezTo>
                <a:cubicBezTo>
                  <a:pt x="3349" y="114970"/>
                  <a:pt x="5060" y="114300"/>
                  <a:pt x="7144" y="114300"/>
                </a:cubicBezTo>
                <a:close/>
                <a:moveTo>
                  <a:pt x="71438" y="64294"/>
                </a:moveTo>
                <a:lnTo>
                  <a:pt x="221456" y="64294"/>
                </a:lnTo>
                <a:cubicBezTo>
                  <a:pt x="223540" y="64294"/>
                  <a:pt x="225252" y="64964"/>
                  <a:pt x="226591" y="66303"/>
                </a:cubicBezTo>
                <a:cubicBezTo>
                  <a:pt x="227930" y="67643"/>
                  <a:pt x="228600" y="69354"/>
                  <a:pt x="228600" y="71438"/>
                </a:cubicBezTo>
                <a:cubicBezTo>
                  <a:pt x="228600" y="73521"/>
                  <a:pt x="227930" y="75233"/>
                  <a:pt x="226591" y="76572"/>
                </a:cubicBezTo>
                <a:cubicBezTo>
                  <a:pt x="225252" y="77912"/>
                  <a:pt x="223540" y="78581"/>
                  <a:pt x="221456" y="78581"/>
                </a:cubicBezTo>
                <a:lnTo>
                  <a:pt x="71438" y="78581"/>
                </a:lnTo>
                <a:cubicBezTo>
                  <a:pt x="69354" y="78581"/>
                  <a:pt x="67643" y="77912"/>
                  <a:pt x="66303" y="76572"/>
                </a:cubicBezTo>
                <a:cubicBezTo>
                  <a:pt x="64964" y="75233"/>
                  <a:pt x="64294" y="73521"/>
                  <a:pt x="64294" y="71438"/>
                </a:cubicBezTo>
                <a:cubicBezTo>
                  <a:pt x="64294" y="69354"/>
                  <a:pt x="64964" y="67643"/>
                  <a:pt x="66303" y="66303"/>
                </a:cubicBezTo>
                <a:cubicBezTo>
                  <a:pt x="67643" y="64964"/>
                  <a:pt x="69354" y="64294"/>
                  <a:pt x="71438" y="64294"/>
                </a:cubicBezTo>
                <a:close/>
                <a:moveTo>
                  <a:pt x="7144" y="57150"/>
                </a:moveTo>
                <a:lnTo>
                  <a:pt x="21431" y="57150"/>
                </a:lnTo>
                <a:cubicBezTo>
                  <a:pt x="23515" y="57150"/>
                  <a:pt x="25227" y="57820"/>
                  <a:pt x="26566" y="59159"/>
                </a:cubicBezTo>
                <a:cubicBezTo>
                  <a:pt x="27906" y="60499"/>
                  <a:pt x="28575" y="62210"/>
                  <a:pt x="28575" y="64294"/>
                </a:cubicBezTo>
                <a:lnTo>
                  <a:pt x="28575" y="78581"/>
                </a:lnTo>
                <a:cubicBezTo>
                  <a:pt x="28575" y="80665"/>
                  <a:pt x="27906" y="82376"/>
                  <a:pt x="26566" y="83716"/>
                </a:cubicBezTo>
                <a:cubicBezTo>
                  <a:pt x="25227" y="85055"/>
                  <a:pt x="23515" y="85725"/>
                  <a:pt x="21431" y="85725"/>
                </a:cubicBezTo>
                <a:lnTo>
                  <a:pt x="7144" y="85725"/>
                </a:lnTo>
                <a:cubicBezTo>
                  <a:pt x="5060" y="85725"/>
                  <a:pt x="3349" y="85055"/>
                  <a:pt x="2009" y="83716"/>
                </a:cubicBezTo>
                <a:cubicBezTo>
                  <a:pt x="670" y="82376"/>
                  <a:pt x="0" y="80665"/>
                  <a:pt x="0" y="78581"/>
                </a:cubicBezTo>
                <a:lnTo>
                  <a:pt x="0" y="64294"/>
                </a:lnTo>
                <a:cubicBezTo>
                  <a:pt x="0" y="62210"/>
                  <a:pt x="670" y="60499"/>
                  <a:pt x="2009" y="59159"/>
                </a:cubicBezTo>
                <a:cubicBezTo>
                  <a:pt x="3349" y="57820"/>
                  <a:pt x="5060" y="57150"/>
                  <a:pt x="7144" y="57150"/>
                </a:cubicBezTo>
                <a:close/>
                <a:moveTo>
                  <a:pt x="71438" y="7144"/>
                </a:moveTo>
                <a:lnTo>
                  <a:pt x="221456" y="7144"/>
                </a:lnTo>
                <a:cubicBezTo>
                  <a:pt x="223540" y="7144"/>
                  <a:pt x="225252" y="7814"/>
                  <a:pt x="226591" y="9153"/>
                </a:cubicBezTo>
                <a:cubicBezTo>
                  <a:pt x="227930" y="10493"/>
                  <a:pt x="228600" y="12204"/>
                  <a:pt x="228600" y="14288"/>
                </a:cubicBezTo>
                <a:cubicBezTo>
                  <a:pt x="228600" y="16371"/>
                  <a:pt x="227930" y="18083"/>
                  <a:pt x="226591" y="19422"/>
                </a:cubicBezTo>
                <a:cubicBezTo>
                  <a:pt x="225252" y="20762"/>
                  <a:pt x="223540" y="21431"/>
                  <a:pt x="221456" y="21431"/>
                </a:cubicBezTo>
                <a:lnTo>
                  <a:pt x="71438" y="21431"/>
                </a:lnTo>
                <a:cubicBezTo>
                  <a:pt x="69354" y="21431"/>
                  <a:pt x="67643" y="20762"/>
                  <a:pt x="66303" y="19422"/>
                </a:cubicBezTo>
                <a:cubicBezTo>
                  <a:pt x="64964" y="18083"/>
                  <a:pt x="64294" y="16371"/>
                  <a:pt x="64294" y="14288"/>
                </a:cubicBezTo>
                <a:cubicBezTo>
                  <a:pt x="64294" y="12204"/>
                  <a:pt x="64964" y="10493"/>
                  <a:pt x="66303" y="9153"/>
                </a:cubicBezTo>
                <a:cubicBezTo>
                  <a:pt x="67643" y="7814"/>
                  <a:pt x="69354" y="7144"/>
                  <a:pt x="71438" y="7144"/>
                </a:cubicBezTo>
                <a:close/>
                <a:moveTo>
                  <a:pt x="7144" y="0"/>
                </a:moveTo>
                <a:lnTo>
                  <a:pt x="21431" y="0"/>
                </a:lnTo>
                <a:cubicBezTo>
                  <a:pt x="23515" y="0"/>
                  <a:pt x="25227" y="670"/>
                  <a:pt x="26566" y="2009"/>
                </a:cubicBezTo>
                <a:cubicBezTo>
                  <a:pt x="27906" y="3349"/>
                  <a:pt x="28575" y="5060"/>
                  <a:pt x="28575" y="7144"/>
                </a:cubicBezTo>
                <a:lnTo>
                  <a:pt x="28575" y="21431"/>
                </a:lnTo>
                <a:cubicBezTo>
                  <a:pt x="28575" y="23515"/>
                  <a:pt x="27906" y="25226"/>
                  <a:pt x="26566" y="26566"/>
                </a:cubicBezTo>
                <a:cubicBezTo>
                  <a:pt x="25227" y="27905"/>
                  <a:pt x="23515" y="28575"/>
                  <a:pt x="21431" y="28575"/>
                </a:cubicBezTo>
                <a:lnTo>
                  <a:pt x="7144" y="28575"/>
                </a:lnTo>
                <a:cubicBezTo>
                  <a:pt x="5060" y="28575"/>
                  <a:pt x="3349" y="27905"/>
                  <a:pt x="2009" y="26566"/>
                </a:cubicBezTo>
                <a:cubicBezTo>
                  <a:pt x="670" y="25226"/>
                  <a:pt x="0" y="23515"/>
                  <a:pt x="0" y="21431"/>
                </a:cubicBezTo>
                <a:lnTo>
                  <a:pt x="0" y="7144"/>
                </a:lnTo>
                <a:cubicBezTo>
                  <a:pt x="0" y="5060"/>
                  <a:pt x="670" y="3349"/>
                  <a:pt x="2009" y="2009"/>
                </a:cubicBezTo>
                <a:cubicBezTo>
                  <a:pt x="3349" y="670"/>
                  <a:pt x="5060" y="0"/>
                  <a:pt x="71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2" name="Freeform 111"/>
          <p:cNvSpPr/>
          <p:nvPr/>
        </p:nvSpPr>
        <p:spPr>
          <a:xfrm>
            <a:off x="2299316" y="3529656"/>
            <a:ext cx="196462" cy="196447"/>
          </a:xfrm>
          <a:custGeom>
            <a:avLst/>
            <a:gdLst/>
            <a:ahLst/>
            <a:cxnLst/>
            <a:rect l="l" t="t" r="r" b="b"/>
            <a:pathLst>
              <a:path w="228618" h="228600">
                <a:moveTo>
                  <a:pt x="116086" y="14287"/>
                </a:moveTo>
                <a:cubicBezTo>
                  <a:pt x="114002" y="14287"/>
                  <a:pt x="112067" y="16520"/>
                  <a:pt x="110281" y="20984"/>
                </a:cubicBezTo>
                <a:cubicBezTo>
                  <a:pt x="98673" y="48666"/>
                  <a:pt x="84757" y="70693"/>
                  <a:pt x="68535" y="87064"/>
                </a:cubicBezTo>
                <a:cubicBezTo>
                  <a:pt x="52313" y="103435"/>
                  <a:pt x="36611" y="112514"/>
                  <a:pt x="21431" y="114300"/>
                </a:cubicBezTo>
                <a:cubicBezTo>
                  <a:pt x="16668" y="125313"/>
                  <a:pt x="14287" y="138261"/>
                  <a:pt x="14287" y="153144"/>
                </a:cubicBezTo>
                <a:cubicBezTo>
                  <a:pt x="14287" y="171598"/>
                  <a:pt x="17710" y="186481"/>
                  <a:pt x="24556" y="197792"/>
                </a:cubicBezTo>
                <a:cubicBezTo>
                  <a:pt x="48964" y="199876"/>
                  <a:pt x="64442" y="203448"/>
                  <a:pt x="70991" y="208508"/>
                </a:cubicBezTo>
                <a:cubicBezTo>
                  <a:pt x="73372" y="210294"/>
                  <a:pt x="75456" y="211484"/>
                  <a:pt x="77242" y="212080"/>
                </a:cubicBezTo>
                <a:cubicBezTo>
                  <a:pt x="79027" y="212675"/>
                  <a:pt x="84385" y="213196"/>
                  <a:pt x="93315" y="213642"/>
                </a:cubicBezTo>
                <a:cubicBezTo>
                  <a:pt x="102245" y="214089"/>
                  <a:pt x="116383" y="214312"/>
                  <a:pt x="135731" y="214312"/>
                </a:cubicBezTo>
                <a:cubicBezTo>
                  <a:pt x="171747" y="214312"/>
                  <a:pt x="190797" y="209847"/>
                  <a:pt x="192881" y="200918"/>
                </a:cubicBezTo>
                <a:cubicBezTo>
                  <a:pt x="193476" y="197643"/>
                  <a:pt x="192137" y="194369"/>
                  <a:pt x="188863" y="191095"/>
                </a:cubicBezTo>
                <a:lnTo>
                  <a:pt x="188416" y="191095"/>
                </a:lnTo>
                <a:cubicBezTo>
                  <a:pt x="187821" y="189309"/>
                  <a:pt x="187895" y="187449"/>
                  <a:pt x="188639" y="185514"/>
                </a:cubicBezTo>
                <a:cubicBezTo>
                  <a:pt x="189384" y="183579"/>
                  <a:pt x="190649" y="182314"/>
                  <a:pt x="192434" y="181719"/>
                </a:cubicBezTo>
                <a:cubicBezTo>
                  <a:pt x="201959" y="178147"/>
                  <a:pt x="206722" y="173682"/>
                  <a:pt x="206722" y="168324"/>
                </a:cubicBezTo>
                <a:cubicBezTo>
                  <a:pt x="207020" y="165348"/>
                  <a:pt x="205978" y="162669"/>
                  <a:pt x="203597" y="160288"/>
                </a:cubicBezTo>
                <a:cubicBezTo>
                  <a:pt x="200918" y="156120"/>
                  <a:pt x="201513" y="152846"/>
                  <a:pt x="205383" y="150465"/>
                </a:cubicBezTo>
                <a:cubicBezTo>
                  <a:pt x="211633" y="145405"/>
                  <a:pt x="214610" y="140940"/>
                  <a:pt x="214312" y="137070"/>
                </a:cubicBezTo>
                <a:cubicBezTo>
                  <a:pt x="214312" y="133201"/>
                  <a:pt x="211484" y="129629"/>
                  <a:pt x="205829" y="126355"/>
                </a:cubicBezTo>
                <a:cubicBezTo>
                  <a:pt x="204043" y="125462"/>
                  <a:pt x="202927" y="123899"/>
                  <a:pt x="202480" y="121667"/>
                </a:cubicBezTo>
                <a:cubicBezTo>
                  <a:pt x="202034" y="119434"/>
                  <a:pt x="202555" y="117574"/>
                  <a:pt x="204043" y="116086"/>
                </a:cubicBezTo>
                <a:cubicBezTo>
                  <a:pt x="204341" y="115490"/>
                  <a:pt x="204638" y="114821"/>
                  <a:pt x="204936" y="114076"/>
                </a:cubicBezTo>
                <a:cubicBezTo>
                  <a:pt x="205234" y="113332"/>
                  <a:pt x="205755" y="111993"/>
                  <a:pt x="206499" y="110058"/>
                </a:cubicBezTo>
                <a:cubicBezTo>
                  <a:pt x="207243" y="108123"/>
                  <a:pt x="207466" y="106412"/>
                  <a:pt x="207168" y="104923"/>
                </a:cubicBezTo>
                <a:cubicBezTo>
                  <a:pt x="207168" y="96887"/>
                  <a:pt x="202108" y="92868"/>
                  <a:pt x="191988" y="92868"/>
                </a:cubicBezTo>
                <a:lnTo>
                  <a:pt x="127694" y="92868"/>
                </a:lnTo>
                <a:cubicBezTo>
                  <a:pt x="125015" y="92868"/>
                  <a:pt x="122932" y="91827"/>
                  <a:pt x="121443" y="89743"/>
                </a:cubicBezTo>
                <a:cubicBezTo>
                  <a:pt x="120253" y="87957"/>
                  <a:pt x="120104" y="85725"/>
                  <a:pt x="120997" y="83046"/>
                </a:cubicBezTo>
                <a:cubicBezTo>
                  <a:pt x="124867" y="72330"/>
                  <a:pt x="127322" y="60796"/>
                  <a:pt x="128364" y="48443"/>
                </a:cubicBezTo>
                <a:cubicBezTo>
                  <a:pt x="129406" y="36090"/>
                  <a:pt x="128438" y="26789"/>
                  <a:pt x="125462" y="20538"/>
                </a:cubicBezTo>
                <a:cubicBezTo>
                  <a:pt x="125164" y="20538"/>
                  <a:pt x="124792" y="20017"/>
                  <a:pt x="124346" y="18975"/>
                </a:cubicBezTo>
                <a:cubicBezTo>
                  <a:pt x="123899" y="17933"/>
                  <a:pt x="123527" y="17264"/>
                  <a:pt x="123229" y="16966"/>
                </a:cubicBezTo>
                <a:cubicBezTo>
                  <a:pt x="122932" y="16668"/>
                  <a:pt x="122485" y="16222"/>
                  <a:pt x="121890" y="15627"/>
                </a:cubicBezTo>
                <a:cubicBezTo>
                  <a:pt x="121295" y="15031"/>
                  <a:pt x="120476" y="14659"/>
                  <a:pt x="119434" y="14510"/>
                </a:cubicBezTo>
                <a:cubicBezTo>
                  <a:pt x="118393" y="14362"/>
                  <a:pt x="117276" y="14287"/>
                  <a:pt x="116086" y="14287"/>
                </a:cubicBezTo>
                <a:close/>
                <a:moveTo>
                  <a:pt x="116086" y="0"/>
                </a:moveTo>
                <a:cubicBezTo>
                  <a:pt x="119955" y="0"/>
                  <a:pt x="123974" y="1265"/>
                  <a:pt x="128141" y="3795"/>
                </a:cubicBezTo>
                <a:cubicBezTo>
                  <a:pt x="132308" y="6325"/>
                  <a:pt x="135433" y="9525"/>
                  <a:pt x="137517" y="13394"/>
                </a:cubicBezTo>
                <a:cubicBezTo>
                  <a:pt x="140493" y="18157"/>
                  <a:pt x="142205" y="24780"/>
                  <a:pt x="142651" y="33263"/>
                </a:cubicBezTo>
                <a:cubicBezTo>
                  <a:pt x="143098" y="41746"/>
                  <a:pt x="142800" y="49783"/>
                  <a:pt x="141759" y="57373"/>
                </a:cubicBezTo>
                <a:cubicBezTo>
                  <a:pt x="140717" y="64963"/>
                  <a:pt x="139452" y="72181"/>
                  <a:pt x="137963" y="79027"/>
                </a:cubicBezTo>
                <a:cubicBezTo>
                  <a:pt x="164455" y="78730"/>
                  <a:pt x="182463" y="78581"/>
                  <a:pt x="191988" y="78581"/>
                </a:cubicBezTo>
                <a:cubicBezTo>
                  <a:pt x="200620" y="78581"/>
                  <a:pt x="207689" y="80962"/>
                  <a:pt x="213196" y="85725"/>
                </a:cubicBezTo>
                <a:cubicBezTo>
                  <a:pt x="218703" y="90487"/>
                  <a:pt x="221456" y="96738"/>
                  <a:pt x="221456" y="104477"/>
                </a:cubicBezTo>
                <a:cubicBezTo>
                  <a:pt x="221754" y="111025"/>
                  <a:pt x="221158" y="115937"/>
                  <a:pt x="219670" y="119211"/>
                </a:cubicBezTo>
                <a:cubicBezTo>
                  <a:pt x="225623" y="125164"/>
                  <a:pt x="228600" y="130968"/>
                  <a:pt x="228600" y="136624"/>
                </a:cubicBezTo>
                <a:cubicBezTo>
                  <a:pt x="228897" y="143470"/>
                  <a:pt x="225623" y="150614"/>
                  <a:pt x="218777" y="158055"/>
                </a:cubicBezTo>
                <a:cubicBezTo>
                  <a:pt x="220563" y="163413"/>
                  <a:pt x="221307" y="167134"/>
                  <a:pt x="221009" y="169217"/>
                </a:cubicBezTo>
                <a:cubicBezTo>
                  <a:pt x="220712" y="177254"/>
                  <a:pt x="216098" y="184398"/>
                  <a:pt x="207168" y="190648"/>
                </a:cubicBezTo>
                <a:cubicBezTo>
                  <a:pt x="207764" y="195709"/>
                  <a:pt x="207615" y="200173"/>
                  <a:pt x="206722" y="204043"/>
                </a:cubicBezTo>
                <a:cubicBezTo>
                  <a:pt x="203150" y="220414"/>
                  <a:pt x="179486" y="228600"/>
                  <a:pt x="135731" y="228600"/>
                </a:cubicBezTo>
                <a:cubicBezTo>
                  <a:pt x="114895" y="228600"/>
                  <a:pt x="99417" y="228228"/>
                  <a:pt x="89297" y="227483"/>
                </a:cubicBezTo>
                <a:cubicBezTo>
                  <a:pt x="79176" y="226739"/>
                  <a:pt x="73000" y="225921"/>
                  <a:pt x="70768" y="225028"/>
                </a:cubicBezTo>
                <a:cubicBezTo>
                  <a:pt x="68535" y="224135"/>
                  <a:pt x="65782" y="222349"/>
                  <a:pt x="62508" y="219670"/>
                </a:cubicBezTo>
                <a:cubicBezTo>
                  <a:pt x="58043" y="216396"/>
                  <a:pt x="44053" y="214014"/>
                  <a:pt x="20538" y="212526"/>
                </a:cubicBezTo>
                <a:cubicBezTo>
                  <a:pt x="18157" y="212229"/>
                  <a:pt x="16371" y="211336"/>
                  <a:pt x="15180" y="209847"/>
                </a:cubicBezTo>
                <a:cubicBezTo>
                  <a:pt x="14287" y="208657"/>
                  <a:pt x="12873" y="206275"/>
                  <a:pt x="10939" y="202704"/>
                </a:cubicBezTo>
                <a:cubicBezTo>
                  <a:pt x="9004" y="199132"/>
                  <a:pt x="6697" y="192583"/>
                  <a:pt x="4018" y="183058"/>
                </a:cubicBezTo>
                <a:cubicBezTo>
                  <a:pt x="1339" y="173533"/>
                  <a:pt x="0" y="163562"/>
                  <a:pt x="0" y="153144"/>
                </a:cubicBezTo>
                <a:cubicBezTo>
                  <a:pt x="0" y="131713"/>
                  <a:pt x="3572" y="115193"/>
                  <a:pt x="10715" y="103584"/>
                </a:cubicBezTo>
                <a:cubicBezTo>
                  <a:pt x="12204" y="101203"/>
                  <a:pt x="14287" y="100012"/>
                  <a:pt x="16966" y="100012"/>
                </a:cubicBezTo>
                <a:cubicBezTo>
                  <a:pt x="29468" y="100012"/>
                  <a:pt x="43234" y="92422"/>
                  <a:pt x="58266" y="77241"/>
                </a:cubicBezTo>
                <a:cubicBezTo>
                  <a:pt x="73298" y="62061"/>
                  <a:pt x="86171" y="41523"/>
                  <a:pt x="96887" y="15627"/>
                </a:cubicBezTo>
                <a:cubicBezTo>
                  <a:pt x="97184" y="15031"/>
                  <a:pt x="97631" y="13915"/>
                  <a:pt x="98226" y="12278"/>
                </a:cubicBezTo>
                <a:cubicBezTo>
                  <a:pt x="98822" y="10641"/>
                  <a:pt x="99268" y="9599"/>
                  <a:pt x="99566" y="9153"/>
                </a:cubicBezTo>
                <a:cubicBezTo>
                  <a:pt x="99863" y="8706"/>
                  <a:pt x="100310" y="7888"/>
                  <a:pt x="100905" y="6697"/>
                </a:cubicBezTo>
                <a:cubicBezTo>
                  <a:pt x="101501" y="5506"/>
                  <a:pt x="102021" y="4688"/>
                  <a:pt x="102468" y="4241"/>
                </a:cubicBezTo>
                <a:cubicBezTo>
                  <a:pt x="102914" y="3795"/>
                  <a:pt x="103584" y="3199"/>
                  <a:pt x="104477" y="2455"/>
                </a:cubicBezTo>
                <a:cubicBezTo>
                  <a:pt x="105370" y="1711"/>
                  <a:pt x="106337" y="1265"/>
                  <a:pt x="107379" y="1116"/>
                </a:cubicBezTo>
                <a:cubicBezTo>
                  <a:pt x="108421" y="967"/>
                  <a:pt x="109686" y="744"/>
                  <a:pt x="111174" y="446"/>
                </a:cubicBezTo>
                <a:cubicBezTo>
                  <a:pt x="112663" y="148"/>
                  <a:pt x="114300" y="0"/>
                  <a:pt x="11608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3" name="Freeform 112"/>
          <p:cNvSpPr/>
          <p:nvPr/>
        </p:nvSpPr>
        <p:spPr>
          <a:xfrm>
            <a:off x="2639813" y="3529656"/>
            <a:ext cx="197552" cy="196447"/>
          </a:xfrm>
          <a:custGeom>
            <a:avLst/>
            <a:gdLst/>
            <a:ahLst/>
            <a:cxnLst/>
            <a:rect l="l" t="t" r="r" b="b"/>
            <a:pathLst>
              <a:path w="229886" h="228600">
                <a:moveTo>
                  <a:pt x="115363" y="17413"/>
                </a:moveTo>
                <a:lnTo>
                  <a:pt x="36335" y="100012"/>
                </a:lnTo>
                <a:cubicBezTo>
                  <a:pt x="36335" y="100607"/>
                  <a:pt x="36335" y="101054"/>
                  <a:pt x="36335" y="101352"/>
                </a:cubicBezTo>
                <a:lnTo>
                  <a:pt x="36335" y="214312"/>
                </a:lnTo>
                <a:lnTo>
                  <a:pt x="72054" y="214312"/>
                </a:lnTo>
                <a:lnTo>
                  <a:pt x="72500" y="142875"/>
                </a:lnTo>
                <a:cubicBezTo>
                  <a:pt x="72500" y="140791"/>
                  <a:pt x="73170" y="139080"/>
                  <a:pt x="74509" y="137740"/>
                </a:cubicBezTo>
                <a:cubicBezTo>
                  <a:pt x="75849" y="136401"/>
                  <a:pt x="77560" y="135731"/>
                  <a:pt x="79644" y="135731"/>
                </a:cubicBezTo>
                <a:lnTo>
                  <a:pt x="150635" y="135731"/>
                </a:lnTo>
                <a:cubicBezTo>
                  <a:pt x="152719" y="135731"/>
                  <a:pt x="154430" y="136401"/>
                  <a:pt x="155770" y="137740"/>
                </a:cubicBezTo>
                <a:cubicBezTo>
                  <a:pt x="157109" y="139080"/>
                  <a:pt x="157779" y="140791"/>
                  <a:pt x="157779" y="142875"/>
                </a:cubicBezTo>
                <a:lnTo>
                  <a:pt x="157779" y="214312"/>
                </a:lnTo>
                <a:lnTo>
                  <a:pt x="193497" y="214312"/>
                </a:lnTo>
                <a:lnTo>
                  <a:pt x="193497" y="101352"/>
                </a:lnTo>
                <a:cubicBezTo>
                  <a:pt x="193497" y="101054"/>
                  <a:pt x="193497" y="100459"/>
                  <a:pt x="193497" y="99566"/>
                </a:cubicBezTo>
                <a:close/>
                <a:moveTo>
                  <a:pt x="115139" y="0"/>
                </a:moveTo>
                <a:cubicBezTo>
                  <a:pt x="117074" y="0"/>
                  <a:pt x="118786" y="744"/>
                  <a:pt x="120274" y="2232"/>
                </a:cubicBezTo>
                <a:lnTo>
                  <a:pt x="227430" y="114746"/>
                </a:lnTo>
                <a:cubicBezTo>
                  <a:pt x="230705" y="118020"/>
                  <a:pt x="230705" y="121295"/>
                  <a:pt x="227430" y="124569"/>
                </a:cubicBezTo>
                <a:cubicBezTo>
                  <a:pt x="225942" y="126057"/>
                  <a:pt x="224305" y="126801"/>
                  <a:pt x="222519" y="126801"/>
                </a:cubicBezTo>
                <a:cubicBezTo>
                  <a:pt x="220435" y="126801"/>
                  <a:pt x="218649" y="126057"/>
                  <a:pt x="217161" y="124569"/>
                </a:cubicBezTo>
                <a:lnTo>
                  <a:pt x="207785" y="114300"/>
                </a:lnTo>
                <a:lnTo>
                  <a:pt x="207785" y="221456"/>
                </a:lnTo>
                <a:cubicBezTo>
                  <a:pt x="207785" y="223242"/>
                  <a:pt x="207041" y="224879"/>
                  <a:pt x="205553" y="226367"/>
                </a:cubicBezTo>
                <a:cubicBezTo>
                  <a:pt x="204064" y="227855"/>
                  <a:pt x="202427" y="228600"/>
                  <a:pt x="200641" y="228600"/>
                </a:cubicBezTo>
                <a:lnTo>
                  <a:pt x="150635" y="228600"/>
                </a:lnTo>
                <a:cubicBezTo>
                  <a:pt x="148551" y="228600"/>
                  <a:pt x="146840" y="227855"/>
                  <a:pt x="145500" y="226367"/>
                </a:cubicBezTo>
                <a:cubicBezTo>
                  <a:pt x="144161" y="224879"/>
                  <a:pt x="143491" y="223242"/>
                  <a:pt x="143491" y="221456"/>
                </a:cubicBezTo>
                <a:lnTo>
                  <a:pt x="143491" y="150018"/>
                </a:lnTo>
                <a:lnTo>
                  <a:pt x="86788" y="150018"/>
                </a:lnTo>
                <a:lnTo>
                  <a:pt x="86341" y="221456"/>
                </a:lnTo>
                <a:cubicBezTo>
                  <a:pt x="86341" y="223242"/>
                  <a:pt x="85672" y="224879"/>
                  <a:pt x="84332" y="226367"/>
                </a:cubicBezTo>
                <a:cubicBezTo>
                  <a:pt x="82993" y="227855"/>
                  <a:pt x="81281" y="228600"/>
                  <a:pt x="79197" y="228600"/>
                </a:cubicBezTo>
                <a:lnTo>
                  <a:pt x="29191" y="228600"/>
                </a:lnTo>
                <a:cubicBezTo>
                  <a:pt x="27405" y="228600"/>
                  <a:pt x="25768" y="227855"/>
                  <a:pt x="24280" y="226367"/>
                </a:cubicBezTo>
                <a:cubicBezTo>
                  <a:pt x="22792" y="224879"/>
                  <a:pt x="22047" y="223242"/>
                  <a:pt x="22047" y="221456"/>
                </a:cubicBezTo>
                <a:lnTo>
                  <a:pt x="22047" y="114300"/>
                </a:lnTo>
                <a:lnTo>
                  <a:pt x="12671" y="124569"/>
                </a:lnTo>
                <a:cubicBezTo>
                  <a:pt x="9397" y="127843"/>
                  <a:pt x="6048" y="127843"/>
                  <a:pt x="2625" y="124569"/>
                </a:cubicBezTo>
                <a:cubicBezTo>
                  <a:pt x="-798" y="121295"/>
                  <a:pt x="-872" y="118020"/>
                  <a:pt x="2402" y="114746"/>
                </a:cubicBezTo>
                <a:lnTo>
                  <a:pt x="110005" y="2232"/>
                </a:lnTo>
                <a:cubicBezTo>
                  <a:pt x="111493" y="744"/>
                  <a:pt x="113205" y="0"/>
                  <a:pt x="11513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4" name="Freeform 113"/>
          <p:cNvSpPr/>
          <p:nvPr/>
        </p:nvSpPr>
        <p:spPr>
          <a:xfrm>
            <a:off x="2981400" y="352965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75" y="142875"/>
                </a:moveTo>
                <a:lnTo>
                  <a:pt x="142875" y="214312"/>
                </a:lnTo>
                <a:lnTo>
                  <a:pt x="214313" y="214312"/>
                </a:lnTo>
                <a:lnTo>
                  <a:pt x="214313" y="142875"/>
                </a:lnTo>
                <a:close/>
                <a:moveTo>
                  <a:pt x="14288" y="142875"/>
                </a:moveTo>
                <a:lnTo>
                  <a:pt x="14288" y="214312"/>
                </a:lnTo>
                <a:lnTo>
                  <a:pt x="85725" y="214312"/>
                </a:lnTo>
                <a:lnTo>
                  <a:pt x="85725" y="142875"/>
                </a:lnTo>
                <a:close/>
                <a:moveTo>
                  <a:pt x="142875" y="128587"/>
                </a:moveTo>
                <a:lnTo>
                  <a:pt x="214313" y="128587"/>
                </a:lnTo>
                <a:cubicBezTo>
                  <a:pt x="218182" y="128587"/>
                  <a:pt x="221531" y="130001"/>
                  <a:pt x="224359" y="132829"/>
                </a:cubicBezTo>
                <a:cubicBezTo>
                  <a:pt x="227186" y="135656"/>
                  <a:pt x="228600" y="139005"/>
                  <a:pt x="228600" y="142875"/>
                </a:cubicBezTo>
                <a:lnTo>
                  <a:pt x="228600" y="214312"/>
                </a:lnTo>
                <a:cubicBezTo>
                  <a:pt x="228600" y="218182"/>
                  <a:pt x="227186" y="221530"/>
                  <a:pt x="224359" y="224358"/>
                </a:cubicBezTo>
                <a:cubicBezTo>
                  <a:pt x="221531" y="227186"/>
                  <a:pt x="218182" y="228600"/>
                  <a:pt x="214313" y="228600"/>
                </a:cubicBezTo>
                <a:lnTo>
                  <a:pt x="142875" y="228600"/>
                </a:lnTo>
                <a:cubicBezTo>
                  <a:pt x="139006" y="228600"/>
                  <a:pt x="135657" y="227186"/>
                  <a:pt x="132829" y="224358"/>
                </a:cubicBezTo>
                <a:cubicBezTo>
                  <a:pt x="130002" y="221530"/>
                  <a:pt x="128588" y="218182"/>
                  <a:pt x="128588" y="214312"/>
                </a:cubicBezTo>
                <a:lnTo>
                  <a:pt x="128588" y="142875"/>
                </a:lnTo>
                <a:cubicBezTo>
                  <a:pt x="128588" y="139005"/>
                  <a:pt x="130002" y="135656"/>
                  <a:pt x="132829" y="132829"/>
                </a:cubicBezTo>
                <a:cubicBezTo>
                  <a:pt x="135657" y="130001"/>
                  <a:pt x="139006" y="128587"/>
                  <a:pt x="142875" y="128587"/>
                </a:cubicBezTo>
                <a:close/>
                <a:moveTo>
                  <a:pt x="14288" y="128587"/>
                </a:moveTo>
                <a:lnTo>
                  <a:pt x="85725" y="128587"/>
                </a:lnTo>
                <a:cubicBezTo>
                  <a:pt x="89595" y="128587"/>
                  <a:pt x="92943" y="130001"/>
                  <a:pt x="95771" y="132829"/>
                </a:cubicBezTo>
                <a:cubicBezTo>
                  <a:pt x="98599" y="135656"/>
                  <a:pt x="100013" y="139005"/>
                  <a:pt x="100013" y="142875"/>
                </a:cubicBezTo>
                <a:lnTo>
                  <a:pt x="100013" y="214312"/>
                </a:lnTo>
                <a:cubicBezTo>
                  <a:pt x="100013" y="218182"/>
                  <a:pt x="98599" y="221530"/>
                  <a:pt x="95771" y="224358"/>
                </a:cubicBezTo>
                <a:cubicBezTo>
                  <a:pt x="92943" y="227186"/>
                  <a:pt x="89595" y="228600"/>
                  <a:pt x="85725" y="228600"/>
                </a:cubicBezTo>
                <a:lnTo>
                  <a:pt x="14288" y="228600"/>
                </a:lnTo>
                <a:cubicBezTo>
                  <a:pt x="10418" y="228600"/>
                  <a:pt x="7070" y="227186"/>
                  <a:pt x="4242" y="224358"/>
                </a:cubicBezTo>
                <a:cubicBezTo>
                  <a:pt x="1414" y="221530"/>
                  <a:pt x="0" y="218182"/>
                  <a:pt x="0" y="214312"/>
                </a:cubicBezTo>
                <a:lnTo>
                  <a:pt x="0" y="142875"/>
                </a:lnTo>
                <a:cubicBezTo>
                  <a:pt x="0" y="139005"/>
                  <a:pt x="1414" y="135656"/>
                  <a:pt x="4242" y="132829"/>
                </a:cubicBezTo>
                <a:cubicBezTo>
                  <a:pt x="7070" y="130001"/>
                  <a:pt x="10418" y="128587"/>
                  <a:pt x="14288" y="128587"/>
                </a:cubicBezTo>
                <a:close/>
                <a:moveTo>
                  <a:pt x="142875" y="14287"/>
                </a:moveTo>
                <a:lnTo>
                  <a:pt x="142875" y="85725"/>
                </a:lnTo>
                <a:lnTo>
                  <a:pt x="214313" y="85725"/>
                </a:lnTo>
                <a:lnTo>
                  <a:pt x="214313" y="14287"/>
                </a:lnTo>
                <a:close/>
                <a:moveTo>
                  <a:pt x="14288" y="14287"/>
                </a:moveTo>
                <a:lnTo>
                  <a:pt x="14288" y="85725"/>
                </a:lnTo>
                <a:lnTo>
                  <a:pt x="85725" y="85725"/>
                </a:lnTo>
                <a:lnTo>
                  <a:pt x="85725" y="14287"/>
                </a:lnTo>
                <a:close/>
                <a:moveTo>
                  <a:pt x="142875" y="0"/>
                </a:moveTo>
                <a:lnTo>
                  <a:pt x="214313" y="0"/>
                </a:lnTo>
                <a:cubicBezTo>
                  <a:pt x="218182" y="0"/>
                  <a:pt x="221531" y="1413"/>
                  <a:pt x="224359" y="4241"/>
                </a:cubicBezTo>
                <a:cubicBezTo>
                  <a:pt x="227186" y="7069"/>
                  <a:pt x="228600" y="10418"/>
                  <a:pt x="228600" y="14287"/>
                </a:cubicBezTo>
                <a:lnTo>
                  <a:pt x="228600" y="85725"/>
                </a:lnTo>
                <a:cubicBezTo>
                  <a:pt x="228600" y="89594"/>
                  <a:pt x="227186" y="92943"/>
                  <a:pt x="224359" y="95771"/>
                </a:cubicBezTo>
                <a:cubicBezTo>
                  <a:pt x="221531" y="98598"/>
                  <a:pt x="218182" y="100012"/>
                  <a:pt x="214313" y="100012"/>
                </a:cubicBezTo>
                <a:lnTo>
                  <a:pt x="142875" y="100012"/>
                </a:lnTo>
                <a:cubicBezTo>
                  <a:pt x="139006" y="100012"/>
                  <a:pt x="135657" y="98598"/>
                  <a:pt x="132829" y="95771"/>
                </a:cubicBezTo>
                <a:cubicBezTo>
                  <a:pt x="130002" y="92943"/>
                  <a:pt x="128588" y="89594"/>
                  <a:pt x="128588" y="85725"/>
                </a:cubicBezTo>
                <a:lnTo>
                  <a:pt x="128588" y="14287"/>
                </a:lnTo>
                <a:cubicBezTo>
                  <a:pt x="128588" y="10418"/>
                  <a:pt x="130002" y="7069"/>
                  <a:pt x="132829" y="4241"/>
                </a:cubicBezTo>
                <a:cubicBezTo>
                  <a:pt x="135657" y="1413"/>
                  <a:pt x="139006" y="0"/>
                  <a:pt x="142875" y="0"/>
                </a:cubicBezTo>
                <a:close/>
                <a:moveTo>
                  <a:pt x="14288" y="0"/>
                </a:moveTo>
                <a:lnTo>
                  <a:pt x="85725" y="0"/>
                </a:lnTo>
                <a:cubicBezTo>
                  <a:pt x="89595" y="0"/>
                  <a:pt x="92943" y="1413"/>
                  <a:pt x="95771" y="4241"/>
                </a:cubicBezTo>
                <a:cubicBezTo>
                  <a:pt x="98599" y="7069"/>
                  <a:pt x="100013" y="10418"/>
                  <a:pt x="100013" y="14287"/>
                </a:cubicBezTo>
                <a:lnTo>
                  <a:pt x="100013" y="85725"/>
                </a:lnTo>
                <a:cubicBezTo>
                  <a:pt x="100013" y="89594"/>
                  <a:pt x="98599" y="92943"/>
                  <a:pt x="95771" y="95771"/>
                </a:cubicBezTo>
                <a:cubicBezTo>
                  <a:pt x="92943" y="98598"/>
                  <a:pt x="89595" y="100012"/>
                  <a:pt x="85725" y="100012"/>
                </a:cubicBezTo>
                <a:lnTo>
                  <a:pt x="14288" y="100012"/>
                </a:lnTo>
                <a:cubicBezTo>
                  <a:pt x="10418" y="100012"/>
                  <a:pt x="7070" y="98598"/>
                  <a:pt x="4242" y="95771"/>
                </a:cubicBezTo>
                <a:cubicBezTo>
                  <a:pt x="1414" y="92943"/>
                  <a:pt x="0" y="89594"/>
                  <a:pt x="0" y="85725"/>
                </a:cubicBezTo>
                <a:lnTo>
                  <a:pt x="0" y="14287"/>
                </a:lnTo>
                <a:cubicBezTo>
                  <a:pt x="0" y="10418"/>
                  <a:pt x="1414" y="7069"/>
                  <a:pt x="4242" y="4241"/>
                </a:cubicBezTo>
                <a:cubicBezTo>
                  <a:pt x="7070" y="1413"/>
                  <a:pt x="10418" y="0"/>
                  <a:pt x="142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5" name="Freeform 114"/>
          <p:cNvSpPr/>
          <p:nvPr/>
        </p:nvSpPr>
        <p:spPr>
          <a:xfrm>
            <a:off x="3321881" y="3572629"/>
            <a:ext cx="196447" cy="110500"/>
          </a:xfrm>
          <a:custGeom>
            <a:avLst/>
            <a:gdLst/>
            <a:ahLst/>
            <a:cxnLst/>
            <a:rect l="l" t="t" r="r" b="b"/>
            <a:pathLst>
              <a:path w="228600" h="128587">
                <a:moveTo>
                  <a:pt x="210741" y="0"/>
                </a:moveTo>
                <a:cubicBezTo>
                  <a:pt x="215801" y="0"/>
                  <a:pt x="220043" y="1711"/>
                  <a:pt x="223466" y="5134"/>
                </a:cubicBezTo>
                <a:cubicBezTo>
                  <a:pt x="226889" y="8557"/>
                  <a:pt x="228600" y="12799"/>
                  <a:pt x="228600" y="17859"/>
                </a:cubicBezTo>
                <a:cubicBezTo>
                  <a:pt x="228600" y="22919"/>
                  <a:pt x="226889" y="27161"/>
                  <a:pt x="223466" y="30584"/>
                </a:cubicBezTo>
                <a:cubicBezTo>
                  <a:pt x="220043" y="34007"/>
                  <a:pt x="215801" y="35719"/>
                  <a:pt x="210741" y="35719"/>
                </a:cubicBezTo>
                <a:cubicBezTo>
                  <a:pt x="208360" y="35719"/>
                  <a:pt x="205978" y="35272"/>
                  <a:pt x="203597" y="34379"/>
                </a:cubicBezTo>
                <a:lnTo>
                  <a:pt x="157163" y="74116"/>
                </a:lnTo>
                <a:cubicBezTo>
                  <a:pt x="157163" y="74116"/>
                  <a:pt x="157163" y="74265"/>
                  <a:pt x="157163" y="74563"/>
                </a:cubicBezTo>
                <a:cubicBezTo>
                  <a:pt x="157163" y="74860"/>
                  <a:pt x="157163" y="75009"/>
                  <a:pt x="157163" y="75009"/>
                </a:cubicBezTo>
                <a:cubicBezTo>
                  <a:pt x="157163" y="80069"/>
                  <a:pt x="155451" y="84311"/>
                  <a:pt x="152028" y="87734"/>
                </a:cubicBezTo>
                <a:cubicBezTo>
                  <a:pt x="148605" y="91157"/>
                  <a:pt x="144364" y="92869"/>
                  <a:pt x="139303" y="92869"/>
                </a:cubicBezTo>
                <a:cubicBezTo>
                  <a:pt x="134541" y="92869"/>
                  <a:pt x="130374" y="91157"/>
                  <a:pt x="126802" y="87734"/>
                </a:cubicBezTo>
                <a:cubicBezTo>
                  <a:pt x="123230" y="84311"/>
                  <a:pt x="121444" y="80069"/>
                  <a:pt x="121444" y="75009"/>
                </a:cubicBezTo>
                <a:lnTo>
                  <a:pt x="87958" y="58489"/>
                </a:lnTo>
                <a:cubicBezTo>
                  <a:pt x="84386" y="62359"/>
                  <a:pt x="80070" y="64294"/>
                  <a:pt x="75010" y="64294"/>
                </a:cubicBezTo>
                <a:cubicBezTo>
                  <a:pt x="73521" y="64294"/>
                  <a:pt x="71735" y="63996"/>
                  <a:pt x="69652" y="63401"/>
                </a:cubicBezTo>
                <a:lnTo>
                  <a:pt x="34380" y="104031"/>
                </a:lnTo>
                <a:cubicBezTo>
                  <a:pt x="35273" y="106114"/>
                  <a:pt x="35719" y="108347"/>
                  <a:pt x="35719" y="110728"/>
                </a:cubicBezTo>
                <a:cubicBezTo>
                  <a:pt x="35719" y="115788"/>
                  <a:pt x="34007" y="120030"/>
                  <a:pt x="30584" y="123453"/>
                </a:cubicBezTo>
                <a:cubicBezTo>
                  <a:pt x="27161" y="126876"/>
                  <a:pt x="22920" y="128587"/>
                  <a:pt x="17860" y="128587"/>
                </a:cubicBezTo>
                <a:cubicBezTo>
                  <a:pt x="12799" y="128587"/>
                  <a:pt x="8558" y="126876"/>
                  <a:pt x="5135" y="123453"/>
                </a:cubicBezTo>
                <a:cubicBezTo>
                  <a:pt x="1712" y="120030"/>
                  <a:pt x="0" y="115788"/>
                  <a:pt x="0" y="110728"/>
                </a:cubicBezTo>
                <a:cubicBezTo>
                  <a:pt x="0" y="105668"/>
                  <a:pt x="1712" y="101426"/>
                  <a:pt x="5135" y="98003"/>
                </a:cubicBezTo>
                <a:cubicBezTo>
                  <a:pt x="8558" y="94580"/>
                  <a:pt x="12799" y="92869"/>
                  <a:pt x="17860" y="92869"/>
                </a:cubicBezTo>
                <a:cubicBezTo>
                  <a:pt x="19943" y="92869"/>
                  <a:pt x="22027" y="93315"/>
                  <a:pt x="24110" y="94208"/>
                </a:cubicBezTo>
                <a:lnTo>
                  <a:pt x="58936" y="54024"/>
                </a:lnTo>
                <a:cubicBezTo>
                  <a:pt x="57746" y="51643"/>
                  <a:pt x="57150" y="49113"/>
                  <a:pt x="57150" y="46434"/>
                </a:cubicBezTo>
                <a:cubicBezTo>
                  <a:pt x="57150" y="41374"/>
                  <a:pt x="58862" y="37133"/>
                  <a:pt x="62285" y="33709"/>
                </a:cubicBezTo>
                <a:cubicBezTo>
                  <a:pt x="65708" y="30286"/>
                  <a:pt x="69949" y="28575"/>
                  <a:pt x="75010" y="28575"/>
                </a:cubicBezTo>
                <a:cubicBezTo>
                  <a:pt x="79772" y="28575"/>
                  <a:pt x="83865" y="30212"/>
                  <a:pt x="87288" y="33486"/>
                </a:cubicBezTo>
                <a:cubicBezTo>
                  <a:pt x="90711" y="36760"/>
                  <a:pt x="92571" y="40630"/>
                  <a:pt x="92869" y="45095"/>
                </a:cubicBezTo>
                <a:lnTo>
                  <a:pt x="126802" y="62061"/>
                </a:lnTo>
                <a:cubicBezTo>
                  <a:pt x="130374" y="58787"/>
                  <a:pt x="134541" y="57150"/>
                  <a:pt x="139303" y="57150"/>
                </a:cubicBezTo>
                <a:cubicBezTo>
                  <a:pt x="143471" y="57150"/>
                  <a:pt x="147191" y="58489"/>
                  <a:pt x="150465" y="61168"/>
                </a:cubicBezTo>
                <a:lnTo>
                  <a:pt x="193774" y="23664"/>
                </a:lnTo>
                <a:cubicBezTo>
                  <a:pt x="193179" y="21580"/>
                  <a:pt x="192881" y="19645"/>
                  <a:pt x="192881" y="17859"/>
                </a:cubicBezTo>
                <a:cubicBezTo>
                  <a:pt x="192881" y="12799"/>
                  <a:pt x="194593" y="8557"/>
                  <a:pt x="198016" y="5134"/>
                </a:cubicBezTo>
                <a:cubicBezTo>
                  <a:pt x="201439" y="1711"/>
                  <a:pt x="205681" y="0"/>
                  <a:pt x="2107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6" name="Freeform 115"/>
          <p:cNvSpPr/>
          <p:nvPr/>
        </p:nvSpPr>
        <p:spPr>
          <a:xfrm>
            <a:off x="3662364" y="352965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142875"/>
                </a:moveTo>
                <a:cubicBezTo>
                  <a:pt x="110430" y="142875"/>
                  <a:pt x="107082" y="144288"/>
                  <a:pt x="104254" y="147116"/>
                </a:cubicBezTo>
                <a:cubicBezTo>
                  <a:pt x="101426" y="149944"/>
                  <a:pt x="100012" y="153293"/>
                  <a:pt x="100012" y="157162"/>
                </a:cubicBezTo>
                <a:cubicBezTo>
                  <a:pt x="100012" y="161032"/>
                  <a:pt x="101426" y="164380"/>
                  <a:pt x="104254" y="167208"/>
                </a:cubicBezTo>
                <a:cubicBezTo>
                  <a:pt x="107082" y="170036"/>
                  <a:pt x="110430" y="171450"/>
                  <a:pt x="114300" y="171450"/>
                </a:cubicBezTo>
                <a:cubicBezTo>
                  <a:pt x="118169" y="171450"/>
                  <a:pt x="121518" y="170036"/>
                  <a:pt x="124346" y="167208"/>
                </a:cubicBezTo>
                <a:cubicBezTo>
                  <a:pt x="127173" y="164380"/>
                  <a:pt x="128587" y="161032"/>
                  <a:pt x="128587" y="157162"/>
                </a:cubicBezTo>
                <a:cubicBezTo>
                  <a:pt x="128587" y="153293"/>
                  <a:pt x="127173" y="149944"/>
                  <a:pt x="124346" y="147116"/>
                </a:cubicBezTo>
                <a:cubicBezTo>
                  <a:pt x="121518" y="144288"/>
                  <a:pt x="118169" y="142875"/>
                  <a:pt x="114300" y="142875"/>
                </a:cubicBezTo>
                <a:close/>
                <a:moveTo>
                  <a:pt x="28575" y="100012"/>
                </a:moveTo>
                <a:cubicBezTo>
                  <a:pt x="24705" y="100012"/>
                  <a:pt x="21357" y="101426"/>
                  <a:pt x="18529" y="104254"/>
                </a:cubicBezTo>
                <a:cubicBezTo>
                  <a:pt x="15701" y="107081"/>
                  <a:pt x="14287" y="110430"/>
                  <a:pt x="14287" y="114300"/>
                </a:cubicBezTo>
                <a:cubicBezTo>
                  <a:pt x="14287" y="118169"/>
                  <a:pt x="15701" y="121518"/>
                  <a:pt x="18529" y="124346"/>
                </a:cubicBezTo>
                <a:cubicBezTo>
                  <a:pt x="21357" y="127173"/>
                  <a:pt x="24705" y="128587"/>
                  <a:pt x="28575" y="128587"/>
                </a:cubicBezTo>
                <a:cubicBezTo>
                  <a:pt x="32444" y="128587"/>
                  <a:pt x="35793" y="127173"/>
                  <a:pt x="38621" y="124346"/>
                </a:cubicBezTo>
                <a:cubicBezTo>
                  <a:pt x="41448" y="121518"/>
                  <a:pt x="42862" y="118169"/>
                  <a:pt x="42862" y="114300"/>
                </a:cubicBezTo>
                <a:cubicBezTo>
                  <a:pt x="42862" y="110430"/>
                  <a:pt x="41448" y="107081"/>
                  <a:pt x="38621" y="104254"/>
                </a:cubicBezTo>
                <a:cubicBezTo>
                  <a:pt x="35793" y="101426"/>
                  <a:pt x="32444" y="100012"/>
                  <a:pt x="28575" y="100012"/>
                </a:cubicBezTo>
                <a:close/>
                <a:moveTo>
                  <a:pt x="200025" y="57150"/>
                </a:moveTo>
                <a:cubicBezTo>
                  <a:pt x="196155" y="57150"/>
                  <a:pt x="192807" y="58563"/>
                  <a:pt x="189979" y="61391"/>
                </a:cubicBezTo>
                <a:cubicBezTo>
                  <a:pt x="187151" y="64219"/>
                  <a:pt x="185737" y="67568"/>
                  <a:pt x="185737" y="71437"/>
                </a:cubicBezTo>
                <a:cubicBezTo>
                  <a:pt x="185737" y="75307"/>
                  <a:pt x="187151" y="78655"/>
                  <a:pt x="189979" y="81483"/>
                </a:cubicBezTo>
                <a:cubicBezTo>
                  <a:pt x="192807" y="84311"/>
                  <a:pt x="196155" y="85725"/>
                  <a:pt x="200025" y="85725"/>
                </a:cubicBezTo>
                <a:cubicBezTo>
                  <a:pt x="203894" y="85725"/>
                  <a:pt x="207243" y="84311"/>
                  <a:pt x="210071" y="81483"/>
                </a:cubicBezTo>
                <a:cubicBezTo>
                  <a:pt x="212898" y="78655"/>
                  <a:pt x="214312" y="75307"/>
                  <a:pt x="214312" y="71437"/>
                </a:cubicBezTo>
                <a:cubicBezTo>
                  <a:pt x="214312" y="67568"/>
                  <a:pt x="212898" y="64219"/>
                  <a:pt x="210071" y="61391"/>
                </a:cubicBezTo>
                <a:cubicBezTo>
                  <a:pt x="207243" y="58563"/>
                  <a:pt x="203894" y="57150"/>
                  <a:pt x="200025" y="57150"/>
                </a:cubicBezTo>
                <a:close/>
                <a:moveTo>
                  <a:pt x="200025" y="0"/>
                </a:moveTo>
                <a:cubicBezTo>
                  <a:pt x="202108" y="0"/>
                  <a:pt x="203820" y="669"/>
                  <a:pt x="205159" y="2009"/>
                </a:cubicBezTo>
                <a:cubicBezTo>
                  <a:pt x="206499" y="3348"/>
                  <a:pt x="207168" y="5060"/>
                  <a:pt x="207168" y="7143"/>
                </a:cubicBezTo>
                <a:lnTo>
                  <a:pt x="207168" y="43755"/>
                </a:lnTo>
                <a:cubicBezTo>
                  <a:pt x="213419" y="45243"/>
                  <a:pt x="218554" y="48592"/>
                  <a:pt x="222572" y="53801"/>
                </a:cubicBezTo>
                <a:cubicBezTo>
                  <a:pt x="226591" y="59010"/>
                  <a:pt x="228600" y="64889"/>
                  <a:pt x="228600" y="71437"/>
                </a:cubicBezTo>
                <a:cubicBezTo>
                  <a:pt x="228600" y="77986"/>
                  <a:pt x="226591" y="83864"/>
                  <a:pt x="222572" y="89073"/>
                </a:cubicBezTo>
                <a:cubicBezTo>
                  <a:pt x="218554" y="94282"/>
                  <a:pt x="213419" y="97631"/>
                  <a:pt x="207168" y="99119"/>
                </a:cubicBezTo>
                <a:lnTo>
                  <a:pt x="207168" y="221456"/>
                </a:lnTo>
                <a:cubicBezTo>
                  <a:pt x="207168" y="223539"/>
                  <a:pt x="206499" y="225251"/>
                  <a:pt x="205159" y="226590"/>
                </a:cubicBezTo>
                <a:cubicBezTo>
                  <a:pt x="203820" y="227930"/>
                  <a:pt x="202108" y="228600"/>
                  <a:pt x="200025" y="228600"/>
                </a:cubicBezTo>
                <a:cubicBezTo>
                  <a:pt x="197941" y="228600"/>
                  <a:pt x="196230" y="227930"/>
                  <a:pt x="194890" y="226590"/>
                </a:cubicBezTo>
                <a:cubicBezTo>
                  <a:pt x="193551" y="225251"/>
                  <a:pt x="192881" y="223539"/>
                  <a:pt x="192881" y="221456"/>
                </a:cubicBezTo>
                <a:lnTo>
                  <a:pt x="192881" y="99119"/>
                </a:lnTo>
                <a:cubicBezTo>
                  <a:pt x="186630" y="97631"/>
                  <a:pt x="181496" y="94282"/>
                  <a:pt x="177477" y="89073"/>
                </a:cubicBezTo>
                <a:cubicBezTo>
                  <a:pt x="173459" y="83864"/>
                  <a:pt x="171450" y="77986"/>
                  <a:pt x="171450" y="71437"/>
                </a:cubicBezTo>
                <a:cubicBezTo>
                  <a:pt x="171450" y="64889"/>
                  <a:pt x="173459" y="59010"/>
                  <a:pt x="177477" y="53801"/>
                </a:cubicBezTo>
                <a:cubicBezTo>
                  <a:pt x="181496" y="48592"/>
                  <a:pt x="186630" y="45243"/>
                  <a:pt x="192881" y="43755"/>
                </a:cubicBezTo>
                <a:lnTo>
                  <a:pt x="192881" y="7143"/>
                </a:lnTo>
                <a:cubicBezTo>
                  <a:pt x="192881" y="5060"/>
                  <a:pt x="193551" y="3348"/>
                  <a:pt x="194890" y="2009"/>
                </a:cubicBezTo>
                <a:cubicBezTo>
                  <a:pt x="196230" y="669"/>
                  <a:pt x="197941" y="0"/>
                  <a:pt x="200025" y="0"/>
                </a:cubicBezTo>
                <a:close/>
                <a:moveTo>
                  <a:pt x="114300" y="0"/>
                </a:moveTo>
                <a:cubicBezTo>
                  <a:pt x="116383" y="0"/>
                  <a:pt x="118095" y="669"/>
                  <a:pt x="119434" y="2009"/>
                </a:cubicBezTo>
                <a:cubicBezTo>
                  <a:pt x="120774" y="3348"/>
                  <a:pt x="121443" y="5060"/>
                  <a:pt x="121443" y="7143"/>
                </a:cubicBezTo>
                <a:lnTo>
                  <a:pt x="121443" y="129480"/>
                </a:lnTo>
                <a:cubicBezTo>
                  <a:pt x="127694" y="130968"/>
                  <a:pt x="132829" y="134317"/>
                  <a:pt x="136847" y="139526"/>
                </a:cubicBezTo>
                <a:cubicBezTo>
                  <a:pt x="140866" y="144735"/>
                  <a:pt x="142875" y="150614"/>
                  <a:pt x="142875" y="157162"/>
                </a:cubicBezTo>
                <a:cubicBezTo>
                  <a:pt x="142875" y="163711"/>
                  <a:pt x="140866" y="169589"/>
                  <a:pt x="136847" y="174798"/>
                </a:cubicBezTo>
                <a:cubicBezTo>
                  <a:pt x="132829" y="180007"/>
                  <a:pt x="127694" y="183356"/>
                  <a:pt x="121443" y="184844"/>
                </a:cubicBezTo>
                <a:lnTo>
                  <a:pt x="121443" y="221456"/>
                </a:lnTo>
                <a:cubicBezTo>
                  <a:pt x="121443" y="223539"/>
                  <a:pt x="120774" y="225251"/>
                  <a:pt x="119434" y="226590"/>
                </a:cubicBezTo>
                <a:cubicBezTo>
                  <a:pt x="118095" y="227930"/>
                  <a:pt x="116383" y="228600"/>
                  <a:pt x="114300" y="228600"/>
                </a:cubicBezTo>
                <a:cubicBezTo>
                  <a:pt x="112216" y="228600"/>
                  <a:pt x="110505" y="227930"/>
                  <a:pt x="109165" y="226590"/>
                </a:cubicBezTo>
                <a:cubicBezTo>
                  <a:pt x="107826" y="225251"/>
                  <a:pt x="107156" y="223539"/>
                  <a:pt x="107156" y="221456"/>
                </a:cubicBezTo>
                <a:lnTo>
                  <a:pt x="107156" y="184844"/>
                </a:lnTo>
                <a:cubicBezTo>
                  <a:pt x="100905" y="183356"/>
                  <a:pt x="95771" y="180007"/>
                  <a:pt x="91752" y="174798"/>
                </a:cubicBezTo>
                <a:cubicBezTo>
                  <a:pt x="87734" y="169589"/>
                  <a:pt x="85725" y="163711"/>
                  <a:pt x="85725" y="157162"/>
                </a:cubicBezTo>
                <a:cubicBezTo>
                  <a:pt x="85725" y="150614"/>
                  <a:pt x="87734" y="144735"/>
                  <a:pt x="91752" y="139526"/>
                </a:cubicBezTo>
                <a:cubicBezTo>
                  <a:pt x="95771" y="134317"/>
                  <a:pt x="100905" y="130968"/>
                  <a:pt x="107156" y="129480"/>
                </a:cubicBezTo>
                <a:lnTo>
                  <a:pt x="107156" y="7143"/>
                </a:lnTo>
                <a:cubicBezTo>
                  <a:pt x="107156" y="5060"/>
                  <a:pt x="107826" y="3348"/>
                  <a:pt x="109165" y="2009"/>
                </a:cubicBezTo>
                <a:cubicBezTo>
                  <a:pt x="110505" y="669"/>
                  <a:pt x="112216" y="0"/>
                  <a:pt x="114300" y="0"/>
                </a:cubicBezTo>
                <a:close/>
                <a:moveTo>
                  <a:pt x="28575" y="0"/>
                </a:moveTo>
                <a:cubicBezTo>
                  <a:pt x="30658" y="0"/>
                  <a:pt x="32370" y="669"/>
                  <a:pt x="33709" y="2009"/>
                </a:cubicBezTo>
                <a:cubicBezTo>
                  <a:pt x="35049" y="3348"/>
                  <a:pt x="35718" y="5060"/>
                  <a:pt x="35718" y="7143"/>
                </a:cubicBezTo>
                <a:lnTo>
                  <a:pt x="35718" y="86618"/>
                </a:lnTo>
                <a:cubicBezTo>
                  <a:pt x="41969" y="88106"/>
                  <a:pt x="47104" y="91455"/>
                  <a:pt x="51122" y="96664"/>
                </a:cubicBezTo>
                <a:cubicBezTo>
                  <a:pt x="55141" y="101872"/>
                  <a:pt x="57150" y="107751"/>
                  <a:pt x="57150" y="114300"/>
                </a:cubicBezTo>
                <a:cubicBezTo>
                  <a:pt x="57150" y="120848"/>
                  <a:pt x="55141" y="126727"/>
                  <a:pt x="51122" y="131936"/>
                </a:cubicBezTo>
                <a:cubicBezTo>
                  <a:pt x="47104" y="137145"/>
                  <a:pt x="41969" y="140493"/>
                  <a:pt x="35718" y="141982"/>
                </a:cubicBezTo>
                <a:lnTo>
                  <a:pt x="35718" y="221456"/>
                </a:lnTo>
                <a:cubicBezTo>
                  <a:pt x="35718" y="223539"/>
                  <a:pt x="35049" y="225251"/>
                  <a:pt x="33709" y="226590"/>
                </a:cubicBezTo>
                <a:cubicBezTo>
                  <a:pt x="32370" y="227930"/>
                  <a:pt x="30658" y="228600"/>
                  <a:pt x="28575" y="228600"/>
                </a:cubicBezTo>
                <a:cubicBezTo>
                  <a:pt x="26491" y="228600"/>
                  <a:pt x="24780" y="227930"/>
                  <a:pt x="23440" y="226590"/>
                </a:cubicBezTo>
                <a:cubicBezTo>
                  <a:pt x="22101" y="225251"/>
                  <a:pt x="21431" y="223539"/>
                  <a:pt x="21431" y="221456"/>
                </a:cubicBezTo>
                <a:lnTo>
                  <a:pt x="21431" y="141982"/>
                </a:lnTo>
                <a:cubicBezTo>
                  <a:pt x="15180" y="140493"/>
                  <a:pt x="10046" y="137145"/>
                  <a:pt x="6027" y="131936"/>
                </a:cubicBezTo>
                <a:cubicBezTo>
                  <a:pt x="2009" y="126727"/>
                  <a:pt x="0" y="120848"/>
                  <a:pt x="0" y="114300"/>
                </a:cubicBezTo>
                <a:cubicBezTo>
                  <a:pt x="0" y="107751"/>
                  <a:pt x="2009" y="101872"/>
                  <a:pt x="6027" y="96664"/>
                </a:cubicBezTo>
                <a:cubicBezTo>
                  <a:pt x="10046" y="91455"/>
                  <a:pt x="15180" y="88106"/>
                  <a:pt x="21431" y="86618"/>
                </a:cubicBezTo>
                <a:lnTo>
                  <a:pt x="21431" y="7143"/>
                </a:lnTo>
                <a:cubicBezTo>
                  <a:pt x="21431" y="5060"/>
                  <a:pt x="22101" y="3348"/>
                  <a:pt x="23440" y="2009"/>
                </a:cubicBezTo>
                <a:cubicBezTo>
                  <a:pt x="24780" y="669"/>
                  <a:pt x="26491" y="0"/>
                  <a:pt x="2857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7" name="Freeform 116"/>
          <p:cNvSpPr/>
          <p:nvPr/>
        </p:nvSpPr>
        <p:spPr>
          <a:xfrm>
            <a:off x="4002846" y="3529656"/>
            <a:ext cx="196463" cy="196447"/>
          </a:xfrm>
          <a:custGeom>
            <a:avLst/>
            <a:gdLst/>
            <a:ahLst/>
            <a:cxnLst/>
            <a:rect l="l" t="t" r="r" b="b"/>
            <a:pathLst>
              <a:path w="228619" h="228600">
                <a:moveTo>
                  <a:pt x="92887" y="14287"/>
                </a:moveTo>
                <a:cubicBezTo>
                  <a:pt x="56871" y="14287"/>
                  <a:pt x="37821" y="18752"/>
                  <a:pt x="35737" y="27682"/>
                </a:cubicBezTo>
                <a:cubicBezTo>
                  <a:pt x="35142" y="30956"/>
                  <a:pt x="36630" y="34230"/>
                  <a:pt x="40202" y="37504"/>
                </a:cubicBezTo>
                <a:cubicBezTo>
                  <a:pt x="40798" y="39588"/>
                  <a:pt x="40723" y="41523"/>
                  <a:pt x="39979" y="43309"/>
                </a:cubicBezTo>
                <a:cubicBezTo>
                  <a:pt x="39235" y="45095"/>
                  <a:pt x="37970" y="46285"/>
                  <a:pt x="36184" y="46880"/>
                </a:cubicBezTo>
                <a:cubicBezTo>
                  <a:pt x="26659" y="50452"/>
                  <a:pt x="21896" y="54917"/>
                  <a:pt x="21896" y="60275"/>
                </a:cubicBezTo>
                <a:cubicBezTo>
                  <a:pt x="21599" y="62061"/>
                  <a:pt x="22641" y="64740"/>
                  <a:pt x="25022" y="68312"/>
                </a:cubicBezTo>
                <a:cubicBezTo>
                  <a:pt x="27701" y="72479"/>
                  <a:pt x="27105" y="75753"/>
                  <a:pt x="23236" y="78134"/>
                </a:cubicBezTo>
                <a:cubicBezTo>
                  <a:pt x="16985" y="83195"/>
                  <a:pt x="14009" y="87659"/>
                  <a:pt x="14306" y="91529"/>
                </a:cubicBezTo>
                <a:cubicBezTo>
                  <a:pt x="14306" y="95398"/>
                  <a:pt x="16985" y="98970"/>
                  <a:pt x="22343" y="102245"/>
                </a:cubicBezTo>
                <a:cubicBezTo>
                  <a:pt x="24427" y="103138"/>
                  <a:pt x="25692" y="104700"/>
                  <a:pt x="26138" y="106933"/>
                </a:cubicBezTo>
                <a:cubicBezTo>
                  <a:pt x="26585" y="109165"/>
                  <a:pt x="26064" y="111025"/>
                  <a:pt x="24575" y="112514"/>
                </a:cubicBezTo>
                <a:cubicBezTo>
                  <a:pt x="24278" y="113109"/>
                  <a:pt x="23980" y="113779"/>
                  <a:pt x="23682" y="114523"/>
                </a:cubicBezTo>
                <a:cubicBezTo>
                  <a:pt x="23385" y="115267"/>
                  <a:pt x="22864" y="116606"/>
                  <a:pt x="22120" y="118541"/>
                </a:cubicBezTo>
                <a:cubicBezTo>
                  <a:pt x="21376" y="120476"/>
                  <a:pt x="21152" y="122188"/>
                  <a:pt x="21450" y="123676"/>
                </a:cubicBezTo>
                <a:cubicBezTo>
                  <a:pt x="21450" y="131713"/>
                  <a:pt x="26510" y="135731"/>
                  <a:pt x="36630" y="135731"/>
                </a:cubicBezTo>
                <a:cubicBezTo>
                  <a:pt x="41988" y="135731"/>
                  <a:pt x="49951" y="135731"/>
                  <a:pt x="60517" y="135731"/>
                </a:cubicBezTo>
                <a:cubicBezTo>
                  <a:pt x="71084" y="135731"/>
                  <a:pt x="80535" y="135731"/>
                  <a:pt x="88869" y="135731"/>
                </a:cubicBezTo>
                <a:cubicBezTo>
                  <a:pt x="97203" y="135731"/>
                  <a:pt x="101222" y="135731"/>
                  <a:pt x="100924" y="135731"/>
                </a:cubicBezTo>
                <a:cubicBezTo>
                  <a:pt x="103603" y="135731"/>
                  <a:pt x="105687" y="136773"/>
                  <a:pt x="107175" y="138856"/>
                </a:cubicBezTo>
                <a:cubicBezTo>
                  <a:pt x="108366" y="140642"/>
                  <a:pt x="108514" y="142875"/>
                  <a:pt x="107621" y="145554"/>
                </a:cubicBezTo>
                <a:cubicBezTo>
                  <a:pt x="103752" y="156269"/>
                  <a:pt x="101296" y="167803"/>
                  <a:pt x="100254" y="180156"/>
                </a:cubicBezTo>
                <a:cubicBezTo>
                  <a:pt x="99213" y="192509"/>
                  <a:pt x="100180" y="201811"/>
                  <a:pt x="103157" y="208061"/>
                </a:cubicBezTo>
                <a:cubicBezTo>
                  <a:pt x="103454" y="208061"/>
                  <a:pt x="103826" y="208582"/>
                  <a:pt x="104273" y="209624"/>
                </a:cubicBezTo>
                <a:cubicBezTo>
                  <a:pt x="104719" y="210666"/>
                  <a:pt x="105091" y="211336"/>
                  <a:pt x="105389" y="211633"/>
                </a:cubicBezTo>
                <a:cubicBezTo>
                  <a:pt x="105687" y="211931"/>
                  <a:pt x="106133" y="212377"/>
                  <a:pt x="106728" y="212973"/>
                </a:cubicBezTo>
                <a:cubicBezTo>
                  <a:pt x="107324" y="213568"/>
                  <a:pt x="108142" y="213940"/>
                  <a:pt x="109184" y="214089"/>
                </a:cubicBezTo>
                <a:cubicBezTo>
                  <a:pt x="110226" y="214238"/>
                  <a:pt x="111342" y="214312"/>
                  <a:pt x="112533" y="214312"/>
                </a:cubicBezTo>
                <a:cubicBezTo>
                  <a:pt x="114616" y="214312"/>
                  <a:pt x="116551" y="212080"/>
                  <a:pt x="118337" y="207615"/>
                </a:cubicBezTo>
                <a:cubicBezTo>
                  <a:pt x="129946" y="179933"/>
                  <a:pt x="143861" y="157906"/>
                  <a:pt x="160083" y="141535"/>
                </a:cubicBezTo>
                <a:cubicBezTo>
                  <a:pt x="176306" y="125164"/>
                  <a:pt x="192007" y="116086"/>
                  <a:pt x="207187" y="114300"/>
                </a:cubicBezTo>
                <a:cubicBezTo>
                  <a:pt x="211950" y="103286"/>
                  <a:pt x="214331" y="90338"/>
                  <a:pt x="214331" y="75455"/>
                </a:cubicBezTo>
                <a:cubicBezTo>
                  <a:pt x="214331" y="57001"/>
                  <a:pt x="210908" y="42118"/>
                  <a:pt x="204062" y="30807"/>
                </a:cubicBezTo>
                <a:cubicBezTo>
                  <a:pt x="179654" y="28723"/>
                  <a:pt x="164176" y="25152"/>
                  <a:pt x="157628" y="20091"/>
                </a:cubicBezTo>
                <a:cubicBezTo>
                  <a:pt x="155246" y="18305"/>
                  <a:pt x="153163" y="17115"/>
                  <a:pt x="151377" y="16520"/>
                </a:cubicBezTo>
                <a:cubicBezTo>
                  <a:pt x="149591" y="15924"/>
                  <a:pt x="144233" y="15403"/>
                  <a:pt x="135303" y="14957"/>
                </a:cubicBezTo>
                <a:cubicBezTo>
                  <a:pt x="126374" y="14510"/>
                  <a:pt x="112235" y="14287"/>
                  <a:pt x="92887" y="14287"/>
                </a:cubicBezTo>
                <a:close/>
                <a:moveTo>
                  <a:pt x="92887" y="0"/>
                </a:moveTo>
                <a:cubicBezTo>
                  <a:pt x="113723" y="0"/>
                  <a:pt x="129202" y="372"/>
                  <a:pt x="139322" y="1116"/>
                </a:cubicBezTo>
                <a:cubicBezTo>
                  <a:pt x="149442" y="1860"/>
                  <a:pt x="155619" y="2679"/>
                  <a:pt x="157851" y="3572"/>
                </a:cubicBezTo>
                <a:cubicBezTo>
                  <a:pt x="160083" y="4464"/>
                  <a:pt x="162837" y="6250"/>
                  <a:pt x="166111" y="8929"/>
                </a:cubicBezTo>
                <a:cubicBezTo>
                  <a:pt x="170576" y="12204"/>
                  <a:pt x="184566" y="14585"/>
                  <a:pt x="208080" y="16073"/>
                </a:cubicBezTo>
                <a:cubicBezTo>
                  <a:pt x="210462" y="16371"/>
                  <a:pt x="212248" y="17264"/>
                  <a:pt x="213438" y="18752"/>
                </a:cubicBezTo>
                <a:cubicBezTo>
                  <a:pt x="214331" y="19943"/>
                  <a:pt x="215745" y="22324"/>
                  <a:pt x="217680" y="25896"/>
                </a:cubicBezTo>
                <a:cubicBezTo>
                  <a:pt x="219615" y="29468"/>
                  <a:pt x="221921" y="36016"/>
                  <a:pt x="224600" y="45541"/>
                </a:cubicBezTo>
                <a:cubicBezTo>
                  <a:pt x="227279" y="55066"/>
                  <a:pt x="228619" y="65038"/>
                  <a:pt x="228619" y="75455"/>
                </a:cubicBezTo>
                <a:cubicBezTo>
                  <a:pt x="228619" y="96887"/>
                  <a:pt x="225047" y="113407"/>
                  <a:pt x="217903" y="125015"/>
                </a:cubicBezTo>
                <a:cubicBezTo>
                  <a:pt x="216415" y="127397"/>
                  <a:pt x="214331" y="128587"/>
                  <a:pt x="211652" y="128587"/>
                </a:cubicBezTo>
                <a:cubicBezTo>
                  <a:pt x="199151" y="128587"/>
                  <a:pt x="185384" y="136177"/>
                  <a:pt x="170353" y="151358"/>
                </a:cubicBezTo>
                <a:cubicBezTo>
                  <a:pt x="155321" y="166538"/>
                  <a:pt x="142447" y="187077"/>
                  <a:pt x="131732" y="212973"/>
                </a:cubicBezTo>
                <a:cubicBezTo>
                  <a:pt x="131434" y="213568"/>
                  <a:pt x="130987" y="214684"/>
                  <a:pt x="130392" y="216321"/>
                </a:cubicBezTo>
                <a:cubicBezTo>
                  <a:pt x="129797" y="217958"/>
                  <a:pt x="129350" y="219000"/>
                  <a:pt x="129053" y="219447"/>
                </a:cubicBezTo>
                <a:cubicBezTo>
                  <a:pt x="128755" y="219893"/>
                  <a:pt x="128309" y="220712"/>
                  <a:pt x="127713" y="221902"/>
                </a:cubicBezTo>
                <a:cubicBezTo>
                  <a:pt x="127118" y="223093"/>
                  <a:pt x="126597" y="223912"/>
                  <a:pt x="126151" y="224358"/>
                </a:cubicBezTo>
                <a:cubicBezTo>
                  <a:pt x="125704" y="224805"/>
                  <a:pt x="125034" y="225400"/>
                  <a:pt x="124141" y="226144"/>
                </a:cubicBezTo>
                <a:cubicBezTo>
                  <a:pt x="123248" y="226888"/>
                  <a:pt x="122281" y="227335"/>
                  <a:pt x="121239" y="227483"/>
                </a:cubicBezTo>
                <a:cubicBezTo>
                  <a:pt x="120197" y="227632"/>
                  <a:pt x="118932" y="227855"/>
                  <a:pt x="117444" y="228153"/>
                </a:cubicBezTo>
                <a:cubicBezTo>
                  <a:pt x="115956" y="228451"/>
                  <a:pt x="114319" y="228600"/>
                  <a:pt x="112533" y="228600"/>
                </a:cubicBezTo>
                <a:cubicBezTo>
                  <a:pt x="108663" y="228600"/>
                  <a:pt x="104645" y="227335"/>
                  <a:pt x="100478" y="224805"/>
                </a:cubicBezTo>
                <a:cubicBezTo>
                  <a:pt x="96311" y="222274"/>
                  <a:pt x="93185" y="219075"/>
                  <a:pt x="91102" y="215205"/>
                </a:cubicBezTo>
                <a:cubicBezTo>
                  <a:pt x="88125" y="210443"/>
                  <a:pt x="86413" y="203820"/>
                  <a:pt x="85967" y="195337"/>
                </a:cubicBezTo>
                <a:cubicBezTo>
                  <a:pt x="85520" y="186853"/>
                  <a:pt x="85818" y="178817"/>
                  <a:pt x="86860" y="171226"/>
                </a:cubicBezTo>
                <a:cubicBezTo>
                  <a:pt x="87902" y="163636"/>
                  <a:pt x="89167" y="156418"/>
                  <a:pt x="90655" y="149572"/>
                </a:cubicBezTo>
                <a:cubicBezTo>
                  <a:pt x="63866" y="149870"/>
                  <a:pt x="45858" y="150018"/>
                  <a:pt x="36630" y="150018"/>
                </a:cubicBezTo>
                <a:cubicBezTo>
                  <a:pt x="27998" y="150018"/>
                  <a:pt x="20929" y="147637"/>
                  <a:pt x="15422" y="142875"/>
                </a:cubicBezTo>
                <a:cubicBezTo>
                  <a:pt x="9916" y="138112"/>
                  <a:pt x="7162" y="131861"/>
                  <a:pt x="7162" y="124122"/>
                </a:cubicBezTo>
                <a:cubicBezTo>
                  <a:pt x="6865" y="117574"/>
                  <a:pt x="7460" y="112663"/>
                  <a:pt x="8948" y="109388"/>
                </a:cubicBezTo>
                <a:cubicBezTo>
                  <a:pt x="2995" y="103435"/>
                  <a:pt x="19" y="97631"/>
                  <a:pt x="19" y="91975"/>
                </a:cubicBezTo>
                <a:cubicBezTo>
                  <a:pt x="-279" y="85129"/>
                  <a:pt x="2995" y="77986"/>
                  <a:pt x="9841" y="70544"/>
                </a:cubicBezTo>
                <a:cubicBezTo>
                  <a:pt x="8055" y="65186"/>
                  <a:pt x="7311" y="61466"/>
                  <a:pt x="7609" y="59382"/>
                </a:cubicBezTo>
                <a:cubicBezTo>
                  <a:pt x="7907" y="51345"/>
                  <a:pt x="12520" y="44202"/>
                  <a:pt x="21450" y="37951"/>
                </a:cubicBezTo>
                <a:cubicBezTo>
                  <a:pt x="20855" y="32891"/>
                  <a:pt x="21003" y="28426"/>
                  <a:pt x="21896" y="24556"/>
                </a:cubicBezTo>
                <a:cubicBezTo>
                  <a:pt x="25468" y="8185"/>
                  <a:pt x="49132" y="0"/>
                  <a:pt x="928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8" name="Freeform 117"/>
          <p:cNvSpPr/>
          <p:nvPr/>
        </p:nvSpPr>
        <p:spPr>
          <a:xfrm>
            <a:off x="4343344" y="3529656"/>
            <a:ext cx="196356" cy="196447"/>
          </a:xfrm>
          <a:custGeom>
            <a:avLst/>
            <a:gdLst/>
            <a:ahLst/>
            <a:cxnLst/>
            <a:rect l="l" t="t" r="r" b="b"/>
            <a:pathLst>
              <a:path w="228494" h="228600">
                <a:moveTo>
                  <a:pt x="205617" y="23217"/>
                </a:moveTo>
                <a:lnTo>
                  <a:pt x="27023" y="98226"/>
                </a:lnTo>
                <a:lnTo>
                  <a:pt x="103818" y="121443"/>
                </a:lnTo>
                <a:lnTo>
                  <a:pt x="130161" y="198685"/>
                </a:lnTo>
                <a:close/>
                <a:moveTo>
                  <a:pt x="223922" y="0"/>
                </a:moveTo>
                <a:cubicBezTo>
                  <a:pt x="228685" y="0"/>
                  <a:pt x="229727" y="3125"/>
                  <a:pt x="227048" y="9376"/>
                </a:cubicBezTo>
                <a:lnTo>
                  <a:pt x="135965" y="222349"/>
                </a:lnTo>
                <a:cubicBezTo>
                  <a:pt x="134179" y="226516"/>
                  <a:pt x="131798" y="228600"/>
                  <a:pt x="128821" y="228600"/>
                </a:cubicBezTo>
                <a:cubicBezTo>
                  <a:pt x="126440" y="228600"/>
                  <a:pt x="124208" y="226814"/>
                  <a:pt x="122124" y="223242"/>
                </a:cubicBezTo>
                <a:lnTo>
                  <a:pt x="93102" y="133498"/>
                </a:lnTo>
                <a:lnTo>
                  <a:pt x="4699" y="105816"/>
                </a:lnTo>
                <a:cubicBezTo>
                  <a:pt x="1424" y="103435"/>
                  <a:pt x="-138" y="100905"/>
                  <a:pt x="10" y="98226"/>
                </a:cubicBezTo>
                <a:cubicBezTo>
                  <a:pt x="159" y="95547"/>
                  <a:pt x="2168" y="93464"/>
                  <a:pt x="6038" y="91975"/>
                </a:cubicBezTo>
                <a:lnTo>
                  <a:pt x="219011" y="1339"/>
                </a:lnTo>
                <a:cubicBezTo>
                  <a:pt x="221095" y="446"/>
                  <a:pt x="222732" y="0"/>
                  <a:pt x="22392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19" name="Freeform 118"/>
          <p:cNvSpPr/>
          <p:nvPr/>
        </p:nvSpPr>
        <p:spPr>
          <a:xfrm>
            <a:off x="4683735" y="3529656"/>
            <a:ext cx="178029" cy="196447"/>
          </a:xfrm>
          <a:custGeom>
            <a:avLst/>
            <a:gdLst/>
            <a:ahLst/>
            <a:cxnLst/>
            <a:rect l="l" t="t" r="r" b="b"/>
            <a:pathLst>
              <a:path w="207169" h="228600">
                <a:moveTo>
                  <a:pt x="192435" y="14734"/>
                </a:moveTo>
                <a:lnTo>
                  <a:pt x="28575" y="114300"/>
                </a:lnTo>
                <a:lnTo>
                  <a:pt x="192881" y="213866"/>
                </a:lnTo>
                <a:close/>
                <a:moveTo>
                  <a:pt x="7144" y="0"/>
                </a:moveTo>
                <a:cubicBezTo>
                  <a:pt x="9227" y="0"/>
                  <a:pt x="10939" y="669"/>
                  <a:pt x="12278" y="2009"/>
                </a:cubicBezTo>
                <a:cubicBezTo>
                  <a:pt x="13618" y="3348"/>
                  <a:pt x="14287" y="5060"/>
                  <a:pt x="14287" y="7143"/>
                </a:cubicBezTo>
                <a:lnTo>
                  <a:pt x="14287" y="112067"/>
                </a:lnTo>
                <a:cubicBezTo>
                  <a:pt x="14883" y="107900"/>
                  <a:pt x="17115" y="104626"/>
                  <a:pt x="20985" y="102245"/>
                </a:cubicBezTo>
                <a:lnTo>
                  <a:pt x="185291" y="2679"/>
                </a:lnTo>
                <a:cubicBezTo>
                  <a:pt x="187374" y="1190"/>
                  <a:pt x="189756" y="446"/>
                  <a:pt x="192435" y="446"/>
                </a:cubicBezTo>
                <a:cubicBezTo>
                  <a:pt x="195114" y="446"/>
                  <a:pt x="197495" y="1041"/>
                  <a:pt x="199578" y="2232"/>
                </a:cubicBezTo>
                <a:cubicBezTo>
                  <a:pt x="204341" y="4911"/>
                  <a:pt x="206722" y="9078"/>
                  <a:pt x="206722" y="14734"/>
                </a:cubicBezTo>
                <a:lnTo>
                  <a:pt x="207169" y="213866"/>
                </a:lnTo>
                <a:cubicBezTo>
                  <a:pt x="207169" y="219521"/>
                  <a:pt x="204787" y="223688"/>
                  <a:pt x="200025" y="226367"/>
                </a:cubicBezTo>
                <a:cubicBezTo>
                  <a:pt x="197644" y="227558"/>
                  <a:pt x="195262" y="228153"/>
                  <a:pt x="192881" y="228153"/>
                </a:cubicBezTo>
                <a:cubicBezTo>
                  <a:pt x="190202" y="228153"/>
                  <a:pt x="187672" y="227409"/>
                  <a:pt x="185291" y="225921"/>
                </a:cubicBezTo>
                <a:lnTo>
                  <a:pt x="20985" y="126355"/>
                </a:lnTo>
                <a:cubicBezTo>
                  <a:pt x="17115" y="123973"/>
                  <a:pt x="14883" y="120699"/>
                  <a:pt x="14287" y="116532"/>
                </a:cubicBezTo>
                <a:lnTo>
                  <a:pt x="14287" y="221456"/>
                </a:lnTo>
                <a:cubicBezTo>
                  <a:pt x="14287" y="223539"/>
                  <a:pt x="13618" y="225251"/>
                  <a:pt x="12278" y="226590"/>
                </a:cubicBezTo>
                <a:cubicBezTo>
                  <a:pt x="10939" y="227930"/>
                  <a:pt x="9227" y="228600"/>
                  <a:pt x="7144" y="228600"/>
                </a:cubicBezTo>
                <a:cubicBezTo>
                  <a:pt x="5060" y="228600"/>
                  <a:pt x="3349" y="227930"/>
                  <a:pt x="2009" y="226590"/>
                </a:cubicBezTo>
                <a:cubicBezTo>
                  <a:pt x="670" y="225251"/>
                  <a:pt x="0" y="223539"/>
                  <a:pt x="0" y="221456"/>
                </a:cubicBezTo>
                <a:lnTo>
                  <a:pt x="0" y="7143"/>
                </a:lnTo>
                <a:cubicBezTo>
                  <a:pt x="0" y="5060"/>
                  <a:pt x="670" y="3348"/>
                  <a:pt x="2009" y="2009"/>
                </a:cubicBezTo>
                <a:cubicBezTo>
                  <a:pt x="3349" y="669"/>
                  <a:pt x="5060" y="0"/>
                  <a:pt x="71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0" name="Freeform 119"/>
          <p:cNvSpPr/>
          <p:nvPr/>
        </p:nvSpPr>
        <p:spPr>
          <a:xfrm>
            <a:off x="5005800" y="3555364"/>
            <a:ext cx="195679" cy="145032"/>
          </a:xfrm>
          <a:custGeom>
            <a:avLst/>
            <a:gdLst/>
            <a:ahLst/>
            <a:cxnLst/>
            <a:rect l="l" t="t" r="r" b="b"/>
            <a:pathLst>
              <a:path w="227707" h="168771">
                <a:moveTo>
                  <a:pt x="127694" y="14288"/>
                </a:moveTo>
                <a:lnTo>
                  <a:pt x="14734" y="84386"/>
                </a:lnTo>
                <a:lnTo>
                  <a:pt x="127694" y="154484"/>
                </a:lnTo>
                <a:lnTo>
                  <a:pt x="127694" y="99566"/>
                </a:lnTo>
                <a:lnTo>
                  <a:pt x="213419" y="154484"/>
                </a:lnTo>
                <a:lnTo>
                  <a:pt x="213419" y="14288"/>
                </a:lnTo>
                <a:lnTo>
                  <a:pt x="127694" y="69205"/>
                </a:lnTo>
                <a:close/>
                <a:moveTo>
                  <a:pt x="127025" y="0"/>
                </a:moveTo>
                <a:cubicBezTo>
                  <a:pt x="129852" y="0"/>
                  <a:pt x="132308" y="595"/>
                  <a:pt x="134392" y="1786"/>
                </a:cubicBezTo>
                <a:cubicBezTo>
                  <a:pt x="139452" y="4465"/>
                  <a:pt x="141982" y="8632"/>
                  <a:pt x="141982" y="14288"/>
                </a:cubicBezTo>
                <a:lnTo>
                  <a:pt x="141982" y="43756"/>
                </a:lnTo>
                <a:lnTo>
                  <a:pt x="208508" y="2233"/>
                </a:lnTo>
                <a:cubicBezTo>
                  <a:pt x="210889" y="744"/>
                  <a:pt x="213419" y="0"/>
                  <a:pt x="216098" y="0"/>
                </a:cubicBezTo>
                <a:cubicBezTo>
                  <a:pt x="217586" y="0"/>
                  <a:pt x="219372" y="595"/>
                  <a:pt x="221456" y="1786"/>
                </a:cubicBezTo>
                <a:cubicBezTo>
                  <a:pt x="225623" y="4167"/>
                  <a:pt x="227707" y="8334"/>
                  <a:pt x="227707" y="14288"/>
                </a:cubicBezTo>
                <a:lnTo>
                  <a:pt x="227707" y="154484"/>
                </a:lnTo>
                <a:cubicBezTo>
                  <a:pt x="227707" y="160437"/>
                  <a:pt x="225623" y="164604"/>
                  <a:pt x="221456" y="166985"/>
                </a:cubicBezTo>
                <a:cubicBezTo>
                  <a:pt x="219372" y="168176"/>
                  <a:pt x="217289" y="168771"/>
                  <a:pt x="215205" y="168771"/>
                </a:cubicBezTo>
                <a:cubicBezTo>
                  <a:pt x="212824" y="168771"/>
                  <a:pt x="210443" y="168027"/>
                  <a:pt x="208061" y="166539"/>
                </a:cubicBezTo>
                <a:lnTo>
                  <a:pt x="141982" y="125016"/>
                </a:lnTo>
                <a:lnTo>
                  <a:pt x="141982" y="154484"/>
                </a:lnTo>
                <a:cubicBezTo>
                  <a:pt x="141982" y="160139"/>
                  <a:pt x="139452" y="164306"/>
                  <a:pt x="134392" y="166985"/>
                </a:cubicBezTo>
                <a:cubicBezTo>
                  <a:pt x="132308" y="168176"/>
                  <a:pt x="129927" y="168771"/>
                  <a:pt x="127248" y="168771"/>
                </a:cubicBezTo>
                <a:cubicBezTo>
                  <a:pt x="124569" y="168771"/>
                  <a:pt x="122039" y="168027"/>
                  <a:pt x="119658" y="166539"/>
                </a:cubicBezTo>
                <a:lnTo>
                  <a:pt x="6697" y="96441"/>
                </a:lnTo>
                <a:cubicBezTo>
                  <a:pt x="2232" y="93762"/>
                  <a:pt x="0" y="89743"/>
                  <a:pt x="0" y="84386"/>
                </a:cubicBezTo>
                <a:cubicBezTo>
                  <a:pt x="0" y="79028"/>
                  <a:pt x="2232" y="75009"/>
                  <a:pt x="6697" y="72331"/>
                </a:cubicBezTo>
                <a:lnTo>
                  <a:pt x="119658" y="2233"/>
                </a:lnTo>
                <a:cubicBezTo>
                  <a:pt x="121741" y="744"/>
                  <a:pt x="124197" y="0"/>
                  <a:pt x="1270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1" name="Freeform 120"/>
          <p:cNvSpPr/>
          <p:nvPr/>
        </p:nvSpPr>
        <p:spPr>
          <a:xfrm>
            <a:off x="5345514" y="3530041"/>
            <a:ext cx="165751" cy="195679"/>
          </a:xfrm>
          <a:custGeom>
            <a:avLst/>
            <a:gdLst/>
            <a:ahLst/>
            <a:cxnLst/>
            <a:rect l="l" t="t" r="r" b="b"/>
            <a:pathLst>
              <a:path w="192881" h="227707">
                <a:moveTo>
                  <a:pt x="14287" y="14288"/>
                </a:moveTo>
                <a:lnTo>
                  <a:pt x="14287" y="213420"/>
                </a:lnTo>
                <a:lnTo>
                  <a:pt x="178593" y="113854"/>
                </a:lnTo>
                <a:close/>
                <a:moveTo>
                  <a:pt x="14287" y="0"/>
                </a:moveTo>
                <a:cubicBezTo>
                  <a:pt x="16966" y="0"/>
                  <a:pt x="19496" y="744"/>
                  <a:pt x="21877" y="2233"/>
                </a:cubicBezTo>
                <a:lnTo>
                  <a:pt x="186184" y="101799"/>
                </a:lnTo>
                <a:cubicBezTo>
                  <a:pt x="190648" y="104477"/>
                  <a:pt x="192881" y="108496"/>
                  <a:pt x="192881" y="113854"/>
                </a:cubicBezTo>
                <a:cubicBezTo>
                  <a:pt x="192881" y="119211"/>
                  <a:pt x="190648" y="123230"/>
                  <a:pt x="186184" y="125909"/>
                </a:cubicBezTo>
                <a:lnTo>
                  <a:pt x="21877" y="225475"/>
                </a:lnTo>
                <a:cubicBezTo>
                  <a:pt x="19496" y="226963"/>
                  <a:pt x="16966" y="227707"/>
                  <a:pt x="14287" y="227707"/>
                </a:cubicBezTo>
                <a:cubicBezTo>
                  <a:pt x="11906" y="227707"/>
                  <a:pt x="9525" y="227112"/>
                  <a:pt x="7143" y="225921"/>
                </a:cubicBezTo>
                <a:cubicBezTo>
                  <a:pt x="2381" y="223242"/>
                  <a:pt x="0" y="219075"/>
                  <a:pt x="0" y="213420"/>
                </a:cubicBezTo>
                <a:lnTo>
                  <a:pt x="0" y="14288"/>
                </a:lnTo>
                <a:cubicBezTo>
                  <a:pt x="0" y="8632"/>
                  <a:pt x="2530" y="4465"/>
                  <a:pt x="7590" y="1786"/>
                </a:cubicBezTo>
                <a:cubicBezTo>
                  <a:pt x="9673" y="595"/>
                  <a:pt x="11906" y="0"/>
                  <a:pt x="1428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2" name="Freeform 121"/>
          <p:cNvSpPr/>
          <p:nvPr/>
        </p:nvSpPr>
        <p:spPr>
          <a:xfrm>
            <a:off x="5655301" y="3529656"/>
            <a:ext cx="135056" cy="196447"/>
          </a:xfrm>
          <a:custGeom>
            <a:avLst/>
            <a:gdLst/>
            <a:ahLst/>
            <a:cxnLst/>
            <a:rect l="l" t="t" r="r" b="b"/>
            <a:pathLst>
              <a:path w="157162" h="228600">
                <a:moveTo>
                  <a:pt x="107156" y="14287"/>
                </a:moveTo>
                <a:lnTo>
                  <a:pt x="107156" y="214312"/>
                </a:lnTo>
                <a:lnTo>
                  <a:pt x="142875" y="214312"/>
                </a:lnTo>
                <a:lnTo>
                  <a:pt x="142875" y="14287"/>
                </a:lnTo>
                <a:close/>
                <a:moveTo>
                  <a:pt x="14287" y="14287"/>
                </a:moveTo>
                <a:lnTo>
                  <a:pt x="14287" y="214312"/>
                </a:lnTo>
                <a:lnTo>
                  <a:pt x="50006" y="214312"/>
                </a:lnTo>
                <a:lnTo>
                  <a:pt x="50006" y="14287"/>
                </a:lnTo>
                <a:close/>
                <a:moveTo>
                  <a:pt x="100012" y="0"/>
                </a:moveTo>
                <a:lnTo>
                  <a:pt x="150019" y="0"/>
                </a:lnTo>
                <a:cubicBezTo>
                  <a:pt x="152102" y="0"/>
                  <a:pt x="153814" y="669"/>
                  <a:pt x="155153" y="2009"/>
                </a:cubicBezTo>
                <a:cubicBezTo>
                  <a:pt x="156493" y="3348"/>
                  <a:pt x="157162" y="5060"/>
                  <a:pt x="157162" y="7143"/>
                </a:cubicBezTo>
                <a:lnTo>
                  <a:pt x="157162" y="221456"/>
                </a:lnTo>
                <a:cubicBezTo>
                  <a:pt x="157162" y="223539"/>
                  <a:pt x="156493" y="225251"/>
                  <a:pt x="155153" y="226590"/>
                </a:cubicBezTo>
                <a:cubicBezTo>
                  <a:pt x="153814" y="227930"/>
                  <a:pt x="152102" y="228600"/>
                  <a:pt x="150019" y="228600"/>
                </a:cubicBezTo>
                <a:lnTo>
                  <a:pt x="100012" y="228600"/>
                </a:lnTo>
                <a:cubicBezTo>
                  <a:pt x="98227" y="228600"/>
                  <a:pt x="96589" y="227930"/>
                  <a:pt x="95101" y="226590"/>
                </a:cubicBezTo>
                <a:cubicBezTo>
                  <a:pt x="93613" y="225251"/>
                  <a:pt x="92869" y="223539"/>
                  <a:pt x="92869" y="221456"/>
                </a:cubicBezTo>
                <a:lnTo>
                  <a:pt x="92869" y="7143"/>
                </a:lnTo>
                <a:cubicBezTo>
                  <a:pt x="92869" y="5060"/>
                  <a:pt x="93613" y="3348"/>
                  <a:pt x="95101" y="2009"/>
                </a:cubicBezTo>
                <a:cubicBezTo>
                  <a:pt x="96589" y="669"/>
                  <a:pt x="98227" y="0"/>
                  <a:pt x="100012" y="0"/>
                </a:cubicBezTo>
                <a:close/>
                <a:moveTo>
                  <a:pt x="7144" y="0"/>
                </a:moveTo>
                <a:lnTo>
                  <a:pt x="57150" y="0"/>
                </a:lnTo>
                <a:cubicBezTo>
                  <a:pt x="59234" y="0"/>
                  <a:pt x="60945" y="669"/>
                  <a:pt x="62285" y="2009"/>
                </a:cubicBezTo>
                <a:cubicBezTo>
                  <a:pt x="63624" y="3348"/>
                  <a:pt x="64294" y="5060"/>
                  <a:pt x="64294" y="7143"/>
                </a:cubicBezTo>
                <a:lnTo>
                  <a:pt x="64294" y="221456"/>
                </a:lnTo>
                <a:cubicBezTo>
                  <a:pt x="64294" y="223539"/>
                  <a:pt x="63624" y="225251"/>
                  <a:pt x="62285" y="226590"/>
                </a:cubicBezTo>
                <a:cubicBezTo>
                  <a:pt x="60945" y="227930"/>
                  <a:pt x="59234" y="228600"/>
                  <a:pt x="57150" y="228600"/>
                </a:cubicBezTo>
                <a:lnTo>
                  <a:pt x="7144" y="228600"/>
                </a:lnTo>
                <a:cubicBezTo>
                  <a:pt x="5060" y="228600"/>
                  <a:pt x="3349" y="227930"/>
                  <a:pt x="2009" y="226590"/>
                </a:cubicBezTo>
                <a:cubicBezTo>
                  <a:pt x="670" y="225251"/>
                  <a:pt x="0" y="223539"/>
                  <a:pt x="0" y="221456"/>
                </a:cubicBezTo>
                <a:lnTo>
                  <a:pt x="0" y="7143"/>
                </a:lnTo>
                <a:cubicBezTo>
                  <a:pt x="0" y="5060"/>
                  <a:pt x="670" y="3348"/>
                  <a:pt x="2009" y="2009"/>
                </a:cubicBezTo>
                <a:cubicBezTo>
                  <a:pt x="3349" y="669"/>
                  <a:pt x="5060" y="0"/>
                  <a:pt x="714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3" name="Freeform 122"/>
          <p:cNvSpPr/>
          <p:nvPr/>
        </p:nvSpPr>
        <p:spPr>
          <a:xfrm>
            <a:off x="5934393" y="3555364"/>
            <a:ext cx="195679" cy="145032"/>
          </a:xfrm>
          <a:custGeom>
            <a:avLst/>
            <a:gdLst/>
            <a:ahLst/>
            <a:cxnLst/>
            <a:rect l="l" t="t" r="r" b="b"/>
            <a:pathLst>
              <a:path w="227707" h="168771">
                <a:moveTo>
                  <a:pt x="14287" y="14288"/>
                </a:moveTo>
                <a:lnTo>
                  <a:pt x="14287" y="154484"/>
                </a:lnTo>
                <a:lnTo>
                  <a:pt x="100012" y="99566"/>
                </a:lnTo>
                <a:lnTo>
                  <a:pt x="100012" y="154484"/>
                </a:lnTo>
                <a:lnTo>
                  <a:pt x="212973" y="84386"/>
                </a:lnTo>
                <a:lnTo>
                  <a:pt x="100012" y="14288"/>
                </a:lnTo>
                <a:lnTo>
                  <a:pt x="100012" y="69205"/>
                </a:lnTo>
                <a:close/>
                <a:moveTo>
                  <a:pt x="11608" y="0"/>
                </a:moveTo>
                <a:cubicBezTo>
                  <a:pt x="14287" y="0"/>
                  <a:pt x="16817" y="744"/>
                  <a:pt x="19199" y="2233"/>
                </a:cubicBezTo>
                <a:lnTo>
                  <a:pt x="85725" y="43756"/>
                </a:lnTo>
                <a:lnTo>
                  <a:pt x="85725" y="14288"/>
                </a:lnTo>
                <a:cubicBezTo>
                  <a:pt x="85725" y="8632"/>
                  <a:pt x="88255" y="4465"/>
                  <a:pt x="93315" y="1786"/>
                </a:cubicBezTo>
                <a:cubicBezTo>
                  <a:pt x="95399" y="595"/>
                  <a:pt x="97854" y="0"/>
                  <a:pt x="100682" y="0"/>
                </a:cubicBezTo>
                <a:cubicBezTo>
                  <a:pt x="103510" y="0"/>
                  <a:pt x="105965" y="744"/>
                  <a:pt x="108049" y="2233"/>
                </a:cubicBezTo>
                <a:lnTo>
                  <a:pt x="221009" y="72331"/>
                </a:lnTo>
                <a:cubicBezTo>
                  <a:pt x="225474" y="75009"/>
                  <a:pt x="227707" y="79028"/>
                  <a:pt x="227707" y="84386"/>
                </a:cubicBezTo>
                <a:cubicBezTo>
                  <a:pt x="227707" y="89743"/>
                  <a:pt x="225474" y="93762"/>
                  <a:pt x="221009" y="96441"/>
                </a:cubicBezTo>
                <a:lnTo>
                  <a:pt x="108049" y="166539"/>
                </a:lnTo>
                <a:cubicBezTo>
                  <a:pt x="105668" y="168027"/>
                  <a:pt x="103138" y="168771"/>
                  <a:pt x="100459" y="168771"/>
                </a:cubicBezTo>
                <a:cubicBezTo>
                  <a:pt x="97780" y="168771"/>
                  <a:pt x="95399" y="168176"/>
                  <a:pt x="93315" y="166985"/>
                </a:cubicBezTo>
                <a:cubicBezTo>
                  <a:pt x="88255" y="164306"/>
                  <a:pt x="85725" y="160139"/>
                  <a:pt x="85725" y="154484"/>
                </a:cubicBezTo>
                <a:lnTo>
                  <a:pt x="85725" y="125016"/>
                </a:lnTo>
                <a:lnTo>
                  <a:pt x="19645" y="166539"/>
                </a:lnTo>
                <a:cubicBezTo>
                  <a:pt x="17264" y="168027"/>
                  <a:pt x="14883" y="168771"/>
                  <a:pt x="12501" y="168771"/>
                </a:cubicBezTo>
                <a:cubicBezTo>
                  <a:pt x="10418" y="168771"/>
                  <a:pt x="8334" y="168176"/>
                  <a:pt x="6251" y="166985"/>
                </a:cubicBezTo>
                <a:cubicBezTo>
                  <a:pt x="2083" y="164604"/>
                  <a:pt x="0" y="160437"/>
                  <a:pt x="0" y="154484"/>
                </a:cubicBezTo>
                <a:lnTo>
                  <a:pt x="0" y="14288"/>
                </a:lnTo>
                <a:cubicBezTo>
                  <a:pt x="0" y="8334"/>
                  <a:pt x="2083" y="4167"/>
                  <a:pt x="6251" y="1786"/>
                </a:cubicBezTo>
                <a:cubicBezTo>
                  <a:pt x="8334" y="595"/>
                  <a:pt x="10120" y="0"/>
                  <a:pt x="1160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4" name="Freeform 123"/>
          <p:cNvSpPr/>
          <p:nvPr/>
        </p:nvSpPr>
        <p:spPr>
          <a:xfrm>
            <a:off x="6274107" y="3529656"/>
            <a:ext cx="178029" cy="196447"/>
          </a:xfrm>
          <a:custGeom>
            <a:avLst/>
            <a:gdLst/>
            <a:ahLst/>
            <a:cxnLst/>
            <a:rect l="l" t="t" r="r" b="b"/>
            <a:pathLst>
              <a:path w="207169" h="228600">
                <a:moveTo>
                  <a:pt x="14734" y="14734"/>
                </a:moveTo>
                <a:lnTo>
                  <a:pt x="14287" y="213866"/>
                </a:lnTo>
                <a:lnTo>
                  <a:pt x="178594" y="114300"/>
                </a:lnTo>
                <a:close/>
                <a:moveTo>
                  <a:pt x="200025" y="0"/>
                </a:moveTo>
                <a:cubicBezTo>
                  <a:pt x="202108" y="0"/>
                  <a:pt x="203820" y="669"/>
                  <a:pt x="205159" y="2009"/>
                </a:cubicBezTo>
                <a:cubicBezTo>
                  <a:pt x="206499" y="3348"/>
                  <a:pt x="207169" y="5060"/>
                  <a:pt x="207169" y="7143"/>
                </a:cubicBezTo>
                <a:lnTo>
                  <a:pt x="207169" y="221456"/>
                </a:lnTo>
                <a:cubicBezTo>
                  <a:pt x="207169" y="223539"/>
                  <a:pt x="206499" y="225251"/>
                  <a:pt x="205159" y="226590"/>
                </a:cubicBezTo>
                <a:cubicBezTo>
                  <a:pt x="203820" y="227930"/>
                  <a:pt x="202108" y="228600"/>
                  <a:pt x="200025" y="228600"/>
                </a:cubicBezTo>
                <a:cubicBezTo>
                  <a:pt x="197941" y="228600"/>
                  <a:pt x="196230" y="227930"/>
                  <a:pt x="194890" y="226590"/>
                </a:cubicBezTo>
                <a:cubicBezTo>
                  <a:pt x="193551" y="225251"/>
                  <a:pt x="192881" y="223539"/>
                  <a:pt x="192881" y="221456"/>
                </a:cubicBezTo>
                <a:lnTo>
                  <a:pt x="192881" y="116532"/>
                </a:lnTo>
                <a:cubicBezTo>
                  <a:pt x="192286" y="120699"/>
                  <a:pt x="190053" y="123973"/>
                  <a:pt x="186184" y="126355"/>
                </a:cubicBezTo>
                <a:lnTo>
                  <a:pt x="21878" y="225921"/>
                </a:lnTo>
                <a:cubicBezTo>
                  <a:pt x="19496" y="227409"/>
                  <a:pt x="16966" y="228153"/>
                  <a:pt x="14287" y="228153"/>
                </a:cubicBezTo>
                <a:cubicBezTo>
                  <a:pt x="11906" y="228153"/>
                  <a:pt x="9525" y="227558"/>
                  <a:pt x="7144" y="226367"/>
                </a:cubicBezTo>
                <a:cubicBezTo>
                  <a:pt x="2381" y="223688"/>
                  <a:pt x="0" y="219521"/>
                  <a:pt x="0" y="213866"/>
                </a:cubicBezTo>
                <a:lnTo>
                  <a:pt x="446" y="14734"/>
                </a:lnTo>
                <a:cubicBezTo>
                  <a:pt x="446" y="9078"/>
                  <a:pt x="2828" y="4911"/>
                  <a:pt x="7590" y="2232"/>
                </a:cubicBezTo>
                <a:cubicBezTo>
                  <a:pt x="9674" y="1041"/>
                  <a:pt x="12055" y="446"/>
                  <a:pt x="14734" y="446"/>
                </a:cubicBezTo>
                <a:cubicBezTo>
                  <a:pt x="17413" y="446"/>
                  <a:pt x="19794" y="1190"/>
                  <a:pt x="21878" y="2679"/>
                </a:cubicBezTo>
                <a:lnTo>
                  <a:pt x="186184" y="102245"/>
                </a:lnTo>
                <a:cubicBezTo>
                  <a:pt x="190053" y="104626"/>
                  <a:pt x="192286" y="107900"/>
                  <a:pt x="192881" y="112067"/>
                </a:cubicBezTo>
                <a:lnTo>
                  <a:pt x="192881" y="7143"/>
                </a:lnTo>
                <a:cubicBezTo>
                  <a:pt x="192881" y="5060"/>
                  <a:pt x="193551" y="3348"/>
                  <a:pt x="194890" y="2009"/>
                </a:cubicBezTo>
                <a:cubicBezTo>
                  <a:pt x="196230" y="669"/>
                  <a:pt x="197941" y="0"/>
                  <a:pt x="2000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5" name="Freeform 124"/>
          <p:cNvSpPr/>
          <p:nvPr/>
        </p:nvSpPr>
        <p:spPr>
          <a:xfrm>
            <a:off x="6596172" y="3529656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4306" y="142875"/>
                </a:moveTo>
                <a:lnTo>
                  <a:pt x="178594" y="142875"/>
                </a:lnTo>
                <a:cubicBezTo>
                  <a:pt x="180678" y="142875"/>
                  <a:pt x="182389" y="143544"/>
                  <a:pt x="183729" y="144884"/>
                </a:cubicBezTo>
                <a:cubicBezTo>
                  <a:pt x="185068" y="146223"/>
                  <a:pt x="185738" y="147935"/>
                  <a:pt x="185738" y="150018"/>
                </a:cubicBezTo>
                <a:lnTo>
                  <a:pt x="185738" y="164306"/>
                </a:lnTo>
                <a:cubicBezTo>
                  <a:pt x="185738" y="166389"/>
                  <a:pt x="185068" y="168101"/>
                  <a:pt x="183729" y="169440"/>
                </a:cubicBezTo>
                <a:cubicBezTo>
                  <a:pt x="182389" y="170780"/>
                  <a:pt x="180678" y="171450"/>
                  <a:pt x="178594" y="171450"/>
                </a:cubicBezTo>
                <a:lnTo>
                  <a:pt x="164306" y="171450"/>
                </a:lnTo>
                <a:cubicBezTo>
                  <a:pt x="162223" y="171450"/>
                  <a:pt x="160511" y="170780"/>
                  <a:pt x="159172" y="169440"/>
                </a:cubicBezTo>
                <a:cubicBezTo>
                  <a:pt x="157832" y="168101"/>
                  <a:pt x="157163" y="166389"/>
                  <a:pt x="157163" y="164306"/>
                </a:cubicBezTo>
                <a:lnTo>
                  <a:pt x="157163" y="150018"/>
                </a:lnTo>
                <a:cubicBezTo>
                  <a:pt x="157163" y="147935"/>
                  <a:pt x="157832" y="146223"/>
                  <a:pt x="159172" y="144884"/>
                </a:cubicBezTo>
                <a:cubicBezTo>
                  <a:pt x="160511" y="143544"/>
                  <a:pt x="162223" y="142875"/>
                  <a:pt x="164306" y="142875"/>
                </a:cubicBezTo>
                <a:close/>
                <a:moveTo>
                  <a:pt x="107156" y="142875"/>
                </a:moveTo>
                <a:lnTo>
                  <a:pt x="121444" y="142875"/>
                </a:lnTo>
                <a:cubicBezTo>
                  <a:pt x="123528" y="142875"/>
                  <a:pt x="125239" y="143544"/>
                  <a:pt x="126579" y="144884"/>
                </a:cubicBezTo>
                <a:cubicBezTo>
                  <a:pt x="127918" y="146223"/>
                  <a:pt x="128588" y="147935"/>
                  <a:pt x="128588" y="150018"/>
                </a:cubicBezTo>
                <a:lnTo>
                  <a:pt x="128588" y="164306"/>
                </a:lnTo>
                <a:cubicBezTo>
                  <a:pt x="128588" y="166389"/>
                  <a:pt x="127918" y="168101"/>
                  <a:pt x="126579" y="169440"/>
                </a:cubicBezTo>
                <a:cubicBezTo>
                  <a:pt x="125239" y="170780"/>
                  <a:pt x="123528" y="171450"/>
                  <a:pt x="121444" y="171450"/>
                </a:cubicBezTo>
                <a:lnTo>
                  <a:pt x="107156" y="171450"/>
                </a:lnTo>
                <a:cubicBezTo>
                  <a:pt x="105073" y="171450"/>
                  <a:pt x="103361" y="170780"/>
                  <a:pt x="102022" y="169440"/>
                </a:cubicBezTo>
                <a:cubicBezTo>
                  <a:pt x="100682" y="168101"/>
                  <a:pt x="100013" y="166389"/>
                  <a:pt x="100013" y="164306"/>
                </a:cubicBezTo>
                <a:lnTo>
                  <a:pt x="100013" y="150018"/>
                </a:lnTo>
                <a:cubicBezTo>
                  <a:pt x="100013" y="147935"/>
                  <a:pt x="100682" y="146223"/>
                  <a:pt x="102022" y="144884"/>
                </a:cubicBezTo>
                <a:cubicBezTo>
                  <a:pt x="103361" y="143544"/>
                  <a:pt x="105073" y="142875"/>
                  <a:pt x="107156" y="142875"/>
                </a:cubicBezTo>
                <a:close/>
                <a:moveTo>
                  <a:pt x="50006" y="142875"/>
                </a:moveTo>
                <a:lnTo>
                  <a:pt x="64294" y="142875"/>
                </a:lnTo>
                <a:cubicBezTo>
                  <a:pt x="66378" y="142875"/>
                  <a:pt x="68089" y="143544"/>
                  <a:pt x="69429" y="144884"/>
                </a:cubicBezTo>
                <a:cubicBezTo>
                  <a:pt x="70768" y="146223"/>
                  <a:pt x="71438" y="147935"/>
                  <a:pt x="71438" y="150018"/>
                </a:cubicBezTo>
                <a:lnTo>
                  <a:pt x="71438" y="164306"/>
                </a:lnTo>
                <a:cubicBezTo>
                  <a:pt x="71438" y="166389"/>
                  <a:pt x="70768" y="168101"/>
                  <a:pt x="69429" y="169440"/>
                </a:cubicBezTo>
                <a:cubicBezTo>
                  <a:pt x="68089" y="170780"/>
                  <a:pt x="66378" y="171450"/>
                  <a:pt x="64294" y="171450"/>
                </a:cubicBezTo>
                <a:lnTo>
                  <a:pt x="50006" y="171450"/>
                </a:lnTo>
                <a:cubicBezTo>
                  <a:pt x="47923" y="171450"/>
                  <a:pt x="46211" y="170780"/>
                  <a:pt x="44872" y="169440"/>
                </a:cubicBezTo>
                <a:cubicBezTo>
                  <a:pt x="43532" y="168101"/>
                  <a:pt x="42863" y="166389"/>
                  <a:pt x="42863" y="164306"/>
                </a:cubicBezTo>
                <a:lnTo>
                  <a:pt x="42863" y="150018"/>
                </a:lnTo>
                <a:cubicBezTo>
                  <a:pt x="42863" y="147935"/>
                  <a:pt x="43532" y="146223"/>
                  <a:pt x="44872" y="144884"/>
                </a:cubicBezTo>
                <a:cubicBezTo>
                  <a:pt x="46211" y="143544"/>
                  <a:pt x="47923" y="142875"/>
                  <a:pt x="50006" y="142875"/>
                </a:cubicBezTo>
                <a:close/>
                <a:moveTo>
                  <a:pt x="164306" y="85725"/>
                </a:moveTo>
                <a:lnTo>
                  <a:pt x="178594" y="85725"/>
                </a:lnTo>
                <a:cubicBezTo>
                  <a:pt x="180678" y="85725"/>
                  <a:pt x="182389" y="86394"/>
                  <a:pt x="183729" y="87734"/>
                </a:cubicBezTo>
                <a:cubicBezTo>
                  <a:pt x="185068" y="89073"/>
                  <a:pt x="185738" y="90785"/>
                  <a:pt x="185738" y="92868"/>
                </a:cubicBezTo>
                <a:lnTo>
                  <a:pt x="185738" y="107156"/>
                </a:lnTo>
                <a:cubicBezTo>
                  <a:pt x="185738" y="109239"/>
                  <a:pt x="185068" y="110951"/>
                  <a:pt x="183729" y="112290"/>
                </a:cubicBezTo>
                <a:cubicBezTo>
                  <a:pt x="182389" y="113630"/>
                  <a:pt x="180678" y="114300"/>
                  <a:pt x="178594" y="114300"/>
                </a:cubicBezTo>
                <a:lnTo>
                  <a:pt x="164306" y="114300"/>
                </a:lnTo>
                <a:cubicBezTo>
                  <a:pt x="162223" y="114300"/>
                  <a:pt x="160511" y="113630"/>
                  <a:pt x="159172" y="112290"/>
                </a:cubicBezTo>
                <a:cubicBezTo>
                  <a:pt x="157832" y="110951"/>
                  <a:pt x="157163" y="109239"/>
                  <a:pt x="157163" y="107156"/>
                </a:cubicBezTo>
                <a:lnTo>
                  <a:pt x="157163" y="92868"/>
                </a:lnTo>
                <a:cubicBezTo>
                  <a:pt x="157163" y="90785"/>
                  <a:pt x="157832" y="89073"/>
                  <a:pt x="159172" y="87734"/>
                </a:cubicBezTo>
                <a:cubicBezTo>
                  <a:pt x="160511" y="86394"/>
                  <a:pt x="162223" y="85725"/>
                  <a:pt x="164306" y="85725"/>
                </a:cubicBezTo>
                <a:close/>
                <a:moveTo>
                  <a:pt x="107156" y="85725"/>
                </a:moveTo>
                <a:lnTo>
                  <a:pt x="121444" y="85725"/>
                </a:lnTo>
                <a:cubicBezTo>
                  <a:pt x="123528" y="85725"/>
                  <a:pt x="125239" y="86394"/>
                  <a:pt x="126579" y="87734"/>
                </a:cubicBezTo>
                <a:cubicBezTo>
                  <a:pt x="127918" y="89073"/>
                  <a:pt x="128588" y="90785"/>
                  <a:pt x="128588" y="92868"/>
                </a:cubicBezTo>
                <a:lnTo>
                  <a:pt x="128588" y="107156"/>
                </a:lnTo>
                <a:cubicBezTo>
                  <a:pt x="128588" y="109239"/>
                  <a:pt x="127918" y="110951"/>
                  <a:pt x="126579" y="112290"/>
                </a:cubicBezTo>
                <a:cubicBezTo>
                  <a:pt x="125239" y="113630"/>
                  <a:pt x="123528" y="114300"/>
                  <a:pt x="121444" y="114300"/>
                </a:cubicBezTo>
                <a:lnTo>
                  <a:pt x="107156" y="114300"/>
                </a:lnTo>
                <a:cubicBezTo>
                  <a:pt x="105073" y="114300"/>
                  <a:pt x="103361" y="113630"/>
                  <a:pt x="102022" y="112290"/>
                </a:cubicBezTo>
                <a:cubicBezTo>
                  <a:pt x="100682" y="110951"/>
                  <a:pt x="100013" y="109239"/>
                  <a:pt x="100013" y="107156"/>
                </a:cubicBezTo>
                <a:lnTo>
                  <a:pt x="100013" y="92868"/>
                </a:lnTo>
                <a:cubicBezTo>
                  <a:pt x="100013" y="90785"/>
                  <a:pt x="100682" y="89073"/>
                  <a:pt x="102022" y="87734"/>
                </a:cubicBezTo>
                <a:cubicBezTo>
                  <a:pt x="103361" y="86394"/>
                  <a:pt x="105073" y="85725"/>
                  <a:pt x="107156" y="85725"/>
                </a:cubicBezTo>
                <a:close/>
                <a:moveTo>
                  <a:pt x="50006" y="85725"/>
                </a:moveTo>
                <a:lnTo>
                  <a:pt x="64294" y="85725"/>
                </a:lnTo>
                <a:cubicBezTo>
                  <a:pt x="66378" y="85725"/>
                  <a:pt x="68089" y="86394"/>
                  <a:pt x="69429" y="87734"/>
                </a:cubicBezTo>
                <a:cubicBezTo>
                  <a:pt x="70768" y="89073"/>
                  <a:pt x="71438" y="90785"/>
                  <a:pt x="71438" y="92868"/>
                </a:cubicBezTo>
                <a:lnTo>
                  <a:pt x="71438" y="107156"/>
                </a:lnTo>
                <a:cubicBezTo>
                  <a:pt x="71438" y="109239"/>
                  <a:pt x="70768" y="110951"/>
                  <a:pt x="69429" y="112290"/>
                </a:cubicBezTo>
                <a:cubicBezTo>
                  <a:pt x="68089" y="113630"/>
                  <a:pt x="66378" y="114300"/>
                  <a:pt x="64294" y="114300"/>
                </a:cubicBezTo>
                <a:lnTo>
                  <a:pt x="50006" y="114300"/>
                </a:lnTo>
                <a:cubicBezTo>
                  <a:pt x="47923" y="114300"/>
                  <a:pt x="46211" y="113630"/>
                  <a:pt x="44872" y="112290"/>
                </a:cubicBezTo>
                <a:cubicBezTo>
                  <a:pt x="43532" y="110951"/>
                  <a:pt x="42863" y="109239"/>
                  <a:pt x="42863" y="107156"/>
                </a:cubicBezTo>
                <a:lnTo>
                  <a:pt x="42863" y="92868"/>
                </a:lnTo>
                <a:cubicBezTo>
                  <a:pt x="42863" y="90785"/>
                  <a:pt x="43532" y="89073"/>
                  <a:pt x="44872" y="87734"/>
                </a:cubicBezTo>
                <a:cubicBezTo>
                  <a:pt x="46211" y="86394"/>
                  <a:pt x="47923" y="85725"/>
                  <a:pt x="50006" y="85725"/>
                </a:cubicBezTo>
                <a:close/>
                <a:moveTo>
                  <a:pt x="14288" y="35718"/>
                </a:moveTo>
                <a:lnTo>
                  <a:pt x="14288" y="214312"/>
                </a:lnTo>
                <a:lnTo>
                  <a:pt x="214313" y="214312"/>
                </a:lnTo>
                <a:lnTo>
                  <a:pt x="214313" y="35718"/>
                </a:lnTo>
                <a:lnTo>
                  <a:pt x="157163" y="35718"/>
                </a:lnTo>
                <a:lnTo>
                  <a:pt x="157163" y="42862"/>
                </a:lnTo>
                <a:cubicBezTo>
                  <a:pt x="157163" y="44946"/>
                  <a:pt x="156493" y="46657"/>
                  <a:pt x="155154" y="47997"/>
                </a:cubicBezTo>
                <a:cubicBezTo>
                  <a:pt x="153814" y="49336"/>
                  <a:pt x="152103" y="50006"/>
                  <a:pt x="150019" y="50006"/>
                </a:cubicBezTo>
                <a:cubicBezTo>
                  <a:pt x="147935" y="50006"/>
                  <a:pt x="146224" y="49336"/>
                  <a:pt x="144884" y="47997"/>
                </a:cubicBezTo>
                <a:cubicBezTo>
                  <a:pt x="143545" y="46657"/>
                  <a:pt x="142875" y="44946"/>
                  <a:pt x="142875" y="42862"/>
                </a:cubicBezTo>
                <a:lnTo>
                  <a:pt x="142875" y="35718"/>
                </a:lnTo>
                <a:lnTo>
                  <a:pt x="85725" y="35718"/>
                </a:lnTo>
                <a:lnTo>
                  <a:pt x="85725" y="42862"/>
                </a:lnTo>
                <a:cubicBezTo>
                  <a:pt x="85725" y="44946"/>
                  <a:pt x="85056" y="46657"/>
                  <a:pt x="83716" y="47997"/>
                </a:cubicBezTo>
                <a:cubicBezTo>
                  <a:pt x="82377" y="49336"/>
                  <a:pt x="80665" y="50006"/>
                  <a:pt x="78581" y="50006"/>
                </a:cubicBezTo>
                <a:cubicBezTo>
                  <a:pt x="76498" y="50006"/>
                  <a:pt x="74786" y="49336"/>
                  <a:pt x="73447" y="47997"/>
                </a:cubicBezTo>
                <a:cubicBezTo>
                  <a:pt x="72107" y="46657"/>
                  <a:pt x="71438" y="44946"/>
                  <a:pt x="71438" y="42862"/>
                </a:cubicBezTo>
                <a:lnTo>
                  <a:pt x="71438" y="35718"/>
                </a:lnTo>
                <a:close/>
                <a:moveTo>
                  <a:pt x="78581" y="0"/>
                </a:moveTo>
                <a:cubicBezTo>
                  <a:pt x="80665" y="0"/>
                  <a:pt x="82377" y="669"/>
                  <a:pt x="83716" y="2009"/>
                </a:cubicBezTo>
                <a:cubicBezTo>
                  <a:pt x="85056" y="3348"/>
                  <a:pt x="85725" y="5060"/>
                  <a:pt x="85725" y="7143"/>
                </a:cubicBezTo>
                <a:lnTo>
                  <a:pt x="85725" y="21431"/>
                </a:lnTo>
                <a:lnTo>
                  <a:pt x="142875" y="21431"/>
                </a:lnTo>
                <a:lnTo>
                  <a:pt x="142875" y="7143"/>
                </a:lnTo>
                <a:cubicBezTo>
                  <a:pt x="142875" y="5060"/>
                  <a:pt x="143545" y="3348"/>
                  <a:pt x="144884" y="2009"/>
                </a:cubicBezTo>
                <a:cubicBezTo>
                  <a:pt x="146224" y="669"/>
                  <a:pt x="147935" y="0"/>
                  <a:pt x="150019" y="0"/>
                </a:cubicBezTo>
                <a:cubicBezTo>
                  <a:pt x="152103" y="0"/>
                  <a:pt x="153814" y="669"/>
                  <a:pt x="155154" y="2009"/>
                </a:cubicBezTo>
                <a:cubicBezTo>
                  <a:pt x="156493" y="3348"/>
                  <a:pt x="157163" y="5060"/>
                  <a:pt x="157163" y="7143"/>
                </a:cubicBezTo>
                <a:lnTo>
                  <a:pt x="157163" y="21431"/>
                </a:lnTo>
                <a:lnTo>
                  <a:pt x="214313" y="21431"/>
                </a:lnTo>
                <a:cubicBezTo>
                  <a:pt x="218182" y="21431"/>
                  <a:pt x="221531" y="22845"/>
                  <a:pt x="224359" y="25672"/>
                </a:cubicBezTo>
                <a:cubicBezTo>
                  <a:pt x="227186" y="28500"/>
                  <a:pt x="228600" y="31849"/>
                  <a:pt x="228600" y="35718"/>
                </a:cubicBezTo>
                <a:lnTo>
                  <a:pt x="228600" y="214312"/>
                </a:lnTo>
                <a:cubicBezTo>
                  <a:pt x="228600" y="218182"/>
                  <a:pt x="227186" y="221530"/>
                  <a:pt x="224359" y="224358"/>
                </a:cubicBezTo>
                <a:cubicBezTo>
                  <a:pt x="221531" y="227186"/>
                  <a:pt x="218182" y="228600"/>
                  <a:pt x="214313" y="228600"/>
                </a:cubicBezTo>
                <a:lnTo>
                  <a:pt x="14288" y="228600"/>
                </a:lnTo>
                <a:cubicBezTo>
                  <a:pt x="10418" y="228600"/>
                  <a:pt x="7070" y="227186"/>
                  <a:pt x="4242" y="224358"/>
                </a:cubicBezTo>
                <a:cubicBezTo>
                  <a:pt x="1414" y="221530"/>
                  <a:pt x="0" y="218182"/>
                  <a:pt x="0" y="214312"/>
                </a:cubicBezTo>
                <a:lnTo>
                  <a:pt x="0" y="35718"/>
                </a:lnTo>
                <a:cubicBezTo>
                  <a:pt x="0" y="31849"/>
                  <a:pt x="1414" y="28500"/>
                  <a:pt x="4242" y="25672"/>
                </a:cubicBezTo>
                <a:cubicBezTo>
                  <a:pt x="7070" y="22845"/>
                  <a:pt x="10418" y="21431"/>
                  <a:pt x="14288" y="21431"/>
                </a:cubicBezTo>
                <a:lnTo>
                  <a:pt x="71438" y="21431"/>
                </a:lnTo>
                <a:lnTo>
                  <a:pt x="71438" y="7143"/>
                </a:lnTo>
                <a:cubicBezTo>
                  <a:pt x="71438" y="5060"/>
                  <a:pt x="72107" y="3348"/>
                  <a:pt x="73447" y="2009"/>
                </a:cubicBezTo>
                <a:cubicBezTo>
                  <a:pt x="74786" y="669"/>
                  <a:pt x="76498" y="0"/>
                  <a:pt x="785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6" name="Freeform 125"/>
          <p:cNvSpPr/>
          <p:nvPr/>
        </p:nvSpPr>
        <p:spPr>
          <a:xfrm>
            <a:off x="6936657" y="3529656"/>
            <a:ext cx="135825" cy="196447"/>
          </a:xfrm>
          <a:custGeom>
            <a:avLst/>
            <a:gdLst/>
            <a:ahLst/>
            <a:cxnLst/>
            <a:rect l="l" t="t" r="r" b="b"/>
            <a:pathLst>
              <a:path w="158055" h="228600">
                <a:moveTo>
                  <a:pt x="57596" y="182612"/>
                </a:moveTo>
                <a:lnTo>
                  <a:pt x="57596" y="191988"/>
                </a:lnTo>
                <a:cubicBezTo>
                  <a:pt x="57596" y="199132"/>
                  <a:pt x="59456" y="204638"/>
                  <a:pt x="63177" y="208508"/>
                </a:cubicBezTo>
                <a:cubicBezTo>
                  <a:pt x="66898" y="212377"/>
                  <a:pt x="72032" y="214312"/>
                  <a:pt x="78581" y="214312"/>
                </a:cubicBezTo>
                <a:cubicBezTo>
                  <a:pt x="85725" y="214312"/>
                  <a:pt x="91157" y="212377"/>
                  <a:pt x="94877" y="208508"/>
                </a:cubicBezTo>
                <a:cubicBezTo>
                  <a:pt x="98598" y="204638"/>
                  <a:pt x="100458" y="199132"/>
                  <a:pt x="100458" y="191988"/>
                </a:cubicBezTo>
                <a:lnTo>
                  <a:pt x="100458" y="182612"/>
                </a:lnTo>
                <a:cubicBezTo>
                  <a:pt x="94208" y="184695"/>
                  <a:pt x="87064" y="185737"/>
                  <a:pt x="79027" y="185737"/>
                </a:cubicBezTo>
                <a:cubicBezTo>
                  <a:pt x="70693" y="185737"/>
                  <a:pt x="63549" y="184695"/>
                  <a:pt x="57596" y="182612"/>
                </a:cubicBezTo>
                <a:close/>
                <a:moveTo>
                  <a:pt x="79027" y="14287"/>
                </a:moveTo>
                <a:cubicBezTo>
                  <a:pt x="60870" y="14287"/>
                  <a:pt x="45541" y="20687"/>
                  <a:pt x="33039" y="33486"/>
                </a:cubicBezTo>
                <a:cubicBezTo>
                  <a:pt x="20538" y="46285"/>
                  <a:pt x="14287" y="61912"/>
                  <a:pt x="14287" y="80367"/>
                </a:cubicBezTo>
                <a:cubicBezTo>
                  <a:pt x="14287" y="88701"/>
                  <a:pt x="15626" y="96217"/>
                  <a:pt x="18305" y="102914"/>
                </a:cubicBezTo>
                <a:cubicBezTo>
                  <a:pt x="20984" y="109612"/>
                  <a:pt x="23812" y="114672"/>
                  <a:pt x="26789" y="118095"/>
                </a:cubicBezTo>
                <a:cubicBezTo>
                  <a:pt x="29765" y="121518"/>
                  <a:pt x="33783" y="125611"/>
                  <a:pt x="38844" y="130373"/>
                </a:cubicBezTo>
                <a:cubicBezTo>
                  <a:pt x="43606" y="134540"/>
                  <a:pt x="46806" y="137442"/>
                  <a:pt x="48443" y="139080"/>
                </a:cubicBezTo>
                <a:cubicBezTo>
                  <a:pt x="50080" y="140717"/>
                  <a:pt x="52015" y="143396"/>
                  <a:pt x="54247" y="147116"/>
                </a:cubicBezTo>
                <a:cubicBezTo>
                  <a:pt x="56480" y="150837"/>
                  <a:pt x="57596" y="154632"/>
                  <a:pt x="57596" y="158502"/>
                </a:cubicBezTo>
                <a:lnTo>
                  <a:pt x="57596" y="167878"/>
                </a:lnTo>
                <a:cubicBezTo>
                  <a:pt x="62061" y="170259"/>
                  <a:pt x="69205" y="171450"/>
                  <a:pt x="79027" y="171450"/>
                </a:cubicBezTo>
                <a:cubicBezTo>
                  <a:pt x="88255" y="171450"/>
                  <a:pt x="95398" y="170110"/>
                  <a:pt x="100458" y="167431"/>
                </a:cubicBezTo>
                <a:lnTo>
                  <a:pt x="100458" y="158502"/>
                </a:lnTo>
                <a:cubicBezTo>
                  <a:pt x="100458" y="153739"/>
                  <a:pt x="101649" y="149125"/>
                  <a:pt x="104030" y="144661"/>
                </a:cubicBezTo>
                <a:cubicBezTo>
                  <a:pt x="106412" y="140196"/>
                  <a:pt x="108644" y="136996"/>
                  <a:pt x="110728" y="135061"/>
                </a:cubicBezTo>
                <a:cubicBezTo>
                  <a:pt x="112811" y="133126"/>
                  <a:pt x="116234" y="130075"/>
                  <a:pt x="120997" y="125908"/>
                </a:cubicBezTo>
                <a:cubicBezTo>
                  <a:pt x="125759" y="121741"/>
                  <a:pt x="129554" y="118095"/>
                  <a:pt x="132382" y="114969"/>
                </a:cubicBezTo>
                <a:cubicBezTo>
                  <a:pt x="135210" y="111844"/>
                  <a:pt x="137814" y="107230"/>
                  <a:pt x="140196" y="101128"/>
                </a:cubicBezTo>
                <a:cubicBezTo>
                  <a:pt x="142577" y="95026"/>
                  <a:pt x="143767" y="88106"/>
                  <a:pt x="143767" y="80367"/>
                </a:cubicBezTo>
                <a:cubicBezTo>
                  <a:pt x="143767" y="61912"/>
                  <a:pt x="137517" y="46285"/>
                  <a:pt x="125015" y="33486"/>
                </a:cubicBezTo>
                <a:cubicBezTo>
                  <a:pt x="112514" y="20687"/>
                  <a:pt x="97184" y="14287"/>
                  <a:pt x="79027" y="14287"/>
                </a:cubicBezTo>
                <a:close/>
                <a:moveTo>
                  <a:pt x="79027" y="0"/>
                </a:moveTo>
                <a:cubicBezTo>
                  <a:pt x="101054" y="0"/>
                  <a:pt x="119732" y="7813"/>
                  <a:pt x="135061" y="23440"/>
                </a:cubicBezTo>
                <a:cubicBezTo>
                  <a:pt x="150390" y="39067"/>
                  <a:pt x="158055" y="58043"/>
                  <a:pt x="158055" y="80367"/>
                </a:cubicBezTo>
                <a:cubicBezTo>
                  <a:pt x="158055" y="89892"/>
                  <a:pt x="156492" y="98598"/>
                  <a:pt x="153367" y="106486"/>
                </a:cubicBezTo>
                <a:cubicBezTo>
                  <a:pt x="150241" y="114374"/>
                  <a:pt x="147042" y="120178"/>
                  <a:pt x="143767" y="123899"/>
                </a:cubicBezTo>
                <a:cubicBezTo>
                  <a:pt x="140493" y="127620"/>
                  <a:pt x="136028" y="131861"/>
                  <a:pt x="130373" y="136624"/>
                </a:cubicBezTo>
                <a:cubicBezTo>
                  <a:pt x="126206" y="140196"/>
                  <a:pt x="123304" y="142726"/>
                  <a:pt x="121667" y="144214"/>
                </a:cubicBezTo>
                <a:cubicBezTo>
                  <a:pt x="120029" y="145702"/>
                  <a:pt x="118467" y="147786"/>
                  <a:pt x="116978" y="150465"/>
                </a:cubicBezTo>
                <a:cubicBezTo>
                  <a:pt x="115490" y="153144"/>
                  <a:pt x="114746" y="155823"/>
                  <a:pt x="114746" y="158502"/>
                </a:cubicBezTo>
                <a:lnTo>
                  <a:pt x="114746" y="170557"/>
                </a:lnTo>
                <a:cubicBezTo>
                  <a:pt x="114746" y="170557"/>
                  <a:pt x="114746" y="170854"/>
                  <a:pt x="114746" y="171450"/>
                </a:cubicBezTo>
                <a:lnTo>
                  <a:pt x="114746" y="191988"/>
                </a:lnTo>
                <a:cubicBezTo>
                  <a:pt x="114746" y="203001"/>
                  <a:pt x="111472" y="211856"/>
                  <a:pt x="104923" y="218554"/>
                </a:cubicBezTo>
                <a:cubicBezTo>
                  <a:pt x="98375" y="225251"/>
                  <a:pt x="89892" y="228600"/>
                  <a:pt x="79474" y="228600"/>
                </a:cubicBezTo>
                <a:cubicBezTo>
                  <a:pt x="68460" y="228600"/>
                  <a:pt x="59680" y="225251"/>
                  <a:pt x="53131" y="218554"/>
                </a:cubicBezTo>
                <a:cubicBezTo>
                  <a:pt x="46583" y="211856"/>
                  <a:pt x="43308" y="203001"/>
                  <a:pt x="43308" y="191988"/>
                </a:cubicBezTo>
                <a:lnTo>
                  <a:pt x="43308" y="171450"/>
                </a:lnTo>
                <a:cubicBezTo>
                  <a:pt x="43308" y="171152"/>
                  <a:pt x="43308" y="170854"/>
                  <a:pt x="43308" y="170557"/>
                </a:cubicBezTo>
                <a:lnTo>
                  <a:pt x="43308" y="158502"/>
                </a:lnTo>
                <a:cubicBezTo>
                  <a:pt x="43308" y="154930"/>
                  <a:pt x="39439" y="149721"/>
                  <a:pt x="31700" y="142875"/>
                </a:cubicBezTo>
                <a:cubicBezTo>
                  <a:pt x="30807" y="141982"/>
                  <a:pt x="30063" y="141386"/>
                  <a:pt x="29467" y="141089"/>
                </a:cubicBezTo>
                <a:cubicBezTo>
                  <a:pt x="23812" y="135731"/>
                  <a:pt x="19273" y="131043"/>
                  <a:pt x="15850" y="127024"/>
                </a:cubicBezTo>
                <a:cubicBezTo>
                  <a:pt x="12427" y="123006"/>
                  <a:pt x="8929" y="116755"/>
                  <a:pt x="5357" y="108272"/>
                </a:cubicBezTo>
                <a:cubicBezTo>
                  <a:pt x="1785" y="99789"/>
                  <a:pt x="0" y="90487"/>
                  <a:pt x="0" y="80367"/>
                </a:cubicBezTo>
                <a:cubicBezTo>
                  <a:pt x="0" y="58043"/>
                  <a:pt x="7664" y="39067"/>
                  <a:pt x="22993" y="23440"/>
                </a:cubicBezTo>
                <a:cubicBezTo>
                  <a:pt x="38323" y="7813"/>
                  <a:pt x="57001" y="0"/>
                  <a:pt x="7902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7" name="Freeform 126"/>
          <p:cNvSpPr/>
          <p:nvPr/>
        </p:nvSpPr>
        <p:spPr>
          <a:xfrm>
            <a:off x="636810" y="3912991"/>
            <a:ext cx="190307" cy="196447"/>
          </a:xfrm>
          <a:custGeom>
            <a:avLst/>
            <a:gdLst/>
            <a:ahLst/>
            <a:cxnLst/>
            <a:rect l="l" t="t" r="r" b="b"/>
            <a:pathLst>
              <a:path w="221456" h="228600">
                <a:moveTo>
                  <a:pt x="92869" y="128141"/>
                </a:moveTo>
                <a:lnTo>
                  <a:pt x="92869" y="214312"/>
                </a:lnTo>
                <a:lnTo>
                  <a:pt x="128588" y="214312"/>
                </a:lnTo>
                <a:lnTo>
                  <a:pt x="128588" y="128141"/>
                </a:lnTo>
                <a:close/>
                <a:moveTo>
                  <a:pt x="85725" y="113853"/>
                </a:moveTo>
                <a:lnTo>
                  <a:pt x="135731" y="113853"/>
                </a:lnTo>
                <a:cubicBezTo>
                  <a:pt x="137815" y="113853"/>
                  <a:pt x="139526" y="114523"/>
                  <a:pt x="140866" y="115862"/>
                </a:cubicBezTo>
                <a:cubicBezTo>
                  <a:pt x="142205" y="117202"/>
                  <a:pt x="142875" y="118913"/>
                  <a:pt x="142875" y="120997"/>
                </a:cubicBezTo>
                <a:lnTo>
                  <a:pt x="142875" y="221456"/>
                </a:lnTo>
                <a:cubicBezTo>
                  <a:pt x="142875" y="223539"/>
                  <a:pt x="142205" y="225251"/>
                  <a:pt x="140866" y="226590"/>
                </a:cubicBezTo>
                <a:cubicBezTo>
                  <a:pt x="139526" y="227930"/>
                  <a:pt x="137815" y="228600"/>
                  <a:pt x="135731" y="228600"/>
                </a:cubicBezTo>
                <a:lnTo>
                  <a:pt x="85725" y="228600"/>
                </a:lnTo>
                <a:cubicBezTo>
                  <a:pt x="83642" y="228600"/>
                  <a:pt x="81930" y="227930"/>
                  <a:pt x="80591" y="226590"/>
                </a:cubicBezTo>
                <a:cubicBezTo>
                  <a:pt x="79251" y="225251"/>
                  <a:pt x="78581" y="223539"/>
                  <a:pt x="78581" y="221456"/>
                </a:cubicBezTo>
                <a:lnTo>
                  <a:pt x="78581" y="120997"/>
                </a:lnTo>
                <a:cubicBezTo>
                  <a:pt x="78581" y="118913"/>
                  <a:pt x="79251" y="117202"/>
                  <a:pt x="80591" y="115862"/>
                </a:cubicBezTo>
                <a:cubicBezTo>
                  <a:pt x="81930" y="114523"/>
                  <a:pt x="83642" y="113853"/>
                  <a:pt x="85725" y="113853"/>
                </a:cubicBezTo>
                <a:close/>
                <a:moveTo>
                  <a:pt x="14288" y="85725"/>
                </a:moveTo>
                <a:lnTo>
                  <a:pt x="14288" y="214312"/>
                </a:lnTo>
                <a:lnTo>
                  <a:pt x="50006" y="214312"/>
                </a:lnTo>
                <a:lnTo>
                  <a:pt x="50006" y="85725"/>
                </a:lnTo>
                <a:close/>
                <a:moveTo>
                  <a:pt x="7144" y="71437"/>
                </a:moveTo>
                <a:lnTo>
                  <a:pt x="57150" y="71437"/>
                </a:lnTo>
                <a:cubicBezTo>
                  <a:pt x="59234" y="71437"/>
                  <a:pt x="60945" y="72107"/>
                  <a:pt x="62285" y="73446"/>
                </a:cubicBezTo>
                <a:cubicBezTo>
                  <a:pt x="63624" y="74786"/>
                  <a:pt x="64294" y="76497"/>
                  <a:pt x="64294" y="78581"/>
                </a:cubicBezTo>
                <a:lnTo>
                  <a:pt x="64294" y="221456"/>
                </a:lnTo>
                <a:cubicBezTo>
                  <a:pt x="64294" y="223539"/>
                  <a:pt x="63624" y="225251"/>
                  <a:pt x="62285" y="226590"/>
                </a:cubicBezTo>
                <a:cubicBezTo>
                  <a:pt x="60945" y="227930"/>
                  <a:pt x="59234" y="228600"/>
                  <a:pt x="57150" y="228600"/>
                </a:cubicBezTo>
                <a:lnTo>
                  <a:pt x="7144" y="228600"/>
                </a:lnTo>
                <a:cubicBezTo>
                  <a:pt x="5060" y="228600"/>
                  <a:pt x="3349" y="227930"/>
                  <a:pt x="2009" y="226590"/>
                </a:cubicBezTo>
                <a:cubicBezTo>
                  <a:pt x="670" y="225251"/>
                  <a:pt x="0" y="223539"/>
                  <a:pt x="0" y="221456"/>
                </a:cubicBezTo>
                <a:lnTo>
                  <a:pt x="0" y="78581"/>
                </a:lnTo>
                <a:cubicBezTo>
                  <a:pt x="0" y="76497"/>
                  <a:pt x="670" y="74786"/>
                  <a:pt x="2009" y="73446"/>
                </a:cubicBezTo>
                <a:cubicBezTo>
                  <a:pt x="3349" y="72107"/>
                  <a:pt x="5060" y="71437"/>
                  <a:pt x="7144" y="71437"/>
                </a:cubicBezTo>
                <a:close/>
                <a:moveTo>
                  <a:pt x="171450" y="14287"/>
                </a:moveTo>
                <a:lnTo>
                  <a:pt x="171450" y="214312"/>
                </a:lnTo>
                <a:lnTo>
                  <a:pt x="207169" y="214312"/>
                </a:lnTo>
                <a:lnTo>
                  <a:pt x="207169" y="14287"/>
                </a:lnTo>
                <a:close/>
                <a:moveTo>
                  <a:pt x="164306" y="0"/>
                </a:moveTo>
                <a:lnTo>
                  <a:pt x="214313" y="0"/>
                </a:lnTo>
                <a:cubicBezTo>
                  <a:pt x="216396" y="0"/>
                  <a:pt x="218108" y="669"/>
                  <a:pt x="219447" y="2009"/>
                </a:cubicBezTo>
                <a:cubicBezTo>
                  <a:pt x="220787" y="3348"/>
                  <a:pt x="221456" y="5060"/>
                  <a:pt x="221456" y="7143"/>
                </a:cubicBezTo>
                <a:lnTo>
                  <a:pt x="221456" y="221456"/>
                </a:lnTo>
                <a:cubicBezTo>
                  <a:pt x="221456" y="223539"/>
                  <a:pt x="220787" y="225251"/>
                  <a:pt x="219447" y="226590"/>
                </a:cubicBezTo>
                <a:cubicBezTo>
                  <a:pt x="218108" y="227930"/>
                  <a:pt x="216396" y="228600"/>
                  <a:pt x="214313" y="228600"/>
                </a:cubicBezTo>
                <a:lnTo>
                  <a:pt x="164306" y="228600"/>
                </a:lnTo>
                <a:cubicBezTo>
                  <a:pt x="162520" y="228600"/>
                  <a:pt x="160883" y="227930"/>
                  <a:pt x="159395" y="226590"/>
                </a:cubicBezTo>
                <a:cubicBezTo>
                  <a:pt x="157907" y="225251"/>
                  <a:pt x="157163" y="223539"/>
                  <a:pt x="157163" y="221456"/>
                </a:cubicBezTo>
                <a:lnTo>
                  <a:pt x="157163" y="7143"/>
                </a:lnTo>
                <a:cubicBezTo>
                  <a:pt x="157163" y="5060"/>
                  <a:pt x="157907" y="3348"/>
                  <a:pt x="159395" y="2009"/>
                </a:cubicBezTo>
                <a:cubicBezTo>
                  <a:pt x="160883" y="669"/>
                  <a:pt x="162520" y="0"/>
                  <a:pt x="1643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8" name="Freeform 127"/>
          <p:cNvSpPr/>
          <p:nvPr/>
        </p:nvSpPr>
        <p:spPr>
          <a:xfrm>
            <a:off x="965012" y="391299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57596"/>
                </a:moveTo>
                <a:lnTo>
                  <a:pt x="157609" y="99566"/>
                </a:lnTo>
                <a:cubicBezTo>
                  <a:pt x="160883" y="102840"/>
                  <a:pt x="160809" y="106188"/>
                  <a:pt x="157386" y="109612"/>
                </a:cubicBezTo>
                <a:cubicBezTo>
                  <a:pt x="153963" y="113035"/>
                  <a:pt x="150614" y="113109"/>
                  <a:pt x="147340" y="109835"/>
                </a:cubicBezTo>
                <a:lnTo>
                  <a:pt x="121444" y="83939"/>
                </a:lnTo>
                <a:lnTo>
                  <a:pt x="121444" y="164306"/>
                </a:lnTo>
                <a:cubicBezTo>
                  <a:pt x="121444" y="166389"/>
                  <a:pt x="120774" y="168101"/>
                  <a:pt x="119435" y="169440"/>
                </a:cubicBezTo>
                <a:cubicBezTo>
                  <a:pt x="118095" y="170780"/>
                  <a:pt x="116458" y="171450"/>
                  <a:pt x="114523" y="171450"/>
                </a:cubicBezTo>
                <a:cubicBezTo>
                  <a:pt x="112589" y="171450"/>
                  <a:pt x="110877" y="170780"/>
                  <a:pt x="109389" y="169440"/>
                </a:cubicBezTo>
                <a:cubicBezTo>
                  <a:pt x="107901" y="168101"/>
                  <a:pt x="107156" y="166389"/>
                  <a:pt x="107156" y="164306"/>
                </a:cubicBezTo>
                <a:lnTo>
                  <a:pt x="107156" y="83492"/>
                </a:lnTo>
                <a:lnTo>
                  <a:pt x="80814" y="109835"/>
                </a:lnTo>
                <a:cubicBezTo>
                  <a:pt x="77540" y="113109"/>
                  <a:pt x="74265" y="113109"/>
                  <a:pt x="70991" y="109835"/>
                </a:cubicBezTo>
                <a:cubicBezTo>
                  <a:pt x="69503" y="108347"/>
                  <a:pt x="68759" y="106635"/>
                  <a:pt x="68759" y="104700"/>
                </a:cubicBezTo>
                <a:cubicBezTo>
                  <a:pt x="68759" y="102765"/>
                  <a:pt x="69503" y="101054"/>
                  <a:pt x="70991" y="99566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571"/>
                  <a:pt x="43532" y="185067"/>
                </a:cubicBezTo>
                <a:cubicBezTo>
                  <a:pt x="63029" y="204564"/>
                  <a:pt x="86618" y="214312"/>
                  <a:pt x="114300" y="214312"/>
                </a:cubicBezTo>
                <a:cubicBezTo>
                  <a:pt x="141982" y="214312"/>
                  <a:pt x="165572" y="204564"/>
                  <a:pt x="185068" y="185067"/>
                </a:cubicBezTo>
                <a:cubicBezTo>
                  <a:pt x="204564" y="165571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29" name="Freeform 128"/>
          <p:cNvSpPr/>
          <p:nvPr/>
        </p:nvSpPr>
        <p:spPr>
          <a:xfrm>
            <a:off x="1299352" y="391299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4067" y="68591"/>
                </a:moveTo>
                <a:cubicBezTo>
                  <a:pt x="125741" y="68554"/>
                  <a:pt x="127397" y="69354"/>
                  <a:pt x="129034" y="70991"/>
                </a:cubicBezTo>
                <a:lnTo>
                  <a:pt x="171004" y="114300"/>
                </a:lnTo>
                <a:lnTo>
                  <a:pt x="129034" y="157609"/>
                </a:lnTo>
                <a:cubicBezTo>
                  <a:pt x="127546" y="159097"/>
                  <a:pt x="125834" y="159841"/>
                  <a:pt x="123900" y="159841"/>
                </a:cubicBezTo>
                <a:cubicBezTo>
                  <a:pt x="121965" y="159841"/>
                  <a:pt x="120253" y="159097"/>
                  <a:pt x="118765" y="157609"/>
                </a:cubicBezTo>
                <a:cubicBezTo>
                  <a:pt x="115491" y="154334"/>
                  <a:pt x="115491" y="151060"/>
                  <a:pt x="118765" y="147786"/>
                </a:cubicBezTo>
                <a:lnTo>
                  <a:pt x="145108" y="121443"/>
                </a:lnTo>
                <a:lnTo>
                  <a:pt x="64294" y="121443"/>
                </a:lnTo>
                <a:cubicBezTo>
                  <a:pt x="62210" y="121443"/>
                  <a:pt x="60499" y="120699"/>
                  <a:pt x="59159" y="119211"/>
                </a:cubicBezTo>
                <a:cubicBezTo>
                  <a:pt x="57820" y="117723"/>
                  <a:pt x="57150" y="116011"/>
                  <a:pt x="57150" y="114076"/>
                </a:cubicBezTo>
                <a:cubicBezTo>
                  <a:pt x="57150" y="112142"/>
                  <a:pt x="57820" y="110505"/>
                  <a:pt x="59159" y="109165"/>
                </a:cubicBezTo>
                <a:cubicBezTo>
                  <a:pt x="60499" y="107826"/>
                  <a:pt x="62210" y="107156"/>
                  <a:pt x="64294" y="107156"/>
                </a:cubicBezTo>
                <a:lnTo>
                  <a:pt x="144661" y="107156"/>
                </a:lnTo>
                <a:lnTo>
                  <a:pt x="118765" y="81260"/>
                </a:lnTo>
                <a:cubicBezTo>
                  <a:pt x="115491" y="77986"/>
                  <a:pt x="115565" y="74637"/>
                  <a:pt x="118988" y="71214"/>
                </a:cubicBezTo>
                <a:cubicBezTo>
                  <a:pt x="120700" y="69502"/>
                  <a:pt x="122393" y="68628"/>
                  <a:pt x="124067" y="68591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645"/>
                  <a:pt x="43532" y="185291"/>
                </a:cubicBezTo>
                <a:cubicBezTo>
                  <a:pt x="63029" y="204936"/>
                  <a:pt x="86618" y="214759"/>
                  <a:pt x="114300" y="214759"/>
                </a:cubicBezTo>
                <a:cubicBezTo>
                  <a:pt x="141982" y="214759"/>
                  <a:pt x="165572" y="204936"/>
                  <a:pt x="185068" y="185291"/>
                </a:cubicBezTo>
                <a:cubicBezTo>
                  <a:pt x="204564" y="165645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0" name="Freeform 129"/>
          <p:cNvSpPr/>
          <p:nvPr/>
        </p:nvSpPr>
        <p:spPr>
          <a:xfrm>
            <a:off x="1633692" y="391299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4533" y="68591"/>
                </a:moveTo>
                <a:cubicBezTo>
                  <a:pt x="106208" y="68628"/>
                  <a:pt x="107901" y="69502"/>
                  <a:pt x="109612" y="71214"/>
                </a:cubicBezTo>
                <a:cubicBezTo>
                  <a:pt x="113035" y="74637"/>
                  <a:pt x="113110" y="77986"/>
                  <a:pt x="109835" y="81260"/>
                </a:cubicBezTo>
                <a:lnTo>
                  <a:pt x="83939" y="107156"/>
                </a:lnTo>
                <a:lnTo>
                  <a:pt x="164306" y="107156"/>
                </a:lnTo>
                <a:cubicBezTo>
                  <a:pt x="166390" y="107156"/>
                  <a:pt x="168102" y="107826"/>
                  <a:pt x="169441" y="109165"/>
                </a:cubicBezTo>
                <a:cubicBezTo>
                  <a:pt x="170781" y="110505"/>
                  <a:pt x="171450" y="112142"/>
                  <a:pt x="171450" y="114076"/>
                </a:cubicBezTo>
                <a:cubicBezTo>
                  <a:pt x="171450" y="116011"/>
                  <a:pt x="170781" y="117723"/>
                  <a:pt x="169441" y="119211"/>
                </a:cubicBezTo>
                <a:cubicBezTo>
                  <a:pt x="168102" y="120699"/>
                  <a:pt x="166390" y="121443"/>
                  <a:pt x="164306" y="121443"/>
                </a:cubicBezTo>
                <a:lnTo>
                  <a:pt x="83493" y="121443"/>
                </a:lnTo>
                <a:lnTo>
                  <a:pt x="109835" y="147786"/>
                </a:lnTo>
                <a:cubicBezTo>
                  <a:pt x="113110" y="151060"/>
                  <a:pt x="113110" y="154334"/>
                  <a:pt x="109835" y="157609"/>
                </a:cubicBezTo>
                <a:cubicBezTo>
                  <a:pt x="108347" y="159097"/>
                  <a:pt x="106636" y="159841"/>
                  <a:pt x="104701" y="159841"/>
                </a:cubicBezTo>
                <a:cubicBezTo>
                  <a:pt x="102766" y="159841"/>
                  <a:pt x="101055" y="159097"/>
                  <a:pt x="99566" y="157609"/>
                </a:cubicBezTo>
                <a:lnTo>
                  <a:pt x="57597" y="114300"/>
                </a:lnTo>
                <a:lnTo>
                  <a:pt x="99566" y="70991"/>
                </a:lnTo>
                <a:cubicBezTo>
                  <a:pt x="101203" y="69354"/>
                  <a:pt x="102859" y="68554"/>
                  <a:pt x="104533" y="68591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645"/>
                  <a:pt x="43532" y="185291"/>
                </a:cubicBezTo>
                <a:cubicBezTo>
                  <a:pt x="63029" y="204936"/>
                  <a:pt x="86618" y="214759"/>
                  <a:pt x="114300" y="214759"/>
                </a:cubicBezTo>
                <a:cubicBezTo>
                  <a:pt x="141982" y="214759"/>
                  <a:pt x="165572" y="204936"/>
                  <a:pt x="185068" y="185291"/>
                </a:cubicBezTo>
                <a:cubicBezTo>
                  <a:pt x="204564" y="165645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1" name="Freeform 130"/>
          <p:cNvSpPr/>
          <p:nvPr/>
        </p:nvSpPr>
        <p:spPr>
          <a:xfrm>
            <a:off x="1968033" y="391299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077" y="57150"/>
                </a:moveTo>
                <a:cubicBezTo>
                  <a:pt x="116012" y="57150"/>
                  <a:pt x="117723" y="57819"/>
                  <a:pt x="119212" y="59159"/>
                </a:cubicBezTo>
                <a:cubicBezTo>
                  <a:pt x="120700" y="60498"/>
                  <a:pt x="121444" y="62210"/>
                  <a:pt x="121444" y="64293"/>
                </a:cubicBezTo>
                <a:lnTo>
                  <a:pt x="121444" y="145107"/>
                </a:lnTo>
                <a:lnTo>
                  <a:pt x="147787" y="118764"/>
                </a:lnTo>
                <a:cubicBezTo>
                  <a:pt x="151061" y="115490"/>
                  <a:pt x="154335" y="115490"/>
                  <a:pt x="157609" y="118764"/>
                </a:cubicBezTo>
                <a:cubicBezTo>
                  <a:pt x="159098" y="120253"/>
                  <a:pt x="159842" y="121964"/>
                  <a:pt x="159842" y="123899"/>
                </a:cubicBezTo>
                <a:cubicBezTo>
                  <a:pt x="159842" y="125834"/>
                  <a:pt x="159098" y="127545"/>
                  <a:pt x="157609" y="129034"/>
                </a:cubicBezTo>
                <a:lnTo>
                  <a:pt x="114300" y="171003"/>
                </a:lnTo>
                <a:lnTo>
                  <a:pt x="70991" y="129034"/>
                </a:lnTo>
                <a:cubicBezTo>
                  <a:pt x="67717" y="125462"/>
                  <a:pt x="67791" y="122039"/>
                  <a:pt x="71215" y="118764"/>
                </a:cubicBezTo>
                <a:cubicBezTo>
                  <a:pt x="74638" y="115490"/>
                  <a:pt x="77986" y="115490"/>
                  <a:pt x="81260" y="118764"/>
                </a:cubicBezTo>
                <a:lnTo>
                  <a:pt x="107156" y="144661"/>
                </a:lnTo>
                <a:lnTo>
                  <a:pt x="107156" y="64293"/>
                </a:lnTo>
                <a:cubicBezTo>
                  <a:pt x="107156" y="62210"/>
                  <a:pt x="107826" y="60498"/>
                  <a:pt x="109166" y="59159"/>
                </a:cubicBezTo>
                <a:cubicBezTo>
                  <a:pt x="110505" y="57819"/>
                  <a:pt x="112142" y="57150"/>
                  <a:pt x="114077" y="57150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571"/>
                  <a:pt x="43532" y="185067"/>
                </a:cubicBezTo>
                <a:cubicBezTo>
                  <a:pt x="63029" y="204564"/>
                  <a:pt x="86618" y="214312"/>
                  <a:pt x="114300" y="214312"/>
                </a:cubicBezTo>
                <a:cubicBezTo>
                  <a:pt x="141982" y="214312"/>
                  <a:pt x="165646" y="204564"/>
                  <a:pt x="185291" y="185067"/>
                </a:cubicBezTo>
                <a:cubicBezTo>
                  <a:pt x="204937" y="165571"/>
                  <a:pt x="214759" y="141982"/>
                  <a:pt x="214759" y="114300"/>
                </a:cubicBezTo>
                <a:cubicBezTo>
                  <a:pt x="214759" y="86618"/>
                  <a:pt x="204937" y="63028"/>
                  <a:pt x="185291" y="43532"/>
                </a:cubicBezTo>
                <a:cubicBezTo>
                  <a:pt x="165646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2" name="Freeform 131"/>
          <p:cNvSpPr/>
          <p:nvPr/>
        </p:nvSpPr>
        <p:spPr>
          <a:xfrm>
            <a:off x="2302374" y="391299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844" y="48666"/>
                </a:moveTo>
                <a:cubicBezTo>
                  <a:pt x="22473" y="67419"/>
                  <a:pt x="14288" y="89297"/>
                  <a:pt x="14288" y="114300"/>
                </a:cubicBezTo>
                <a:cubicBezTo>
                  <a:pt x="14288" y="141982"/>
                  <a:pt x="24036" y="165645"/>
                  <a:pt x="43532" y="185291"/>
                </a:cubicBezTo>
                <a:cubicBezTo>
                  <a:pt x="63029" y="204936"/>
                  <a:pt x="86618" y="214759"/>
                  <a:pt x="114300" y="214759"/>
                </a:cubicBezTo>
                <a:cubicBezTo>
                  <a:pt x="139303" y="214759"/>
                  <a:pt x="161181" y="206424"/>
                  <a:pt x="179933" y="189755"/>
                </a:cubicBezTo>
                <a:close/>
                <a:moveTo>
                  <a:pt x="114300" y="14287"/>
                </a:moveTo>
                <a:cubicBezTo>
                  <a:pt x="89595" y="14287"/>
                  <a:pt x="67866" y="22473"/>
                  <a:pt x="49114" y="38844"/>
                </a:cubicBezTo>
                <a:lnTo>
                  <a:pt x="190203" y="179486"/>
                </a:lnTo>
                <a:cubicBezTo>
                  <a:pt x="206276" y="160734"/>
                  <a:pt x="214313" y="139005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3" name="Freeform 132"/>
          <p:cNvSpPr/>
          <p:nvPr/>
        </p:nvSpPr>
        <p:spPr>
          <a:xfrm>
            <a:off x="2636715" y="3925270"/>
            <a:ext cx="196447" cy="171891"/>
          </a:xfrm>
          <a:custGeom>
            <a:avLst/>
            <a:gdLst/>
            <a:ahLst/>
            <a:cxnLst/>
            <a:rect l="l" t="t" r="r" b="b"/>
            <a:pathLst>
              <a:path w="228600" h="200025">
                <a:moveTo>
                  <a:pt x="114300" y="14288"/>
                </a:moveTo>
                <a:cubicBezTo>
                  <a:pt x="86618" y="14288"/>
                  <a:pt x="63029" y="21283"/>
                  <a:pt x="43532" y="35272"/>
                </a:cubicBezTo>
                <a:cubicBezTo>
                  <a:pt x="24036" y="49262"/>
                  <a:pt x="14288" y="66080"/>
                  <a:pt x="14288" y="85725"/>
                </a:cubicBezTo>
                <a:cubicBezTo>
                  <a:pt x="14288" y="97631"/>
                  <a:pt x="17785" y="108645"/>
                  <a:pt x="24780" y="118765"/>
                </a:cubicBezTo>
                <a:cubicBezTo>
                  <a:pt x="31775" y="128885"/>
                  <a:pt x="41523" y="137220"/>
                  <a:pt x="54025" y="143768"/>
                </a:cubicBezTo>
                <a:lnTo>
                  <a:pt x="62062" y="147786"/>
                </a:lnTo>
                <a:lnTo>
                  <a:pt x="62062" y="156270"/>
                </a:lnTo>
                <a:lnTo>
                  <a:pt x="62062" y="157609"/>
                </a:lnTo>
                <a:lnTo>
                  <a:pt x="62062" y="158056"/>
                </a:lnTo>
                <a:cubicBezTo>
                  <a:pt x="61764" y="164902"/>
                  <a:pt x="60127" y="172492"/>
                  <a:pt x="57150" y="180826"/>
                </a:cubicBezTo>
                <a:cubicBezTo>
                  <a:pt x="63103" y="177850"/>
                  <a:pt x="68833" y="174352"/>
                  <a:pt x="74340" y="170334"/>
                </a:cubicBezTo>
                <a:cubicBezTo>
                  <a:pt x="79847" y="166316"/>
                  <a:pt x="83344" y="163413"/>
                  <a:pt x="84832" y="161627"/>
                </a:cubicBezTo>
                <a:lnTo>
                  <a:pt x="89744" y="155377"/>
                </a:lnTo>
                <a:lnTo>
                  <a:pt x="97780" y="156270"/>
                </a:lnTo>
                <a:cubicBezTo>
                  <a:pt x="101055" y="156865"/>
                  <a:pt x="104626" y="157163"/>
                  <a:pt x="108496" y="157163"/>
                </a:cubicBezTo>
                <a:lnTo>
                  <a:pt x="110728" y="157163"/>
                </a:lnTo>
                <a:lnTo>
                  <a:pt x="114300" y="157163"/>
                </a:lnTo>
                <a:cubicBezTo>
                  <a:pt x="141982" y="157163"/>
                  <a:pt x="165572" y="150168"/>
                  <a:pt x="185068" y="136178"/>
                </a:cubicBezTo>
                <a:cubicBezTo>
                  <a:pt x="204564" y="122188"/>
                  <a:pt x="214313" y="105370"/>
                  <a:pt x="214313" y="85725"/>
                </a:cubicBezTo>
                <a:cubicBezTo>
                  <a:pt x="214313" y="66080"/>
                  <a:pt x="204564" y="49262"/>
                  <a:pt x="185068" y="35272"/>
                </a:cubicBezTo>
                <a:cubicBezTo>
                  <a:pt x="165572" y="21283"/>
                  <a:pt x="141982" y="14288"/>
                  <a:pt x="114300" y="14288"/>
                </a:cubicBezTo>
                <a:close/>
                <a:moveTo>
                  <a:pt x="114300" y="0"/>
                </a:moveTo>
                <a:cubicBezTo>
                  <a:pt x="145852" y="0"/>
                  <a:pt x="172790" y="8335"/>
                  <a:pt x="195114" y="25003"/>
                </a:cubicBezTo>
                <a:cubicBezTo>
                  <a:pt x="217438" y="41672"/>
                  <a:pt x="228600" y="61913"/>
                  <a:pt x="228600" y="85725"/>
                </a:cubicBezTo>
                <a:cubicBezTo>
                  <a:pt x="228600" y="109538"/>
                  <a:pt x="217438" y="129778"/>
                  <a:pt x="195114" y="146447"/>
                </a:cubicBezTo>
                <a:cubicBezTo>
                  <a:pt x="172790" y="163116"/>
                  <a:pt x="145852" y="171450"/>
                  <a:pt x="114300" y="171450"/>
                </a:cubicBezTo>
                <a:cubicBezTo>
                  <a:pt x="113407" y="171450"/>
                  <a:pt x="112365" y="171450"/>
                  <a:pt x="111175" y="171450"/>
                </a:cubicBezTo>
                <a:cubicBezTo>
                  <a:pt x="109984" y="171450"/>
                  <a:pt x="109091" y="171450"/>
                  <a:pt x="108496" y="171450"/>
                </a:cubicBezTo>
                <a:cubicBezTo>
                  <a:pt x="103733" y="171450"/>
                  <a:pt x="99417" y="171152"/>
                  <a:pt x="95548" y="170557"/>
                </a:cubicBezTo>
                <a:cubicBezTo>
                  <a:pt x="91976" y="175022"/>
                  <a:pt x="84907" y="180603"/>
                  <a:pt x="74340" y="187300"/>
                </a:cubicBezTo>
                <a:cubicBezTo>
                  <a:pt x="63773" y="193998"/>
                  <a:pt x="53727" y="198239"/>
                  <a:pt x="44202" y="200025"/>
                </a:cubicBezTo>
                <a:lnTo>
                  <a:pt x="43756" y="200025"/>
                </a:lnTo>
                <a:cubicBezTo>
                  <a:pt x="43756" y="200025"/>
                  <a:pt x="43532" y="200025"/>
                  <a:pt x="43086" y="200025"/>
                </a:cubicBezTo>
                <a:cubicBezTo>
                  <a:pt x="42640" y="200025"/>
                  <a:pt x="42416" y="200025"/>
                  <a:pt x="42416" y="200025"/>
                </a:cubicBezTo>
                <a:cubicBezTo>
                  <a:pt x="40333" y="200025"/>
                  <a:pt x="38696" y="199430"/>
                  <a:pt x="37505" y="198239"/>
                </a:cubicBezTo>
                <a:cubicBezTo>
                  <a:pt x="36314" y="197049"/>
                  <a:pt x="35719" y="195560"/>
                  <a:pt x="35719" y="193774"/>
                </a:cubicBezTo>
                <a:cubicBezTo>
                  <a:pt x="35719" y="192881"/>
                  <a:pt x="35868" y="191988"/>
                  <a:pt x="36165" y="191095"/>
                </a:cubicBezTo>
                <a:cubicBezTo>
                  <a:pt x="43905" y="177999"/>
                  <a:pt x="47774" y="166539"/>
                  <a:pt x="47774" y="156716"/>
                </a:cubicBezTo>
                <a:cubicBezTo>
                  <a:pt x="47774" y="156418"/>
                  <a:pt x="47774" y="156270"/>
                  <a:pt x="47774" y="156270"/>
                </a:cubicBezTo>
                <a:cubicBezTo>
                  <a:pt x="32594" y="148531"/>
                  <a:pt x="20836" y="138485"/>
                  <a:pt x="12502" y="126132"/>
                </a:cubicBezTo>
                <a:cubicBezTo>
                  <a:pt x="4167" y="113779"/>
                  <a:pt x="0" y="100310"/>
                  <a:pt x="0" y="85725"/>
                </a:cubicBezTo>
                <a:cubicBezTo>
                  <a:pt x="0" y="61913"/>
                  <a:pt x="11162" y="41672"/>
                  <a:pt x="33487" y="25003"/>
                </a:cubicBezTo>
                <a:cubicBezTo>
                  <a:pt x="55811" y="8335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4" name="Freeform 133"/>
          <p:cNvSpPr/>
          <p:nvPr/>
        </p:nvSpPr>
        <p:spPr>
          <a:xfrm>
            <a:off x="2971055" y="3943686"/>
            <a:ext cx="196447" cy="135057"/>
          </a:xfrm>
          <a:custGeom>
            <a:avLst/>
            <a:gdLst/>
            <a:ahLst/>
            <a:cxnLst/>
            <a:rect l="l" t="t" r="r" b="b"/>
            <a:pathLst>
              <a:path w="228600" h="157163">
                <a:moveTo>
                  <a:pt x="14734" y="14288"/>
                </a:moveTo>
                <a:cubicBezTo>
                  <a:pt x="14437" y="14288"/>
                  <a:pt x="14288" y="14437"/>
                  <a:pt x="14288" y="14734"/>
                </a:cubicBezTo>
                <a:lnTo>
                  <a:pt x="14288" y="142429"/>
                </a:lnTo>
                <a:cubicBezTo>
                  <a:pt x="14288" y="142727"/>
                  <a:pt x="14437" y="142875"/>
                  <a:pt x="14734" y="142875"/>
                </a:cubicBezTo>
                <a:lnTo>
                  <a:pt x="142429" y="142875"/>
                </a:lnTo>
                <a:cubicBezTo>
                  <a:pt x="142726" y="142875"/>
                  <a:pt x="142875" y="142727"/>
                  <a:pt x="142875" y="142429"/>
                </a:cubicBezTo>
                <a:lnTo>
                  <a:pt x="142875" y="114300"/>
                </a:lnTo>
                <a:cubicBezTo>
                  <a:pt x="142875" y="108645"/>
                  <a:pt x="145405" y="104478"/>
                  <a:pt x="150465" y="101799"/>
                </a:cubicBezTo>
                <a:cubicBezTo>
                  <a:pt x="152549" y="100608"/>
                  <a:pt x="154781" y="100013"/>
                  <a:pt x="157163" y="100013"/>
                </a:cubicBezTo>
                <a:cubicBezTo>
                  <a:pt x="160139" y="100013"/>
                  <a:pt x="162967" y="100906"/>
                  <a:pt x="165646" y="102692"/>
                </a:cubicBezTo>
                <a:lnTo>
                  <a:pt x="214313" y="129481"/>
                </a:lnTo>
                <a:lnTo>
                  <a:pt x="214313" y="27682"/>
                </a:lnTo>
                <a:lnTo>
                  <a:pt x="165646" y="54918"/>
                </a:lnTo>
                <a:cubicBezTo>
                  <a:pt x="163265" y="56704"/>
                  <a:pt x="160437" y="57597"/>
                  <a:pt x="157163" y="57597"/>
                </a:cubicBezTo>
                <a:cubicBezTo>
                  <a:pt x="154781" y="57597"/>
                  <a:pt x="152549" y="57002"/>
                  <a:pt x="150465" y="55811"/>
                </a:cubicBezTo>
                <a:cubicBezTo>
                  <a:pt x="145405" y="53132"/>
                  <a:pt x="142875" y="48965"/>
                  <a:pt x="142875" y="43309"/>
                </a:cubicBezTo>
                <a:lnTo>
                  <a:pt x="142875" y="14734"/>
                </a:lnTo>
                <a:cubicBezTo>
                  <a:pt x="142875" y="14437"/>
                  <a:pt x="142726" y="14288"/>
                  <a:pt x="142429" y="14288"/>
                </a:cubicBezTo>
                <a:close/>
                <a:moveTo>
                  <a:pt x="14734" y="0"/>
                </a:moveTo>
                <a:lnTo>
                  <a:pt x="142429" y="0"/>
                </a:lnTo>
                <a:cubicBezTo>
                  <a:pt x="146596" y="0"/>
                  <a:pt x="150093" y="1414"/>
                  <a:pt x="152921" y="4242"/>
                </a:cubicBezTo>
                <a:cubicBezTo>
                  <a:pt x="155749" y="7070"/>
                  <a:pt x="157163" y="10567"/>
                  <a:pt x="157163" y="14734"/>
                </a:cubicBezTo>
                <a:lnTo>
                  <a:pt x="157163" y="43309"/>
                </a:lnTo>
                <a:lnTo>
                  <a:pt x="214759" y="9377"/>
                </a:lnTo>
                <a:cubicBezTo>
                  <a:pt x="216247" y="7888"/>
                  <a:pt x="218331" y="7144"/>
                  <a:pt x="221010" y="7144"/>
                </a:cubicBezTo>
                <a:cubicBezTo>
                  <a:pt x="222201" y="7144"/>
                  <a:pt x="223242" y="7293"/>
                  <a:pt x="224135" y="7591"/>
                </a:cubicBezTo>
                <a:cubicBezTo>
                  <a:pt x="227112" y="8781"/>
                  <a:pt x="228600" y="11014"/>
                  <a:pt x="228600" y="14288"/>
                </a:cubicBezTo>
                <a:lnTo>
                  <a:pt x="228600" y="142875"/>
                </a:lnTo>
                <a:cubicBezTo>
                  <a:pt x="228600" y="146150"/>
                  <a:pt x="227112" y="148382"/>
                  <a:pt x="224135" y="149573"/>
                </a:cubicBezTo>
                <a:cubicBezTo>
                  <a:pt x="223242" y="149870"/>
                  <a:pt x="222201" y="150019"/>
                  <a:pt x="221010" y="150019"/>
                </a:cubicBezTo>
                <a:cubicBezTo>
                  <a:pt x="218629" y="150019"/>
                  <a:pt x="216992" y="149573"/>
                  <a:pt x="216099" y="148680"/>
                </a:cubicBezTo>
                <a:lnTo>
                  <a:pt x="157163" y="114300"/>
                </a:lnTo>
                <a:lnTo>
                  <a:pt x="157163" y="142429"/>
                </a:lnTo>
                <a:cubicBezTo>
                  <a:pt x="157163" y="146596"/>
                  <a:pt x="155749" y="150094"/>
                  <a:pt x="152921" y="152921"/>
                </a:cubicBezTo>
                <a:cubicBezTo>
                  <a:pt x="150093" y="155749"/>
                  <a:pt x="146596" y="157163"/>
                  <a:pt x="142429" y="157163"/>
                </a:cubicBezTo>
                <a:lnTo>
                  <a:pt x="14734" y="157163"/>
                </a:lnTo>
                <a:cubicBezTo>
                  <a:pt x="10567" y="157163"/>
                  <a:pt x="7070" y="155749"/>
                  <a:pt x="4242" y="152921"/>
                </a:cubicBezTo>
                <a:cubicBezTo>
                  <a:pt x="1414" y="150094"/>
                  <a:pt x="0" y="146596"/>
                  <a:pt x="0" y="142429"/>
                </a:cubicBezTo>
                <a:lnTo>
                  <a:pt x="0" y="14734"/>
                </a:lnTo>
                <a:cubicBezTo>
                  <a:pt x="0" y="10567"/>
                  <a:pt x="1414" y="7070"/>
                  <a:pt x="4242" y="4242"/>
                </a:cubicBezTo>
                <a:cubicBezTo>
                  <a:pt x="7070" y="1414"/>
                  <a:pt x="10567" y="0"/>
                  <a:pt x="1473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5" name="Freeform 134"/>
          <p:cNvSpPr/>
          <p:nvPr/>
        </p:nvSpPr>
        <p:spPr>
          <a:xfrm>
            <a:off x="3305395" y="3931408"/>
            <a:ext cx="196447" cy="159613"/>
          </a:xfrm>
          <a:custGeom>
            <a:avLst/>
            <a:gdLst/>
            <a:ahLst/>
            <a:cxnLst/>
            <a:rect l="l" t="t" r="r" b="b"/>
            <a:pathLst>
              <a:path w="228600" h="185737">
                <a:moveTo>
                  <a:pt x="114300" y="64294"/>
                </a:moveTo>
                <a:cubicBezTo>
                  <a:pt x="104478" y="64294"/>
                  <a:pt x="96069" y="67791"/>
                  <a:pt x="89074" y="74786"/>
                </a:cubicBezTo>
                <a:cubicBezTo>
                  <a:pt x="82079" y="81781"/>
                  <a:pt x="78581" y="90190"/>
                  <a:pt x="78581" y="100012"/>
                </a:cubicBezTo>
                <a:cubicBezTo>
                  <a:pt x="78581" y="109835"/>
                  <a:pt x="82079" y="118244"/>
                  <a:pt x="89074" y="125239"/>
                </a:cubicBezTo>
                <a:cubicBezTo>
                  <a:pt x="96069" y="132234"/>
                  <a:pt x="104478" y="135731"/>
                  <a:pt x="114300" y="135731"/>
                </a:cubicBezTo>
                <a:cubicBezTo>
                  <a:pt x="124123" y="135731"/>
                  <a:pt x="132532" y="132234"/>
                  <a:pt x="139527" y="125239"/>
                </a:cubicBezTo>
                <a:cubicBezTo>
                  <a:pt x="146522" y="118244"/>
                  <a:pt x="150019" y="109835"/>
                  <a:pt x="150019" y="100012"/>
                </a:cubicBezTo>
                <a:cubicBezTo>
                  <a:pt x="150019" y="90190"/>
                  <a:pt x="146522" y="81781"/>
                  <a:pt x="139527" y="74786"/>
                </a:cubicBezTo>
                <a:cubicBezTo>
                  <a:pt x="132532" y="67791"/>
                  <a:pt x="124123" y="64294"/>
                  <a:pt x="114300" y="64294"/>
                </a:cubicBezTo>
                <a:close/>
                <a:moveTo>
                  <a:pt x="114300" y="50006"/>
                </a:moveTo>
                <a:cubicBezTo>
                  <a:pt x="127992" y="50006"/>
                  <a:pt x="139750" y="54917"/>
                  <a:pt x="149573" y="64740"/>
                </a:cubicBezTo>
                <a:cubicBezTo>
                  <a:pt x="159395" y="74563"/>
                  <a:pt x="164306" y="86320"/>
                  <a:pt x="164306" y="100012"/>
                </a:cubicBezTo>
                <a:cubicBezTo>
                  <a:pt x="164306" y="113705"/>
                  <a:pt x="159395" y="125462"/>
                  <a:pt x="149573" y="135285"/>
                </a:cubicBezTo>
                <a:cubicBezTo>
                  <a:pt x="139750" y="145107"/>
                  <a:pt x="127992" y="150019"/>
                  <a:pt x="114300" y="150019"/>
                </a:cubicBezTo>
                <a:cubicBezTo>
                  <a:pt x="100608" y="150019"/>
                  <a:pt x="88851" y="145107"/>
                  <a:pt x="79028" y="135285"/>
                </a:cubicBezTo>
                <a:cubicBezTo>
                  <a:pt x="69205" y="125462"/>
                  <a:pt x="64294" y="113705"/>
                  <a:pt x="64294" y="100012"/>
                </a:cubicBezTo>
                <a:cubicBezTo>
                  <a:pt x="64294" y="86320"/>
                  <a:pt x="69205" y="74563"/>
                  <a:pt x="79028" y="64740"/>
                </a:cubicBezTo>
                <a:cubicBezTo>
                  <a:pt x="88851" y="54917"/>
                  <a:pt x="100608" y="50006"/>
                  <a:pt x="114300" y="50006"/>
                </a:cubicBezTo>
                <a:close/>
                <a:moveTo>
                  <a:pt x="79474" y="14287"/>
                </a:moveTo>
                <a:lnTo>
                  <a:pt x="66526" y="35719"/>
                </a:lnTo>
                <a:lnTo>
                  <a:pt x="62508" y="42862"/>
                </a:lnTo>
                <a:lnTo>
                  <a:pt x="21431" y="42862"/>
                </a:lnTo>
                <a:cubicBezTo>
                  <a:pt x="20241" y="42862"/>
                  <a:pt x="18753" y="43532"/>
                  <a:pt x="16967" y="44872"/>
                </a:cubicBezTo>
                <a:cubicBezTo>
                  <a:pt x="15181" y="46211"/>
                  <a:pt x="14288" y="47923"/>
                  <a:pt x="14288" y="50006"/>
                </a:cubicBezTo>
                <a:lnTo>
                  <a:pt x="14288" y="164306"/>
                </a:lnTo>
                <a:cubicBezTo>
                  <a:pt x="14288" y="166092"/>
                  <a:pt x="14957" y="167729"/>
                  <a:pt x="16297" y="169217"/>
                </a:cubicBezTo>
                <a:cubicBezTo>
                  <a:pt x="17636" y="170706"/>
                  <a:pt x="18901" y="171450"/>
                  <a:pt x="20092" y="171450"/>
                </a:cubicBezTo>
                <a:lnTo>
                  <a:pt x="207615" y="171450"/>
                </a:lnTo>
                <a:cubicBezTo>
                  <a:pt x="208806" y="171450"/>
                  <a:pt x="210220" y="170631"/>
                  <a:pt x="211857" y="168994"/>
                </a:cubicBezTo>
                <a:cubicBezTo>
                  <a:pt x="213494" y="167357"/>
                  <a:pt x="214313" y="165943"/>
                  <a:pt x="214313" y="164753"/>
                </a:cubicBezTo>
                <a:lnTo>
                  <a:pt x="214313" y="50006"/>
                </a:lnTo>
                <a:cubicBezTo>
                  <a:pt x="214313" y="49708"/>
                  <a:pt x="214089" y="49039"/>
                  <a:pt x="213643" y="47997"/>
                </a:cubicBezTo>
                <a:cubicBezTo>
                  <a:pt x="213197" y="46955"/>
                  <a:pt x="212378" y="45839"/>
                  <a:pt x="211187" y="44648"/>
                </a:cubicBezTo>
                <a:cubicBezTo>
                  <a:pt x="209997" y="43458"/>
                  <a:pt x="208657" y="42862"/>
                  <a:pt x="207169" y="42862"/>
                </a:cubicBezTo>
                <a:lnTo>
                  <a:pt x="166092" y="42862"/>
                </a:lnTo>
                <a:lnTo>
                  <a:pt x="162521" y="35719"/>
                </a:lnTo>
                <a:lnTo>
                  <a:pt x="149573" y="14287"/>
                </a:lnTo>
                <a:close/>
                <a:moveTo>
                  <a:pt x="71438" y="0"/>
                </a:moveTo>
                <a:lnTo>
                  <a:pt x="157163" y="0"/>
                </a:lnTo>
                <a:lnTo>
                  <a:pt x="174129" y="28575"/>
                </a:lnTo>
                <a:lnTo>
                  <a:pt x="207169" y="28575"/>
                </a:lnTo>
                <a:cubicBezTo>
                  <a:pt x="213717" y="28575"/>
                  <a:pt x="218926" y="31031"/>
                  <a:pt x="222796" y="35942"/>
                </a:cubicBezTo>
                <a:cubicBezTo>
                  <a:pt x="226665" y="40853"/>
                  <a:pt x="228600" y="45541"/>
                  <a:pt x="228600" y="50006"/>
                </a:cubicBezTo>
                <a:lnTo>
                  <a:pt x="228600" y="164753"/>
                </a:lnTo>
                <a:cubicBezTo>
                  <a:pt x="228600" y="170110"/>
                  <a:pt x="226293" y="174947"/>
                  <a:pt x="221680" y="179263"/>
                </a:cubicBezTo>
                <a:cubicBezTo>
                  <a:pt x="217066" y="183579"/>
                  <a:pt x="212378" y="185737"/>
                  <a:pt x="207615" y="185737"/>
                </a:cubicBezTo>
                <a:lnTo>
                  <a:pt x="20092" y="185737"/>
                </a:lnTo>
                <a:cubicBezTo>
                  <a:pt x="15032" y="185737"/>
                  <a:pt x="10418" y="183579"/>
                  <a:pt x="6251" y="179263"/>
                </a:cubicBezTo>
                <a:cubicBezTo>
                  <a:pt x="2084" y="174947"/>
                  <a:pt x="0" y="169962"/>
                  <a:pt x="0" y="164306"/>
                </a:cubicBezTo>
                <a:lnTo>
                  <a:pt x="0" y="50006"/>
                </a:lnTo>
                <a:cubicBezTo>
                  <a:pt x="0" y="43458"/>
                  <a:pt x="2456" y="38249"/>
                  <a:pt x="7367" y="34379"/>
                </a:cubicBezTo>
                <a:cubicBezTo>
                  <a:pt x="12279" y="30510"/>
                  <a:pt x="16967" y="28575"/>
                  <a:pt x="21431" y="28575"/>
                </a:cubicBezTo>
                <a:lnTo>
                  <a:pt x="54471" y="2857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6" name="Freeform 135"/>
          <p:cNvSpPr/>
          <p:nvPr/>
        </p:nvSpPr>
        <p:spPr>
          <a:xfrm>
            <a:off x="3639736" y="391299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4809" y="69930"/>
                </a:moveTo>
                <a:cubicBezTo>
                  <a:pt x="166483" y="69967"/>
                  <a:pt x="168176" y="70842"/>
                  <a:pt x="169888" y="72553"/>
                </a:cubicBezTo>
                <a:cubicBezTo>
                  <a:pt x="173311" y="75976"/>
                  <a:pt x="173385" y="79325"/>
                  <a:pt x="170111" y="82599"/>
                </a:cubicBezTo>
                <a:lnTo>
                  <a:pt x="98673" y="154037"/>
                </a:lnTo>
                <a:cubicBezTo>
                  <a:pt x="98376" y="154632"/>
                  <a:pt x="98227" y="155079"/>
                  <a:pt x="98227" y="155376"/>
                </a:cubicBezTo>
                <a:cubicBezTo>
                  <a:pt x="94655" y="158650"/>
                  <a:pt x="91232" y="158650"/>
                  <a:pt x="87958" y="155376"/>
                </a:cubicBezTo>
                <a:lnTo>
                  <a:pt x="52685" y="119657"/>
                </a:lnTo>
                <a:cubicBezTo>
                  <a:pt x="49114" y="116383"/>
                  <a:pt x="49039" y="113109"/>
                  <a:pt x="52462" y="109835"/>
                </a:cubicBezTo>
                <a:cubicBezTo>
                  <a:pt x="55885" y="106561"/>
                  <a:pt x="59234" y="106561"/>
                  <a:pt x="62508" y="109835"/>
                </a:cubicBezTo>
                <a:lnTo>
                  <a:pt x="92869" y="139749"/>
                </a:lnTo>
                <a:lnTo>
                  <a:pt x="159842" y="72330"/>
                </a:lnTo>
                <a:cubicBezTo>
                  <a:pt x="161479" y="70693"/>
                  <a:pt x="163134" y="69893"/>
                  <a:pt x="164809" y="69930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645"/>
                  <a:pt x="43532" y="185291"/>
                </a:cubicBezTo>
                <a:cubicBezTo>
                  <a:pt x="63029" y="204936"/>
                  <a:pt x="86618" y="214759"/>
                  <a:pt x="114300" y="214759"/>
                </a:cubicBezTo>
                <a:cubicBezTo>
                  <a:pt x="141982" y="214759"/>
                  <a:pt x="165572" y="204936"/>
                  <a:pt x="185068" y="185291"/>
                </a:cubicBezTo>
                <a:cubicBezTo>
                  <a:pt x="204564" y="165645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7" name="Freeform 136"/>
          <p:cNvSpPr/>
          <p:nvPr/>
        </p:nvSpPr>
        <p:spPr>
          <a:xfrm>
            <a:off x="3974077" y="391299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35718"/>
                </a:moveTo>
                <a:cubicBezTo>
                  <a:pt x="116384" y="35718"/>
                  <a:pt x="118095" y="36388"/>
                  <a:pt x="119435" y="37728"/>
                </a:cubicBezTo>
                <a:cubicBezTo>
                  <a:pt x="120774" y="39067"/>
                  <a:pt x="121444" y="40779"/>
                  <a:pt x="121444" y="42862"/>
                </a:cubicBezTo>
                <a:lnTo>
                  <a:pt x="121444" y="111621"/>
                </a:lnTo>
                <a:lnTo>
                  <a:pt x="155377" y="145107"/>
                </a:lnTo>
                <a:cubicBezTo>
                  <a:pt x="156567" y="146595"/>
                  <a:pt x="157163" y="148307"/>
                  <a:pt x="157163" y="150242"/>
                </a:cubicBezTo>
                <a:cubicBezTo>
                  <a:pt x="157163" y="152176"/>
                  <a:pt x="156567" y="153888"/>
                  <a:pt x="155377" y="155376"/>
                </a:cubicBezTo>
                <a:cubicBezTo>
                  <a:pt x="151805" y="158650"/>
                  <a:pt x="148382" y="158650"/>
                  <a:pt x="145108" y="155376"/>
                </a:cubicBezTo>
                <a:lnTo>
                  <a:pt x="109835" y="119657"/>
                </a:lnTo>
                <a:cubicBezTo>
                  <a:pt x="109835" y="119657"/>
                  <a:pt x="109687" y="119657"/>
                  <a:pt x="109389" y="119657"/>
                </a:cubicBezTo>
                <a:cubicBezTo>
                  <a:pt x="107901" y="118169"/>
                  <a:pt x="107156" y="116383"/>
                  <a:pt x="107156" y="114300"/>
                </a:cubicBezTo>
                <a:lnTo>
                  <a:pt x="107156" y="42862"/>
                </a:lnTo>
                <a:cubicBezTo>
                  <a:pt x="107156" y="40779"/>
                  <a:pt x="107826" y="39067"/>
                  <a:pt x="109166" y="37728"/>
                </a:cubicBezTo>
                <a:cubicBezTo>
                  <a:pt x="110505" y="36388"/>
                  <a:pt x="112217" y="35718"/>
                  <a:pt x="114300" y="35718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645"/>
                  <a:pt x="43532" y="185291"/>
                </a:cubicBezTo>
                <a:cubicBezTo>
                  <a:pt x="63029" y="204936"/>
                  <a:pt x="86618" y="214759"/>
                  <a:pt x="114300" y="214759"/>
                </a:cubicBezTo>
                <a:cubicBezTo>
                  <a:pt x="141982" y="214759"/>
                  <a:pt x="165572" y="204936"/>
                  <a:pt x="185068" y="185291"/>
                </a:cubicBezTo>
                <a:cubicBezTo>
                  <a:pt x="204564" y="165645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8" name="Freeform 137"/>
          <p:cNvSpPr/>
          <p:nvPr/>
        </p:nvSpPr>
        <p:spPr>
          <a:xfrm>
            <a:off x="4308418" y="3912991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972" y="71270"/>
                </a:moveTo>
                <a:cubicBezTo>
                  <a:pt x="80646" y="71232"/>
                  <a:pt x="82302" y="72032"/>
                  <a:pt x="83939" y="73670"/>
                </a:cubicBezTo>
                <a:lnTo>
                  <a:pt x="114300" y="104030"/>
                </a:lnTo>
                <a:lnTo>
                  <a:pt x="144661" y="73670"/>
                </a:lnTo>
                <a:cubicBezTo>
                  <a:pt x="147935" y="70395"/>
                  <a:pt x="151284" y="70470"/>
                  <a:pt x="154707" y="73893"/>
                </a:cubicBezTo>
                <a:cubicBezTo>
                  <a:pt x="158130" y="77316"/>
                  <a:pt x="158205" y="80664"/>
                  <a:pt x="154930" y="83939"/>
                </a:cubicBezTo>
                <a:lnTo>
                  <a:pt x="124569" y="114300"/>
                </a:lnTo>
                <a:lnTo>
                  <a:pt x="154930" y="144661"/>
                </a:lnTo>
                <a:cubicBezTo>
                  <a:pt x="158205" y="147935"/>
                  <a:pt x="158130" y="151283"/>
                  <a:pt x="154707" y="154706"/>
                </a:cubicBezTo>
                <a:cubicBezTo>
                  <a:pt x="151284" y="158130"/>
                  <a:pt x="147935" y="158204"/>
                  <a:pt x="144661" y="154930"/>
                </a:cubicBezTo>
                <a:lnTo>
                  <a:pt x="114300" y="124569"/>
                </a:lnTo>
                <a:lnTo>
                  <a:pt x="83939" y="154930"/>
                </a:lnTo>
                <a:cubicBezTo>
                  <a:pt x="80665" y="158204"/>
                  <a:pt x="77316" y="158130"/>
                  <a:pt x="73893" y="154706"/>
                </a:cubicBezTo>
                <a:cubicBezTo>
                  <a:pt x="70470" y="151283"/>
                  <a:pt x="70396" y="147935"/>
                  <a:pt x="73670" y="144661"/>
                </a:cubicBezTo>
                <a:lnTo>
                  <a:pt x="104031" y="114300"/>
                </a:lnTo>
                <a:lnTo>
                  <a:pt x="73670" y="83939"/>
                </a:lnTo>
                <a:cubicBezTo>
                  <a:pt x="70396" y="80664"/>
                  <a:pt x="70470" y="77316"/>
                  <a:pt x="73893" y="73893"/>
                </a:cubicBezTo>
                <a:cubicBezTo>
                  <a:pt x="75605" y="72181"/>
                  <a:pt x="77298" y="71307"/>
                  <a:pt x="78972" y="71270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645"/>
                  <a:pt x="43532" y="185291"/>
                </a:cubicBezTo>
                <a:cubicBezTo>
                  <a:pt x="63029" y="204936"/>
                  <a:pt x="86618" y="214759"/>
                  <a:pt x="114300" y="214759"/>
                </a:cubicBezTo>
                <a:cubicBezTo>
                  <a:pt x="141982" y="214759"/>
                  <a:pt x="165572" y="204936"/>
                  <a:pt x="185068" y="185291"/>
                </a:cubicBezTo>
                <a:cubicBezTo>
                  <a:pt x="204564" y="165645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39" name="Freeform 138"/>
          <p:cNvSpPr/>
          <p:nvPr/>
        </p:nvSpPr>
        <p:spPr>
          <a:xfrm>
            <a:off x="4642758" y="3925653"/>
            <a:ext cx="196447" cy="171123"/>
          </a:xfrm>
          <a:custGeom>
            <a:avLst/>
            <a:gdLst/>
            <a:ahLst/>
            <a:cxnLst/>
            <a:rect l="l" t="t" r="r" b="b"/>
            <a:pathLst>
              <a:path w="228600" h="199132">
                <a:moveTo>
                  <a:pt x="114077" y="96440"/>
                </a:moveTo>
                <a:cubicBezTo>
                  <a:pt x="116012" y="96440"/>
                  <a:pt x="117723" y="97184"/>
                  <a:pt x="119212" y="98673"/>
                </a:cubicBezTo>
                <a:cubicBezTo>
                  <a:pt x="120700" y="100161"/>
                  <a:pt x="121444" y="101798"/>
                  <a:pt x="121444" y="103584"/>
                </a:cubicBezTo>
                <a:lnTo>
                  <a:pt x="121444" y="175914"/>
                </a:lnTo>
                <a:lnTo>
                  <a:pt x="137071" y="158502"/>
                </a:lnTo>
                <a:cubicBezTo>
                  <a:pt x="139452" y="155823"/>
                  <a:pt x="141833" y="155823"/>
                  <a:pt x="144215" y="158502"/>
                </a:cubicBezTo>
                <a:lnTo>
                  <a:pt x="146001" y="159841"/>
                </a:lnTo>
                <a:cubicBezTo>
                  <a:pt x="148084" y="161925"/>
                  <a:pt x="148084" y="164157"/>
                  <a:pt x="146001" y="166538"/>
                </a:cubicBezTo>
                <a:lnTo>
                  <a:pt x="119658" y="195560"/>
                </a:lnTo>
                <a:lnTo>
                  <a:pt x="117872" y="197346"/>
                </a:lnTo>
                <a:cubicBezTo>
                  <a:pt x="116681" y="198536"/>
                  <a:pt x="115416" y="199132"/>
                  <a:pt x="114077" y="199132"/>
                </a:cubicBezTo>
                <a:cubicBezTo>
                  <a:pt x="112738" y="199132"/>
                  <a:pt x="111621" y="198536"/>
                  <a:pt x="110728" y="197346"/>
                </a:cubicBezTo>
                <a:lnTo>
                  <a:pt x="108496" y="195560"/>
                </a:lnTo>
                <a:lnTo>
                  <a:pt x="83046" y="166985"/>
                </a:lnTo>
                <a:cubicBezTo>
                  <a:pt x="80367" y="164306"/>
                  <a:pt x="80367" y="161776"/>
                  <a:pt x="83046" y="159395"/>
                </a:cubicBezTo>
                <a:lnTo>
                  <a:pt x="84832" y="158502"/>
                </a:lnTo>
                <a:cubicBezTo>
                  <a:pt x="86916" y="156120"/>
                  <a:pt x="89297" y="156269"/>
                  <a:pt x="91976" y="158948"/>
                </a:cubicBezTo>
                <a:lnTo>
                  <a:pt x="107156" y="175914"/>
                </a:lnTo>
                <a:lnTo>
                  <a:pt x="107156" y="103584"/>
                </a:lnTo>
                <a:cubicBezTo>
                  <a:pt x="107156" y="101798"/>
                  <a:pt x="107826" y="100161"/>
                  <a:pt x="109166" y="98673"/>
                </a:cubicBezTo>
                <a:cubicBezTo>
                  <a:pt x="110505" y="97184"/>
                  <a:pt x="112142" y="96440"/>
                  <a:pt x="114077" y="96440"/>
                </a:cubicBezTo>
                <a:close/>
                <a:moveTo>
                  <a:pt x="106710" y="0"/>
                </a:moveTo>
                <a:cubicBezTo>
                  <a:pt x="122486" y="0"/>
                  <a:pt x="135731" y="3795"/>
                  <a:pt x="146447" y="11385"/>
                </a:cubicBezTo>
                <a:cubicBezTo>
                  <a:pt x="157163" y="18975"/>
                  <a:pt x="165199" y="29616"/>
                  <a:pt x="170557" y="43309"/>
                </a:cubicBezTo>
                <a:cubicBezTo>
                  <a:pt x="186631" y="45095"/>
                  <a:pt x="200323" y="51941"/>
                  <a:pt x="211634" y="63847"/>
                </a:cubicBezTo>
                <a:cubicBezTo>
                  <a:pt x="222945" y="75753"/>
                  <a:pt x="228600" y="89892"/>
                  <a:pt x="228600" y="106263"/>
                </a:cubicBezTo>
                <a:cubicBezTo>
                  <a:pt x="228600" y="122634"/>
                  <a:pt x="223391" y="137517"/>
                  <a:pt x="212973" y="150911"/>
                </a:cubicBezTo>
                <a:cubicBezTo>
                  <a:pt x="202555" y="164306"/>
                  <a:pt x="189012" y="171301"/>
                  <a:pt x="172343" y="171896"/>
                </a:cubicBezTo>
                <a:cubicBezTo>
                  <a:pt x="170260" y="171896"/>
                  <a:pt x="168548" y="171226"/>
                  <a:pt x="167209" y="169887"/>
                </a:cubicBezTo>
                <a:cubicBezTo>
                  <a:pt x="165869" y="168547"/>
                  <a:pt x="165199" y="166836"/>
                  <a:pt x="165199" y="164752"/>
                </a:cubicBezTo>
                <a:cubicBezTo>
                  <a:pt x="165199" y="162669"/>
                  <a:pt x="165869" y="160957"/>
                  <a:pt x="167209" y="159618"/>
                </a:cubicBezTo>
                <a:cubicBezTo>
                  <a:pt x="168548" y="158278"/>
                  <a:pt x="170260" y="157609"/>
                  <a:pt x="172343" y="157609"/>
                </a:cubicBezTo>
                <a:lnTo>
                  <a:pt x="174129" y="157609"/>
                </a:lnTo>
                <a:cubicBezTo>
                  <a:pt x="185738" y="157609"/>
                  <a:pt x="195412" y="152251"/>
                  <a:pt x="203151" y="141535"/>
                </a:cubicBezTo>
                <a:cubicBezTo>
                  <a:pt x="210890" y="130820"/>
                  <a:pt x="214759" y="119062"/>
                  <a:pt x="214759" y="106263"/>
                </a:cubicBezTo>
                <a:cubicBezTo>
                  <a:pt x="214759" y="92868"/>
                  <a:pt x="209848" y="81409"/>
                  <a:pt x="200025" y="71884"/>
                </a:cubicBezTo>
                <a:cubicBezTo>
                  <a:pt x="190203" y="62359"/>
                  <a:pt x="178594" y="57447"/>
                  <a:pt x="165199" y="57150"/>
                </a:cubicBezTo>
                <a:lnTo>
                  <a:pt x="159842" y="57150"/>
                </a:lnTo>
                <a:lnTo>
                  <a:pt x="158502" y="52238"/>
                </a:lnTo>
                <a:cubicBezTo>
                  <a:pt x="150465" y="26938"/>
                  <a:pt x="133201" y="14287"/>
                  <a:pt x="106710" y="14287"/>
                </a:cubicBezTo>
                <a:cubicBezTo>
                  <a:pt x="89148" y="14287"/>
                  <a:pt x="75010" y="20091"/>
                  <a:pt x="64294" y="31700"/>
                </a:cubicBezTo>
                <a:cubicBezTo>
                  <a:pt x="53578" y="43309"/>
                  <a:pt x="48221" y="57894"/>
                  <a:pt x="48221" y="75455"/>
                </a:cubicBezTo>
                <a:lnTo>
                  <a:pt x="49114" y="82153"/>
                </a:lnTo>
                <a:lnTo>
                  <a:pt x="42416" y="83046"/>
                </a:lnTo>
                <a:cubicBezTo>
                  <a:pt x="34380" y="84534"/>
                  <a:pt x="27608" y="88850"/>
                  <a:pt x="22101" y="95994"/>
                </a:cubicBezTo>
                <a:cubicBezTo>
                  <a:pt x="16595" y="103138"/>
                  <a:pt x="13841" y="111174"/>
                  <a:pt x="13841" y="120104"/>
                </a:cubicBezTo>
                <a:cubicBezTo>
                  <a:pt x="13841" y="130224"/>
                  <a:pt x="17264" y="139005"/>
                  <a:pt x="24110" y="146446"/>
                </a:cubicBezTo>
                <a:cubicBezTo>
                  <a:pt x="30956" y="153888"/>
                  <a:pt x="38993" y="157609"/>
                  <a:pt x="48221" y="157609"/>
                </a:cubicBezTo>
                <a:lnTo>
                  <a:pt x="54471" y="157609"/>
                </a:lnTo>
                <a:cubicBezTo>
                  <a:pt x="56555" y="157609"/>
                  <a:pt x="58266" y="158278"/>
                  <a:pt x="59606" y="159618"/>
                </a:cubicBezTo>
                <a:cubicBezTo>
                  <a:pt x="60945" y="160957"/>
                  <a:pt x="61615" y="162669"/>
                  <a:pt x="61615" y="164752"/>
                </a:cubicBezTo>
                <a:cubicBezTo>
                  <a:pt x="61615" y="166836"/>
                  <a:pt x="60945" y="168547"/>
                  <a:pt x="59606" y="169887"/>
                </a:cubicBezTo>
                <a:cubicBezTo>
                  <a:pt x="58266" y="171226"/>
                  <a:pt x="56555" y="171896"/>
                  <a:pt x="54471" y="171896"/>
                </a:cubicBezTo>
                <a:lnTo>
                  <a:pt x="48221" y="171896"/>
                </a:lnTo>
                <a:cubicBezTo>
                  <a:pt x="35124" y="171896"/>
                  <a:pt x="23813" y="166762"/>
                  <a:pt x="14288" y="156492"/>
                </a:cubicBezTo>
                <a:cubicBezTo>
                  <a:pt x="4763" y="146223"/>
                  <a:pt x="0" y="134094"/>
                  <a:pt x="0" y="120104"/>
                </a:cubicBezTo>
                <a:cubicBezTo>
                  <a:pt x="0" y="108793"/>
                  <a:pt x="3200" y="98524"/>
                  <a:pt x="9600" y="89296"/>
                </a:cubicBezTo>
                <a:cubicBezTo>
                  <a:pt x="15999" y="80069"/>
                  <a:pt x="24259" y="73818"/>
                  <a:pt x="34380" y="70544"/>
                </a:cubicBezTo>
                <a:cubicBezTo>
                  <a:pt x="35570" y="50304"/>
                  <a:pt x="42863" y="33486"/>
                  <a:pt x="56257" y="20091"/>
                </a:cubicBezTo>
                <a:cubicBezTo>
                  <a:pt x="69652" y="6697"/>
                  <a:pt x="86469" y="0"/>
                  <a:pt x="1067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0" name="Freeform 139"/>
          <p:cNvSpPr/>
          <p:nvPr/>
        </p:nvSpPr>
        <p:spPr>
          <a:xfrm>
            <a:off x="4977099" y="3925653"/>
            <a:ext cx="196447" cy="171123"/>
          </a:xfrm>
          <a:custGeom>
            <a:avLst/>
            <a:gdLst/>
            <a:ahLst/>
            <a:cxnLst/>
            <a:rect l="l" t="t" r="r" b="b"/>
            <a:pathLst>
              <a:path w="228600" h="199132">
                <a:moveTo>
                  <a:pt x="114077" y="96440"/>
                </a:moveTo>
                <a:cubicBezTo>
                  <a:pt x="115416" y="96440"/>
                  <a:pt x="116681" y="97036"/>
                  <a:pt x="117872" y="98226"/>
                </a:cubicBezTo>
                <a:lnTo>
                  <a:pt x="119658" y="100012"/>
                </a:lnTo>
                <a:lnTo>
                  <a:pt x="146001" y="129034"/>
                </a:lnTo>
                <a:cubicBezTo>
                  <a:pt x="148382" y="131713"/>
                  <a:pt x="148382" y="134243"/>
                  <a:pt x="146001" y="136624"/>
                </a:cubicBezTo>
                <a:lnTo>
                  <a:pt x="144215" y="137963"/>
                </a:lnTo>
                <a:cubicBezTo>
                  <a:pt x="142131" y="140345"/>
                  <a:pt x="139750" y="140047"/>
                  <a:pt x="137071" y="137070"/>
                </a:cubicBezTo>
                <a:lnTo>
                  <a:pt x="121444" y="120104"/>
                </a:lnTo>
                <a:lnTo>
                  <a:pt x="121444" y="191988"/>
                </a:lnTo>
                <a:cubicBezTo>
                  <a:pt x="121444" y="193774"/>
                  <a:pt x="120700" y="195411"/>
                  <a:pt x="119212" y="196899"/>
                </a:cubicBezTo>
                <a:cubicBezTo>
                  <a:pt x="117723" y="198388"/>
                  <a:pt x="116012" y="199132"/>
                  <a:pt x="114077" y="199132"/>
                </a:cubicBezTo>
                <a:cubicBezTo>
                  <a:pt x="112142" y="199132"/>
                  <a:pt x="110505" y="198388"/>
                  <a:pt x="109166" y="196899"/>
                </a:cubicBezTo>
                <a:cubicBezTo>
                  <a:pt x="107826" y="195411"/>
                  <a:pt x="107156" y="193774"/>
                  <a:pt x="107156" y="191988"/>
                </a:cubicBezTo>
                <a:lnTo>
                  <a:pt x="107156" y="120104"/>
                </a:lnTo>
                <a:lnTo>
                  <a:pt x="91976" y="136624"/>
                </a:lnTo>
                <a:cubicBezTo>
                  <a:pt x="89297" y="139600"/>
                  <a:pt x="86916" y="139898"/>
                  <a:pt x="84832" y="137517"/>
                </a:cubicBezTo>
                <a:lnTo>
                  <a:pt x="83046" y="136177"/>
                </a:lnTo>
                <a:cubicBezTo>
                  <a:pt x="80367" y="133796"/>
                  <a:pt x="80367" y="131266"/>
                  <a:pt x="83046" y="128587"/>
                </a:cubicBezTo>
                <a:lnTo>
                  <a:pt x="108496" y="100012"/>
                </a:lnTo>
                <a:lnTo>
                  <a:pt x="110728" y="98226"/>
                </a:lnTo>
                <a:cubicBezTo>
                  <a:pt x="111621" y="97036"/>
                  <a:pt x="112738" y="96440"/>
                  <a:pt x="114077" y="96440"/>
                </a:cubicBezTo>
                <a:close/>
                <a:moveTo>
                  <a:pt x="106710" y="0"/>
                </a:moveTo>
                <a:cubicBezTo>
                  <a:pt x="122486" y="0"/>
                  <a:pt x="135731" y="3795"/>
                  <a:pt x="146447" y="11385"/>
                </a:cubicBezTo>
                <a:cubicBezTo>
                  <a:pt x="157163" y="18975"/>
                  <a:pt x="165199" y="29616"/>
                  <a:pt x="170557" y="43309"/>
                </a:cubicBezTo>
                <a:cubicBezTo>
                  <a:pt x="186631" y="45095"/>
                  <a:pt x="200323" y="51941"/>
                  <a:pt x="211634" y="63847"/>
                </a:cubicBezTo>
                <a:cubicBezTo>
                  <a:pt x="222945" y="75753"/>
                  <a:pt x="228600" y="89892"/>
                  <a:pt x="228600" y="106263"/>
                </a:cubicBezTo>
                <a:cubicBezTo>
                  <a:pt x="228600" y="122932"/>
                  <a:pt x="223689" y="137889"/>
                  <a:pt x="213866" y="151135"/>
                </a:cubicBezTo>
                <a:cubicBezTo>
                  <a:pt x="204044" y="164380"/>
                  <a:pt x="190798" y="171301"/>
                  <a:pt x="174129" y="171896"/>
                </a:cubicBezTo>
                <a:lnTo>
                  <a:pt x="158056" y="171896"/>
                </a:lnTo>
                <a:cubicBezTo>
                  <a:pt x="155972" y="171896"/>
                  <a:pt x="154261" y="171226"/>
                  <a:pt x="152921" y="169887"/>
                </a:cubicBezTo>
                <a:cubicBezTo>
                  <a:pt x="151582" y="168547"/>
                  <a:pt x="150912" y="166836"/>
                  <a:pt x="150912" y="164752"/>
                </a:cubicBezTo>
                <a:cubicBezTo>
                  <a:pt x="150912" y="162669"/>
                  <a:pt x="151582" y="160957"/>
                  <a:pt x="152921" y="159618"/>
                </a:cubicBezTo>
                <a:cubicBezTo>
                  <a:pt x="154261" y="158278"/>
                  <a:pt x="155972" y="157609"/>
                  <a:pt x="158056" y="157609"/>
                </a:cubicBezTo>
                <a:lnTo>
                  <a:pt x="174129" y="157609"/>
                </a:lnTo>
                <a:cubicBezTo>
                  <a:pt x="185738" y="157609"/>
                  <a:pt x="195412" y="152251"/>
                  <a:pt x="203151" y="141535"/>
                </a:cubicBezTo>
                <a:cubicBezTo>
                  <a:pt x="210890" y="130820"/>
                  <a:pt x="214759" y="119062"/>
                  <a:pt x="214759" y="106263"/>
                </a:cubicBezTo>
                <a:cubicBezTo>
                  <a:pt x="214759" y="92868"/>
                  <a:pt x="209848" y="81409"/>
                  <a:pt x="200025" y="71884"/>
                </a:cubicBezTo>
                <a:cubicBezTo>
                  <a:pt x="190203" y="62359"/>
                  <a:pt x="178445" y="57447"/>
                  <a:pt x="164753" y="57150"/>
                </a:cubicBezTo>
                <a:lnTo>
                  <a:pt x="159842" y="57150"/>
                </a:lnTo>
                <a:lnTo>
                  <a:pt x="158502" y="52238"/>
                </a:lnTo>
                <a:cubicBezTo>
                  <a:pt x="150465" y="26938"/>
                  <a:pt x="133201" y="14287"/>
                  <a:pt x="106710" y="14287"/>
                </a:cubicBezTo>
                <a:cubicBezTo>
                  <a:pt x="89148" y="14287"/>
                  <a:pt x="75010" y="20091"/>
                  <a:pt x="64294" y="31700"/>
                </a:cubicBezTo>
                <a:cubicBezTo>
                  <a:pt x="53578" y="43309"/>
                  <a:pt x="48221" y="57894"/>
                  <a:pt x="48221" y="75455"/>
                </a:cubicBezTo>
                <a:lnTo>
                  <a:pt x="49114" y="82153"/>
                </a:lnTo>
                <a:lnTo>
                  <a:pt x="42416" y="83046"/>
                </a:lnTo>
                <a:cubicBezTo>
                  <a:pt x="34380" y="84534"/>
                  <a:pt x="27608" y="88850"/>
                  <a:pt x="22101" y="95994"/>
                </a:cubicBezTo>
                <a:cubicBezTo>
                  <a:pt x="16595" y="103138"/>
                  <a:pt x="13841" y="111174"/>
                  <a:pt x="13841" y="120104"/>
                </a:cubicBezTo>
                <a:cubicBezTo>
                  <a:pt x="13841" y="130224"/>
                  <a:pt x="17264" y="139005"/>
                  <a:pt x="24110" y="146446"/>
                </a:cubicBezTo>
                <a:cubicBezTo>
                  <a:pt x="30956" y="153888"/>
                  <a:pt x="38993" y="157609"/>
                  <a:pt x="48221" y="157609"/>
                </a:cubicBezTo>
                <a:lnTo>
                  <a:pt x="68759" y="157609"/>
                </a:lnTo>
                <a:cubicBezTo>
                  <a:pt x="70842" y="157609"/>
                  <a:pt x="72554" y="158278"/>
                  <a:pt x="73893" y="159618"/>
                </a:cubicBezTo>
                <a:cubicBezTo>
                  <a:pt x="75233" y="160957"/>
                  <a:pt x="75903" y="162669"/>
                  <a:pt x="75903" y="164752"/>
                </a:cubicBezTo>
                <a:cubicBezTo>
                  <a:pt x="75903" y="166836"/>
                  <a:pt x="75233" y="168547"/>
                  <a:pt x="73893" y="169887"/>
                </a:cubicBezTo>
                <a:cubicBezTo>
                  <a:pt x="72554" y="171226"/>
                  <a:pt x="70842" y="171896"/>
                  <a:pt x="68759" y="171896"/>
                </a:cubicBezTo>
                <a:lnTo>
                  <a:pt x="48221" y="171896"/>
                </a:lnTo>
                <a:cubicBezTo>
                  <a:pt x="35124" y="171896"/>
                  <a:pt x="23813" y="166762"/>
                  <a:pt x="14288" y="156492"/>
                </a:cubicBezTo>
                <a:cubicBezTo>
                  <a:pt x="4763" y="146223"/>
                  <a:pt x="0" y="134094"/>
                  <a:pt x="0" y="120104"/>
                </a:cubicBezTo>
                <a:cubicBezTo>
                  <a:pt x="0" y="108793"/>
                  <a:pt x="3200" y="98524"/>
                  <a:pt x="9600" y="89296"/>
                </a:cubicBezTo>
                <a:cubicBezTo>
                  <a:pt x="15999" y="80069"/>
                  <a:pt x="24259" y="73818"/>
                  <a:pt x="34380" y="70544"/>
                </a:cubicBezTo>
                <a:cubicBezTo>
                  <a:pt x="35570" y="50304"/>
                  <a:pt x="42863" y="33486"/>
                  <a:pt x="56257" y="20091"/>
                </a:cubicBezTo>
                <a:cubicBezTo>
                  <a:pt x="69652" y="6697"/>
                  <a:pt x="86469" y="0"/>
                  <a:pt x="10671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1" name="Freeform 140"/>
          <p:cNvSpPr/>
          <p:nvPr/>
        </p:nvSpPr>
        <p:spPr>
          <a:xfrm>
            <a:off x="5311441" y="3912992"/>
            <a:ext cx="141195" cy="196446"/>
          </a:xfrm>
          <a:custGeom>
            <a:avLst/>
            <a:gdLst/>
            <a:ahLst/>
            <a:cxnLst/>
            <a:rect l="l" t="t" r="r" b="b"/>
            <a:pathLst>
              <a:path w="164306" h="228600">
                <a:moveTo>
                  <a:pt x="85725" y="14287"/>
                </a:moveTo>
                <a:lnTo>
                  <a:pt x="85725" y="78581"/>
                </a:lnTo>
                <a:lnTo>
                  <a:pt x="150019" y="78581"/>
                </a:lnTo>
                <a:lnTo>
                  <a:pt x="150019" y="77241"/>
                </a:lnTo>
                <a:lnTo>
                  <a:pt x="87065" y="14287"/>
                </a:lnTo>
                <a:close/>
                <a:moveTo>
                  <a:pt x="14288" y="14287"/>
                </a:moveTo>
                <a:lnTo>
                  <a:pt x="14288" y="214312"/>
                </a:lnTo>
                <a:lnTo>
                  <a:pt x="150019" y="214312"/>
                </a:lnTo>
                <a:lnTo>
                  <a:pt x="150019" y="92868"/>
                </a:lnTo>
                <a:lnTo>
                  <a:pt x="71438" y="92868"/>
                </a:lnTo>
                <a:lnTo>
                  <a:pt x="71438" y="14287"/>
                </a:lnTo>
                <a:close/>
                <a:moveTo>
                  <a:pt x="14288" y="0"/>
                </a:moveTo>
                <a:lnTo>
                  <a:pt x="92869" y="0"/>
                </a:lnTo>
                <a:lnTo>
                  <a:pt x="164306" y="71437"/>
                </a:lnTo>
                <a:lnTo>
                  <a:pt x="164306" y="214312"/>
                </a:lnTo>
                <a:cubicBezTo>
                  <a:pt x="164306" y="218182"/>
                  <a:pt x="162892" y="221530"/>
                  <a:pt x="160065" y="224358"/>
                </a:cubicBezTo>
                <a:cubicBezTo>
                  <a:pt x="157237" y="227186"/>
                  <a:pt x="153888" y="228600"/>
                  <a:pt x="150019" y="228600"/>
                </a:cubicBezTo>
                <a:lnTo>
                  <a:pt x="14288" y="228600"/>
                </a:lnTo>
                <a:cubicBezTo>
                  <a:pt x="10418" y="228600"/>
                  <a:pt x="7069" y="227186"/>
                  <a:pt x="4242" y="224358"/>
                </a:cubicBezTo>
                <a:cubicBezTo>
                  <a:pt x="1414" y="221530"/>
                  <a:pt x="0" y="218182"/>
                  <a:pt x="0" y="214312"/>
                </a:cubicBezTo>
                <a:lnTo>
                  <a:pt x="0" y="14287"/>
                </a:lnTo>
                <a:cubicBezTo>
                  <a:pt x="0" y="10418"/>
                  <a:pt x="1414" y="7069"/>
                  <a:pt x="4242" y="4241"/>
                </a:cubicBezTo>
                <a:cubicBezTo>
                  <a:pt x="7069" y="1413"/>
                  <a:pt x="10418" y="0"/>
                  <a:pt x="142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2" name="Freeform 141"/>
          <p:cNvSpPr/>
          <p:nvPr/>
        </p:nvSpPr>
        <p:spPr>
          <a:xfrm>
            <a:off x="5590530" y="3943686"/>
            <a:ext cx="196511" cy="135058"/>
          </a:xfrm>
          <a:custGeom>
            <a:avLst/>
            <a:gdLst/>
            <a:ahLst/>
            <a:cxnLst/>
            <a:rect l="l" t="t" r="r" b="b"/>
            <a:pathLst>
              <a:path w="228675" h="157163">
                <a:moveTo>
                  <a:pt x="14363" y="29915"/>
                </a:moveTo>
                <a:lnTo>
                  <a:pt x="14363" y="132160"/>
                </a:lnTo>
                <a:cubicBezTo>
                  <a:pt x="14363" y="134243"/>
                  <a:pt x="15628" y="136550"/>
                  <a:pt x="18158" y="139080"/>
                </a:cubicBezTo>
                <a:cubicBezTo>
                  <a:pt x="20688" y="141610"/>
                  <a:pt x="22995" y="142875"/>
                  <a:pt x="25078" y="142875"/>
                </a:cubicBezTo>
                <a:lnTo>
                  <a:pt x="210816" y="142875"/>
                </a:lnTo>
                <a:cubicBezTo>
                  <a:pt x="213197" y="142875"/>
                  <a:pt x="214388" y="139304"/>
                  <a:pt x="214388" y="132160"/>
                </a:cubicBezTo>
                <a:lnTo>
                  <a:pt x="214388" y="29915"/>
                </a:lnTo>
                <a:lnTo>
                  <a:pt x="118840" y="106264"/>
                </a:lnTo>
                <a:cubicBezTo>
                  <a:pt x="117649" y="107157"/>
                  <a:pt x="116161" y="107603"/>
                  <a:pt x="114375" y="107603"/>
                </a:cubicBezTo>
                <a:cubicBezTo>
                  <a:pt x="112589" y="107603"/>
                  <a:pt x="111101" y="107157"/>
                  <a:pt x="109910" y="106264"/>
                </a:cubicBezTo>
                <a:close/>
                <a:moveTo>
                  <a:pt x="25078" y="14288"/>
                </a:moveTo>
                <a:cubicBezTo>
                  <a:pt x="21506" y="14288"/>
                  <a:pt x="19274" y="14437"/>
                  <a:pt x="18381" y="14734"/>
                </a:cubicBezTo>
                <a:lnTo>
                  <a:pt x="114375" y="91083"/>
                </a:lnTo>
                <a:lnTo>
                  <a:pt x="210816" y="14288"/>
                </a:lnTo>
                <a:close/>
                <a:moveTo>
                  <a:pt x="25078" y="0"/>
                </a:moveTo>
                <a:lnTo>
                  <a:pt x="210816" y="0"/>
                </a:lnTo>
                <a:cubicBezTo>
                  <a:pt x="220341" y="0"/>
                  <a:pt x="225996" y="4019"/>
                  <a:pt x="227782" y="12055"/>
                </a:cubicBezTo>
                <a:cubicBezTo>
                  <a:pt x="228378" y="13246"/>
                  <a:pt x="228675" y="14586"/>
                  <a:pt x="228675" y="16074"/>
                </a:cubicBezTo>
                <a:cubicBezTo>
                  <a:pt x="228675" y="16074"/>
                  <a:pt x="228675" y="16223"/>
                  <a:pt x="228675" y="16520"/>
                </a:cubicBezTo>
                <a:cubicBezTo>
                  <a:pt x="228675" y="17116"/>
                  <a:pt x="228675" y="17562"/>
                  <a:pt x="228675" y="17860"/>
                </a:cubicBezTo>
                <a:lnTo>
                  <a:pt x="228675" y="132160"/>
                </a:lnTo>
                <a:cubicBezTo>
                  <a:pt x="228675" y="138708"/>
                  <a:pt x="227113" y="144512"/>
                  <a:pt x="223987" y="149573"/>
                </a:cubicBezTo>
                <a:cubicBezTo>
                  <a:pt x="220862" y="154633"/>
                  <a:pt x="216471" y="157163"/>
                  <a:pt x="210816" y="157163"/>
                </a:cubicBezTo>
                <a:lnTo>
                  <a:pt x="25078" y="157163"/>
                </a:lnTo>
                <a:cubicBezTo>
                  <a:pt x="19125" y="157163"/>
                  <a:pt x="13470" y="154484"/>
                  <a:pt x="8112" y="149126"/>
                </a:cubicBezTo>
                <a:cubicBezTo>
                  <a:pt x="2754" y="143768"/>
                  <a:pt x="75" y="138113"/>
                  <a:pt x="75" y="132160"/>
                </a:cubicBezTo>
                <a:lnTo>
                  <a:pt x="75" y="17860"/>
                </a:lnTo>
                <a:cubicBezTo>
                  <a:pt x="75" y="17264"/>
                  <a:pt x="75" y="16669"/>
                  <a:pt x="75" y="16074"/>
                </a:cubicBezTo>
                <a:cubicBezTo>
                  <a:pt x="-222" y="13990"/>
                  <a:pt x="373" y="12055"/>
                  <a:pt x="1861" y="10270"/>
                </a:cubicBezTo>
                <a:cubicBezTo>
                  <a:pt x="2159" y="9972"/>
                  <a:pt x="2456" y="9674"/>
                  <a:pt x="2754" y="9377"/>
                </a:cubicBezTo>
                <a:cubicBezTo>
                  <a:pt x="7517" y="3126"/>
                  <a:pt x="14958" y="0"/>
                  <a:pt x="2507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3" name="Freeform 142"/>
          <p:cNvSpPr/>
          <p:nvPr/>
        </p:nvSpPr>
        <p:spPr>
          <a:xfrm>
            <a:off x="5924935" y="3943686"/>
            <a:ext cx="196447" cy="135057"/>
          </a:xfrm>
          <a:custGeom>
            <a:avLst/>
            <a:gdLst/>
            <a:ahLst/>
            <a:cxnLst/>
            <a:rect l="l" t="t" r="r" b="b"/>
            <a:pathLst>
              <a:path w="228600" h="157163">
                <a:moveTo>
                  <a:pt x="114746" y="50007"/>
                </a:moveTo>
                <a:cubicBezTo>
                  <a:pt x="107007" y="50007"/>
                  <a:pt x="100310" y="52834"/>
                  <a:pt x="94654" y="58490"/>
                </a:cubicBezTo>
                <a:cubicBezTo>
                  <a:pt x="88999" y="64145"/>
                  <a:pt x="86171" y="70843"/>
                  <a:pt x="86171" y="78582"/>
                </a:cubicBezTo>
                <a:cubicBezTo>
                  <a:pt x="86171" y="86321"/>
                  <a:pt x="88999" y="93092"/>
                  <a:pt x="94654" y="98897"/>
                </a:cubicBezTo>
                <a:cubicBezTo>
                  <a:pt x="100310" y="104701"/>
                  <a:pt x="107082" y="107603"/>
                  <a:pt x="114969" y="107603"/>
                </a:cubicBezTo>
                <a:cubicBezTo>
                  <a:pt x="122857" y="107603"/>
                  <a:pt x="129555" y="104775"/>
                  <a:pt x="135061" y="99120"/>
                </a:cubicBezTo>
                <a:cubicBezTo>
                  <a:pt x="140568" y="93464"/>
                  <a:pt x="143321" y="86693"/>
                  <a:pt x="143321" y="78805"/>
                </a:cubicBezTo>
                <a:cubicBezTo>
                  <a:pt x="143321" y="70917"/>
                  <a:pt x="140493" y="64145"/>
                  <a:pt x="134838" y="58490"/>
                </a:cubicBezTo>
                <a:cubicBezTo>
                  <a:pt x="129183" y="52834"/>
                  <a:pt x="122485" y="50007"/>
                  <a:pt x="114746" y="50007"/>
                </a:cubicBezTo>
                <a:close/>
                <a:moveTo>
                  <a:pt x="114969" y="36166"/>
                </a:moveTo>
                <a:cubicBezTo>
                  <a:pt x="126727" y="36166"/>
                  <a:pt x="136847" y="40333"/>
                  <a:pt x="145330" y="48667"/>
                </a:cubicBezTo>
                <a:cubicBezTo>
                  <a:pt x="153814" y="57002"/>
                  <a:pt x="158055" y="67047"/>
                  <a:pt x="158055" y="78805"/>
                </a:cubicBezTo>
                <a:cubicBezTo>
                  <a:pt x="158055" y="90562"/>
                  <a:pt x="153814" y="100683"/>
                  <a:pt x="145330" y="109166"/>
                </a:cubicBezTo>
                <a:cubicBezTo>
                  <a:pt x="136847" y="117649"/>
                  <a:pt x="126727" y="121891"/>
                  <a:pt x="114969" y="121891"/>
                </a:cubicBezTo>
                <a:cubicBezTo>
                  <a:pt x="103212" y="121891"/>
                  <a:pt x="93166" y="117649"/>
                  <a:pt x="84832" y="109166"/>
                </a:cubicBezTo>
                <a:cubicBezTo>
                  <a:pt x="76497" y="100683"/>
                  <a:pt x="72330" y="90562"/>
                  <a:pt x="72330" y="78805"/>
                </a:cubicBezTo>
                <a:cubicBezTo>
                  <a:pt x="72330" y="67047"/>
                  <a:pt x="76497" y="57002"/>
                  <a:pt x="84832" y="48667"/>
                </a:cubicBezTo>
                <a:cubicBezTo>
                  <a:pt x="93166" y="40333"/>
                  <a:pt x="103212" y="36166"/>
                  <a:pt x="114969" y="36166"/>
                </a:cubicBezTo>
                <a:close/>
                <a:moveTo>
                  <a:pt x="114746" y="14288"/>
                </a:moveTo>
                <a:cubicBezTo>
                  <a:pt x="93613" y="14288"/>
                  <a:pt x="73967" y="19869"/>
                  <a:pt x="55810" y="31031"/>
                </a:cubicBezTo>
                <a:cubicBezTo>
                  <a:pt x="37653" y="42193"/>
                  <a:pt x="23812" y="58043"/>
                  <a:pt x="14287" y="78582"/>
                </a:cubicBezTo>
                <a:cubicBezTo>
                  <a:pt x="23812" y="99418"/>
                  <a:pt x="37579" y="115342"/>
                  <a:pt x="55587" y="126355"/>
                </a:cubicBezTo>
                <a:cubicBezTo>
                  <a:pt x="73595" y="137369"/>
                  <a:pt x="93166" y="142875"/>
                  <a:pt x="114300" y="142875"/>
                </a:cubicBezTo>
                <a:cubicBezTo>
                  <a:pt x="135433" y="142875"/>
                  <a:pt x="155004" y="137369"/>
                  <a:pt x="173012" y="126355"/>
                </a:cubicBezTo>
                <a:cubicBezTo>
                  <a:pt x="191021" y="115342"/>
                  <a:pt x="204787" y="99566"/>
                  <a:pt x="214312" y="79028"/>
                </a:cubicBezTo>
                <a:cubicBezTo>
                  <a:pt x="204787" y="58192"/>
                  <a:pt x="191095" y="42193"/>
                  <a:pt x="173236" y="31031"/>
                </a:cubicBezTo>
                <a:cubicBezTo>
                  <a:pt x="155376" y="19869"/>
                  <a:pt x="135880" y="14288"/>
                  <a:pt x="114746" y="14288"/>
                </a:cubicBezTo>
                <a:close/>
                <a:moveTo>
                  <a:pt x="114746" y="0"/>
                </a:moveTo>
                <a:cubicBezTo>
                  <a:pt x="139154" y="0"/>
                  <a:pt x="161553" y="6623"/>
                  <a:pt x="181942" y="19869"/>
                </a:cubicBezTo>
                <a:cubicBezTo>
                  <a:pt x="202332" y="33115"/>
                  <a:pt x="217735" y="51495"/>
                  <a:pt x="228153" y="75010"/>
                </a:cubicBezTo>
                <a:cubicBezTo>
                  <a:pt x="228153" y="75307"/>
                  <a:pt x="228153" y="75456"/>
                  <a:pt x="228153" y="75456"/>
                </a:cubicBezTo>
                <a:cubicBezTo>
                  <a:pt x="228153" y="75754"/>
                  <a:pt x="228153" y="75903"/>
                  <a:pt x="228153" y="75903"/>
                </a:cubicBezTo>
                <a:cubicBezTo>
                  <a:pt x="228451" y="75903"/>
                  <a:pt x="228600" y="76052"/>
                  <a:pt x="228600" y="76349"/>
                </a:cubicBezTo>
                <a:cubicBezTo>
                  <a:pt x="228600" y="76647"/>
                  <a:pt x="228600" y="76796"/>
                  <a:pt x="228600" y="76796"/>
                </a:cubicBezTo>
                <a:cubicBezTo>
                  <a:pt x="228600" y="77689"/>
                  <a:pt x="228600" y="78358"/>
                  <a:pt x="228600" y="78805"/>
                </a:cubicBezTo>
                <a:cubicBezTo>
                  <a:pt x="228600" y="79251"/>
                  <a:pt x="228600" y="79921"/>
                  <a:pt x="228600" y="80814"/>
                </a:cubicBezTo>
                <a:cubicBezTo>
                  <a:pt x="228600" y="80814"/>
                  <a:pt x="228600" y="80963"/>
                  <a:pt x="228600" y="81261"/>
                </a:cubicBezTo>
                <a:cubicBezTo>
                  <a:pt x="228600" y="81558"/>
                  <a:pt x="228600" y="81707"/>
                  <a:pt x="228600" y="81707"/>
                </a:cubicBezTo>
                <a:cubicBezTo>
                  <a:pt x="228302" y="81707"/>
                  <a:pt x="228153" y="81856"/>
                  <a:pt x="228153" y="82154"/>
                </a:cubicBezTo>
                <a:cubicBezTo>
                  <a:pt x="228153" y="82154"/>
                  <a:pt x="228153" y="82228"/>
                  <a:pt x="228153" y="82377"/>
                </a:cubicBezTo>
                <a:cubicBezTo>
                  <a:pt x="228153" y="82526"/>
                  <a:pt x="228153" y="82749"/>
                  <a:pt x="228153" y="83046"/>
                </a:cubicBezTo>
                <a:cubicBezTo>
                  <a:pt x="217735" y="106264"/>
                  <a:pt x="202257" y="124421"/>
                  <a:pt x="181719" y="137518"/>
                </a:cubicBezTo>
                <a:cubicBezTo>
                  <a:pt x="161181" y="150614"/>
                  <a:pt x="138708" y="157163"/>
                  <a:pt x="114300" y="157163"/>
                </a:cubicBezTo>
                <a:cubicBezTo>
                  <a:pt x="89892" y="157163"/>
                  <a:pt x="67419" y="150614"/>
                  <a:pt x="46881" y="137518"/>
                </a:cubicBezTo>
                <a:cubicBezTo>
                  <a:pt x="26342" y="124421"/>
                  <a:pt x="10864" y="106115"/>
                  <a:pt x="446" y="82600"/>
                </a:cubicBezTo>
                <a:cubicBezTo>
                  <a:pt x="446" y="82302"/>
                  <a:pt x="446" y="82154"/>
                  <a:pt x="446" y="82154"/>
                </a:cubicBezTo>
                <a:cubicBezTo>
                  <a:pt x="446" y="81856"/>
                  <a:pt x="297" y="81707"/>
                  <a:pt x="0" y="81707"/>
                </a:cubicBezTo>
                <a:cubicBezTo>
                  <a:pt x="0" y="81707"/>
                  <a:pt x="0" y="81558"/>
                  <a:pt x="0" y="81261"/>
                </a:cubicBezTo>
                <a:cubicBezTo>
                  <a:pt x="0" y="80963"/>
                  <a:pt x="0" y="80814"/>
                  <a:pt x="0" y="80814"/>
                </a:cubicBezTo>
                <a:cubicBezTo>
                  <a:pt x="0" y="79921"/>
                  <a:pt x="0" y="79251"/>
                  <a:pt x="0" y="78805"/>
                </a:cubicBezTo>
                <a:cubicBezTo>
                  <a:pt x="0" y="78358"/>
                  <a:pt x="0" y="77689"/>
                  <a:pt x="0" y="76796"/>
                </a:cubicBezTo>
                <a:cubicBezTo>
                  <a:pt x="0" y="76796"/>
                  <a:pt x="0" y="76647"/>
                  <a:pt x="0" y="76349"/>
                </a:cubicBezTo>
                <a:cubicBezTo>
                  <a:pt x="0" y="76052"/>
                  <a:pt x="0" y="75903"/>
                  <a:pt x="0" y="75903"/>
                </a:cubicBezTo>
                <a:cubicBezTo>
                  <a:pt x="297" y="75903"/>
                  <a:pt x="446" y="75754"/>
                  <a:pt x="446" y="75456"/>
                </a:cubicBezTo>
                <a:cubicBezTo>
                  <a:pt x="446" y="75456"/>
                  <a:pt x="446" y="75382"/>
                  <a:pt x="446" y="75233"/>
                </a:cubicBezTo>
                <a:cubicBezTo>
                  <a:pt x="446" y="75084"/>
                  <a:pt x="446" y="74861"/>
                  <a:pt x="446" y="74563"/>
                </a:cubicBezTo>
                <a:cubicBezTo>
                  <a:pt x="10864" y="51346"/>
                  <a:pt x="26417" y="33115"/>
                  <a:pt x="47104" y="19869"/>
                </a:cubicBezTo>
                <a:cubicBezTo>
                  <a:pt x="67791" y="6623"/>
                  <a:pt x="90338" y="0"/>
                  <a:pt x="1147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4" name="Freeform 143"/>
          <p:cNvSpPr/>
          <p:nvPr/>
        </p:nvSpPr>
        <p:spPr>
          <a:xfrm>
            <a:off x="6259276" y="3912991"/>
            <a:ext cx="171891" cy="196447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46881" y="14287"/>
                </a:moveTo>
                <a:cubicBezTo>
                  <a:pt x="34974" y="14287"/>
                  <a:pt x="24110" y="18752"/>
                  <a:pt x="14287" y="27682"/>
                </a:cubicBezTo>
                <a:lnTo>
                  <a:pt x="14287" y="114300"/>
                </a:lnTo>
                <a:cubicBezTo>
                  <a:pt x="24110" y="109537"/>
                  <a:pt x="34379" y="107156"/>
                  <a:pt x="45095" y="107156"/>
                </a:cubicBezTo>
                <a:cubicBezTo>
                  <a:pt x="62954" y="107156"/>
                  <a:pt x="82451" y="111323"/>
                  <a:pt x="103584" y="119657"/>
                </a:cubicBezTo>
                <a:cubicBezTo>
                  <a:pt x="118169" y="125611"/>
                  <a:pt x="130076" y="128587"/>
                  <a:pt x="139303" y="128587"/>
                </a:cubicBezTo>
                <a:cubicBezTo>
                  <a:pt x="155376" y="128587"/>
                  <a:pt x="170854" y="123676"/>
                  <a:pt x="185737" y="113853"/>
                </a:cubicBezTo>
                <a:lnTo>
                  <a:pt x="185737" y="24556"/>
                </a:lnTo>
                <a:cubicBezTo>
                  <a:pt x="169664" y="31998"/>
                  <a:pt x="153590" y="35718"/>
                  <a:pt x="137517" y="35718"/>
                </a:cubicBezTo>
                <a:cubicBezTo>
                  <a:pt x="124420" y="35718"/>
                  <a:pt x="109388" y="31998"/>
                  <a:pt x="92422" y="24556"/>
                </a:cubicBezTo>
                <a:cubicBezTo>
                  <a:pt x="76051" y="17710"/>
                  <a:pt x="60870" y="14287"/>
                  <a:pt x="46881" y="14287"/>
                </a:cubicBezTo>
                <a:close/>
                <a:moveTo>
                  <a:pt x="46881" y="0"/>
                </a:moveTo>
                <a:cubicBezTo>
                  <a:pt x="59680" y="0"/>
                  <a:pt x="71140" y="1786"/>
                  <a:pt x="81260" y="5357"/>
                </a:cubicBezTo>
                <a:cubicBezTo>
                  <a:pt x="91380" y="8929"/>
                  <a:pt x="100831" y="12501"/>
                  <a:pt x="109612" y="16073"/>
                </a:cubicBezTo>
                <a:cubicBezTo>
                  <a:pt x="118393" y="19645"/>
                  <a:pt x="127694" y="21431"/>
                  <a:pt x="137517" y="21431"/>
                </a:cubicBezTo>
                <a:cubicBezTo>
                  <a:pt x="148233" y="21431"/>
                  <a:pt x="159023" y="19422"/>
                  <a:pt x="169887" y="15403"/>
                </a:cubicBezTo>
                <a:cubicBezTo>
                  <a:pt x="180751" y="11385"/>
                  <a:pt x="187970" y="8185"/>
                  <a:pt x="191542" y="5804"/>
                </a:cubicBezTo>
                <a:cubicBezTo>
                  <a:pt x="195113" y="3423"/>
                  <a:pt x="197941" y="1488"/>
                  <a:pt x="200025" y="0"/>
                </a:cubicBezTo>
                <a:lnTo>
                  <a:pt x="200025" y="121443"/>
                </a:lnTo>
                <a:lnTo>
                  <a:pt x="192881" y="126801"/>
                </a:lnTo>
                <a:cubicBezTo>
                  <a:pt x="188118" y="130373"/>
                  <a:pt x="180677" y="133945"/>
                  <a:pt x="170557" y="137517"/>
                </a:cubicBezTo>
                <a:cubicBezTo>
                  <a:pt x="160436" y="141089"/>
                  <a:pt x="150018" y="142875"/>
                  <a:pt x="139303" y="142875"/>
                </a:cubicBezTo>
                <a:cubicBezTo>
                  <a:pt x="129480" y="142875"/>
                  <a:pt x="119881" y="141089"/>
                  <a:pt x="110505" y="137517"/>
                </a:cubicBezTo>
                <a:cubicBezTo>
                  <a:pt x="101128" y="133945"/>
                  <a:pt x="91083" y="130373"/>
                  <a:pt x="80367" y="126801"/>
                </a:cubicBezTo>
                <a:cubicBezTo>
                  <a:pt x="69651" y="123229"/>
                  <a:pt x="57894" y="121443"/>
                  <a:pt x="45095" y="121443"/>
                </a:cubicBezTo>
                <a:cubicBezTo>
                  <a:pt x="34081" y="121443"/>
                  <a:pt x="23812" y="124420"/>
                  <a:pt x="14287" y="130373"/>
                </a:cubicBezTo>
                <a:lnTo>
                  <a:pt x="14287" y="221456"/>
                </a:lnTo>
                <a:cubicBezTo>
                  <a:pt x="14287" y="223539"/>
                  <a:pt x="13618" y="225251"/>
                  <a:pt x="12278" y="226590"/>
                </a:cubicBezTo>
                <a:cubicBezTo>
                  <a:pt x="10939" y="227930"/>
                  <a:pt x="9227" y="228600"/>
                  <a:pt x="7143" y="228600"/>
                </a:cubicBezTo>
                <a:cubicBezTo>
                  <a:pt x="5060" y="228600"/>
                  <a:pt x="3348" y="227930"/>
                  <a:pt x="2009" y="226590"/>
                </a:cubicBezTo>
                <a:cubicBezTo>
                  <a:pt x="669" y="225251"/>
                  <a:pt x="0" y="223539"/>
                  <a:pt x="0" y="221456"/>
                </a:cubicBezTo>
                <a:lnTo>
                  <a:pt x="0" y="21877"/>
                </a:lnTo>
                <a:lnTo>
                  <a:pt x="5358" y="16520"/>
                </a:lnTo>
                <a:cubicBezTo>
                  <a:pt x="8929" y="12650"/>
                  <a:pt x="14585" y="8929"/>
                  <a:pt x="22324" y="5357"/>
                </a:cubicBezTo>
                <a:cubicBezTo>
                  <a:pt x="30063" y="1786"/>
                  <a:pt x="38249" y="0"/>
                  <a:pt x="4688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5" name="Freeform 144"/>
          <p:cNvSpPr/>
          <p:nvPr/>
        </p:nvSpPr>
        <p:spPr>
          <a:xfrm>
            <a:off x="6569060" y="3934478"/>
            <a:ext cx="196447" cy="153474"/>
          </a:xfrm>
          <a:custGeom>
            <a:avLst/>
            <a:gdLst/>
            <a:ahLst/>
            <a:cxnLst/>
            <a:rect l="l" t="t" r="r" b="b"/>
            <a:pathLst>
              <a:path w="228600" h="178594">
                <a:moveTo>
                  <a:pt x="14288" y="14287"/>
                </a:moveTo>
                <a:lnTo>
                  <a:pt x="14288" y="164306"/>
                </a:lnTo>
                <a:lnTo>
                  <a:pt x="214313" y="164306"/>
                </a:lnTo>
                <a:lnTo>
                  <a:pt x="214313" y="35719"/>
                </a:lnTo>
                <a:lnTo>
                  <a:pt x="107156" y="35719"/>
                </a:lnTo>
                <a:lnTo>
                  <a:pt x="101352" y="35719"/>
                </a:lnTo>
                <a:lnTo>
                  <a:pt x="96887" y="31700"/>
                </a:lnTo>
                <a:lnTo>
                  <a:pt x="79028" y="14287"/>
                </a:lnTo>
                <a:lnTo>
                  <a:pt x="78581" y="14287"/>
                </a:lnTo>
                <a:close/>
                <a:moveTo>
                  <a:pt x="14288" y="0"/>
                </a:moveTo>
                <a:lnTo>
                  <a:pt x="85725" y="0"/>
                </a:lnTo>
                <a:lnTo>
                  <a:pt x="107156" y="21431"/>
                </a:lnTo>
                <a:lnTo>
                  <a:pt x="214313" y="21431"/>
                </a:lnTo>
                <a:cubicBezTo>
                  <a:pt x="218182" y="21431"/>
                  <a:pt x="221531" y="22845"/>
                  <a:pt x="224359" y="25673"/>
                </a:cubicBezTo>
                <a:cubicBezTo>
                  <a:pt x="227186" y="28500"/>
                  <a:pt x="228600" y="31849"/>
                  <a:pt x="228600" y="35719"/>
                </a:cubicBezTo>
                <a:lnTo>
                  <a:pt x="228600" y="164306"/>
                </a:lnTo>
                <a:cubicBezTo>
                  <a:pt x="228600" y="168176"/>
                  <a:pt x="227186" y="171524"/>
                  <a:pt x="224359" y="174352"/>
                </a:cubicBezTo>
                <a:cubicBezTo>
                  <a:pt x="221531" y="177180"/>
                  <a:pt x="218182" y="178594"/>
                  <a:pt x="214313" y="178594"/>
                </a:cubicBezTo>
                <a:lnTo>
                  <a:pt x="14288" y="178594"/>
                </a:lnTo>
                <a:cubicBezTo>
                  <a:pt x="10418" y="178594"/>
                  <a:pt x="7070" y="177180"/>
                  <a:pt x="4242" y="174352"/>
                </a:cubicBezTo>
                <a:cubicBezTo>
                  <a:pt x="1414" y="171524"/>
                  <a:pt x="0" y="168176"/>
                  <a:pt x="0" y="164306"/>
                </a:cubicBezTo>
                <a:lnTo>
                  <a:pt x="0" y="14287"/>
                </a:lnTo>
                <a:cubicBezTo>
                  <a:pt x="0" y="10418"/>
                  <a:pt x="1414" y="7069"/>
                  <a:pt x="4242" y="4241"/>
                </a:cubicBezTo>
                <a:cubicBezTo>
                  <a:pt x="7070" y="1414"/>
                  <a:pt x="10418" y="0"/>
                  <a:pt x="142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6" name="Freeform 145"/>
          <p:cNvSpPr/>
          <p:nvPr/>
        </p:nvSpPr>
        <p:spPr>
          <a:xfrm>
            <a:off x="6903396" y="3934478"/>
            <a:ext cx="196447" cy="153474"/>
          </a:xfrm>
          <a:custGeom>
            <a:avLst/>
            <a:gdLst/>
            <a:ahLst/>
            <a:cxnLst/>
            <a:rect l="l" t="t" r="r" b="b"/>
            <a:pathLst>
              <a:path w="228600" h="178594">
                <a:moveTo>
                  <a:pt x="14288" y="14287"/>
                </a:moveTo>
                <a:lnTo>
                  <a:pt x="14288" y="164306"/>
                </a:lnTo>
                <a:lnTo>
                  <a:pt x="214313" y="164306"/>
                </a:lnTo>
                <a:lnTo>
                  <a:pt x="214313" y="35719"/>
                </a:lnTo>
                <a:lnTo>
                  <a:pt x="107156" y="35719"/>
                </a:lnTo>
                <a:lnTo>
                  <a:pt x="101352" y="35719"/>
                </a:lnTo>
                <a:lnTo>
                  <a:pt x="96887" y="31700"/>
                </a:lnTo>
                <a:lnTo>
                  <a:pt x="79028" y="14287"/>
                </a:lnTo>
                <a:lnTo>
                  <a:pt x="78581" y="14287"/>
                </a:lnTo>
                <a:close/>
                <a:moveTo>
                  <a:pt x="14288" y="0"/>
                </a:moveTo>
                <a:lnTo>
                  <a:pt x="85725" y="0"/>
                </a:lnTo>
                <a:lnTo>
                  <a:pt x="107156" y="21431"/>
                </a:lnTo>
                <a:lnTo>
                  <a:pt x="214313" y="21431"/>
                </a:lnTo>
                <a:cubicBezTo>
                  <a:pt x="218182" y="21431"/>
                  <a:pt x="221531" y="22845"/>
                  <a:pt x="224359" y="25673"/>
                </a:cubicBezTo>
                <a:cubicBezTo>
                  <a:pt x="227186" y="28500"/>
                  <a:pt x="228600" y="31849"/>
                  <a:pt x="228600" y="35719"/>
                </a:cubicBezTo>
                <a:lnTo>
                  <a:pt x="228600" y="164306"/>
                </a:lnTo>
                <a:cubicBezTo>
                  <a:pt x="228600" y="168176"/>
                  <a:pt x="227186" y="171524"/>
                  <a:pt x="224359" y="174352"/>
                </a:cubicBezTo>
                <a:cubicBezTo>
                  <a:pt x="221531" y="177180"/>
                  <a:pt x="218182" y="178594"/>
                  <a:pt x="214313" y="178594"/>
                </a:cubicBezTo>
                <a:lnTo>
                  <a:pt x="14288" y="178594"/>
                </a:lnTo>
                <a:cubicBezTo>
                  <a:pt x="10418" y="178594"/>
                  <a:pt x="7070" y="177180"/>
                  <a:pt x="4242" y="174352"/>
                </a:cubicBezTo>
                <a:cubicBezTo>
                  <a:pt x="1414" y="171524"/>
                  <a:pt x="0" y="168176"/>
                  <a:pt x="0" y="164306"/>
                </a:cubicBezTo>
                <a:lnTo>
                  <a:pt x="0" y="14287"/>
                </a:lnTo>
                <a:cubicBezTo>
                  <a:pt x="0" y="10418"/>
                  <a:pt x="1414" y="7069"/>
                  <a:pt x="4242" y="4241"/>
                </a:cubicBezTo>
                <a:cubicBezTo>
                  <a:pt x="7070" y="1414"/>
                  <a:pt x="10418" y="0"/>
                  <a:pt x="142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7" name="Freeform 146"/>
          <p:cNvSpPr/>
          <p:nvPr/>
        </p:nvSpPr>
        <p:spPr>
          <a:xfrm>
            <a:off x="628650" y="4268663"/>
            <a:ext cx="196830" cy="177263"/>
          </a:xfrm>
          <a:custGeom>
            <a:avLst/>
            <a:gdLst/>
            <a:ahLst/>
            <a:cxnLst/>
            <a:rect l="l" t="t" r="r" b="b"/>
            <a:pathLst>
              <a:path w="229047" h="206276">
                <a:moveTo>
                  <a:pt x="64294" y="14287"/>
                </a:moveTo>
                <a:cubicBezTo>
                  <a:pt x="50304" y="14287"/>
                  <a:pt x="38844" y="18752"/>
                  <a:pt x="29915" y="27682"/>
                </a:cubicBezTo>
                <a:cubicBezTo>
                  <a:pt x="19497" y="38100"/>
                  <a:pt x="14288" y="50527"/>
                  <a:pt x="14288" y="64963"/>
                </a:cubicBezTo>
                <a:cubicBezTo>
                  <a:pt x="14288" y="79400"/>
                  <a:pt x="19497" y="91678"/>
                  <a:pt x="29915" y="101798"/>
                </a:cubicBezTo>
                <a:cubicBezTo>
                  <a:pt x="34975" y="106858"/>
                  <a:pt x="61615" y="136326"/>
                  <a:pt x="109835" y="190202"/>
                </a:cubicBezTo>
                <a:cubicBezTo>
                  <a:pt x="111026" y="191393"/>
                  <a:pt x="112514" y="191988"/>
                  <a:pt x="114300" y="191988"/>
                </a:cubicBezTo>
                <a:cubicBezTo>
                  <a:pt x="116086" y="191988"/>
                  <a:pt x="117723" y="191393"/>
                  <a:pt x="119212" y="190202"/>
                </a:cubicBezTo>
                <a:cubicBezTo>
                  <a:pt x="171897" y="133350"/>
                  <a:pt x="198537" y="104477"/>
                  <a:pt x="199132" y="103584"/>
                </a:cubicBezTo>
                <a:cubicBezTo>
                  <a:pt x="209550" y="93464"/>
                  <a:pt x="214759" y="81111"/>
                  <a:pt x="214759" y="66526"/>
                </a:cubicBezTo>
                <a:cubicBezTo>
                  <a:pt x="214759" y="51941"/>
                  <a:pt x="209699" y="39588"/>
                  <a:pt x="199579" y="29468"/>
                </a:cubicBezTo>
                <a:cubicBezTo>
                  <a:pt x="189161" y="19347"/>
                  <a:pt x="177403" y="14287"/>
                  <a:pt x="164306" y="14287"/>
                </a:cubicBezTo>
                <a:cubicBezTo>
                  <a:pt x="153293" y="14287"/>
                  <a:pt x="140048" y="22175"/>
                  <a:pt x="124569" y="37951"/>
                </a:cubicBezTo>
                <a:lnTo>
                  <a:pt x="114747" y="47774"/>
                </a:lnTo>
                <a:lnTo>
                  <a:pt x="104478" y="37951"/>
                </a:lnTo>
                <a:cubicBezTo>
                  <a:pt x="88404" y="22175"/>
                  <a:pt x="75010" y="14287"/>
                  <a:pt x="64294" y="14287"/>
                </a:cubicBezTo>
                <a:close/>
                <a:moveTo>
                  <a:pt x="64294" y="0"/>
                </a:moveTo>
                <a:cubicBezTo>
                  <a:pt x="79177" y="0"/>
                  <a:pt x="95846" y="9227"/>
                  <a:pt x="114300" y="27682"/>
                </a:cubicBezTo>
                <a:cubicBezTo>
                  <a:pt x="132755" y="9227"/>
                  <a:pt x="149424" y="0"/>
                  <a:pt x="164306" y="0"/>
                </a:cubicBezTo>
                <a:cubicBezTo>
                  <a:pt x="181571" y="0"/>
                  <a:pt x="196602" y="6399"/>
                  <a:pt x="209401" y="19199"/>
                </a:cubicBezTo>
                <a:cubicBezTo>
                  <a:pt x="222498" y="32295"/>
                  <a:pt x="229047" y="48071"/>
                  <a:pt x="229047" y="66526"/>
                </a:cubicBezTo>
                <a:cubicBezTo>
                  <a:pt x="229047" y="84981"/>
                  <a:pt x="222498" y="100756"/>
                  <a:pt x="209401" y="113853"/>
                </a:cubicBezTo>
                <a:cubicBezTo>
                  <a:pt x="208806" y="114449"/>
                  <a:pt x="182166" y="143172"/>
                  <a:pt x="129481" y="200025"/>
                </a:cubicBezTo>
                <a:cubicBezTo>
                  <a:pt x="125314" y="204192"/>
                  <a:pt x="120328" y="206276"/>
                  <a:pt x="114523" y="206276"/>
                </a:cubicBezTo>
                <a:cubicBezTo>
                  <a:pt x="108719" y="206276"/>
                  <a:pt x="103733" y="204192"/>
                  <a:pt x="99566" y="200025"/>
                </a:cubicBezTo>
                <a:lnTo>
                  <a:pt x="19646" y="112067"/>
                </a:lnTo>
                <a:cubicBezTo>
                  <a:pt x="6549" y="98970"/>
                  <a:pt x="0" y="83195"/>
                  <a:pt x="0" y="64740"/>
                </a:cubicBezTo>
                <a:cubicBezTo>
                  <a:pt x="0" y="46285"/>
                  <a:pt x="6549" y="30658"/>
                  <a:pt x="19646" y="17859"/>
                </a:cubicBezTo>
                <a:cubicBezTo>
                  <a:pt x="31254" y="5953"/>
                  <a:pt x="46137" y="0"/>
                  <a:pt x="6429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8" name="Freeform 147"/>
          <p:cNvSpPr/>
          <p:nvPr/>
        </p:nvSpPr>
        <p:spPr>
          <a:xfrm>
            <a:off x="970921" y="425907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92868"/>
                </a:moveTo>
                <a:lnTo>
                  <a:pt x="114300" y="92868"/>
                </a:lnTo>
                <a:cubicBezTo>
                  <a:pt x="116384" y="92868"/>
                  <a:pt x="118095" y="93538"/>
                  <a:pt x="119435" y="94878"/>
                </a:cubicBezTo>
                <a:cubicBezTo>
                  <a:pt x="120774" y="96217"/>
                  <a:pt x="121444" y="97929"/>
                  <a:pt x="121444" y="100012"/>
                </a:cubicBezTo>
                <a:lnTo>
                  <a:pt x="121444" y="100459"/>
                </a:lnTo>
                <a:lnTo>
                  <a:pt x="121444" y="164306"/>
                </a:lnTo>
                <a:lnTo>
                  <a:pt x="128588" y="164306"/>
                </a:lnTo>
                <a:cubicBezTo>
                  <a:pt x="130671" y="164306"/>
                  <a:pt x="132383" y="164976"/>
                  <a:pt x="133722" y="166315"/>
                </a:cubicBezTo>
                <a:cubicBezTo>
                  <a:pt x="135062" y="167655"/>
                  <a:pt x="135731" y="169366"/>
                  <a:pt x="135731" y="171450"/>
                </a:cubicBezTo>
                <a:cubicBezTo>
                  <a:pt x="135731" y="173533"/>
                  <a:pt x="135062" y="175245"/>
                  <a:pt x="133722" y="176584"/>
                </a:cubicBezTo>
                <a:cubicBezTo>
                  <a:pt x="132383" y="177924"/>
                  <a:pt x="130671" y="178593"/>
                  <a:pt x="128588" y="178593"/>
                </a:cubicBezTo>
                <a:lnTo>
                  <a:pt x="100013" y="178593"/>
                </a:lnTo>
                <a:cubicBezTo>
                  <a:pt x="97929" y="178593"/>
                  <a:pt x="96218" y="177924"/>
                  <a:pt x="94878" y="176584"/>
                </a:cubicBezTo>
                <a:cubicBezTo>
                  <a:pt x="93539" y="175245"/>
                  <a:pt x="92869" y="173533"/>
                  <a:pt x="92869" y="171450"/>
                </a:cubicBezTo>
                <a:cubicBezTo>
                  <a:pt x="92869" y="169366"/>
                  <a:pt x="93539" y="167655"/>
                  <a:pt x="94878" y="166315"/>
                </a:cubicBezTo>
                <a:cubicBezTo>
                  <a:pt x="96218" y="164976"/>
                  <a:pt x="97929" y="164306"/>
                  <a:pt x="100013" y="164306"/>
                </a:cubicBezTo>
                <a:lnTo>
                  <a:pt x="107156" y="164306"/>
                </a:lnTo>
                <a:lnTo>
                  <a:pt x="107156" y="107156"/>
                </a:lnTo>
                <a:lnTo>
                  <a:pt x="100013" y="107156"/>
                </a:lnTo>
                <a:cubicBezTo>
                  <a:pt x="97929" y="107156"/>
                  <a:pt x="96218" y="106486"/>
                  <a:pt x="94878" y="105147"/>
                </a:cubicBezTo>
                <a:cubicBezTo>
                  <a:pt x="93539" y="103807"/>
                  <a:pt x="92869" y="102096"/>
                  <a:pt x="92869" y="100012"/>
                </a:cubicBezTo>
                <a:cubicBezTo>
                  <a:pt x="92869" y="97929"/>
                  <a:pt x="93539" y="96217"/>
                  <a:pt x="94878" y="94878"/>
                </a:cubicBezTo>
                <a:cubicBezTo>
                  <a:pt x="96218" y="93538"/>
                  <a:pt x="97929" y="92868"/>
                  <a:pt x="100013" y="92868"/>
                </a:cubicBezTo>
                <a:close/>
                <a:moveTo>
                  <a:pt x="114300" y="50006"/>
                </a:moveTo>
                <a:cubicBezTo>
                  <a:pt x="118170" y="50006"/>
                  <a:pt x="121518" y="51420"/>
                  <a:pt x="124346" y="54247"/>
                </a:cubicBezTo>
                <a:cubicBezTo>
                  <a:pt x="127174" y="57075"/>
                  <a:pt x="128588" y="60424"/>
                  <a:pt x="128588" y="64293"/>
                </a:cubicBezTo>
                <a:cubicBezTo>
                  <a:pt x="128588" y="68163"/>
                  <a:pt x="127174" y="71512"/>
                  <a:pt x="124346" y="74339"/>
                </a:cubicBezTo>
                <a:cubicBezTo>
                  <a:pt x="121518" y="77167"/>
                  <a:pt x="118170" y="78581"/>
                  <a:pt x="114300" y="78581"/>
                </a:cubicBezTo>
                <a:cubicBezTo>
                  <a:pt x="110431" y="78581"/>
                  <a:pt x="107082" y="77167"/>
                  <a:pt x="104254" y="74339"/>
                </a:cubicBezTo>
                <a:cubicBezTo>
                  <a:pt x="101427" y="71512"/>
                  <a:pt x="100013" y="68163"/>
                  <a:pt x="100013" y="64293"/>
                </a:cubicBezTo>
                <a:cubicBezTo>
                  <a:pt x="100013" y="60424"/>
                  <a:pt x="101427" y="57075"/>
                  <a:pt x="104254" y="54247"/>
                </a:cubicBezTo>
                <a:cubicBezTo>
                  <a:pt x="107082" y="51420"/>
                  <a:pt x="110431" y="50006"/>
                  <a:pt x="114300" y="50006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645"/>
                  <a:pt x="43532" y="185291"/>
                </a:cubicBezTo>
                <a:cubicBezTo>
                  <a:pt x="63029" y="204936"/>
                  <a:pt x="86618" y="214759"/>
                  <a:pt x="114300" y="214759"/>
                </a:cubicBezTo>
                <a:cubicBezTo>
                  <a:pt x="141982" y="214759"/>
                  <a:pt x="165572" y="204936"/>
                  <a:pt x="185068" y="185291"/>
                </a:cubicBezTo>
                <a:cubicBezTo>
                  <a:pt x="204564" y="165645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49" name="Freeform 148"/>
          <p:cNvSpPr/>
          <p:nvPr/>
        </p:nvSpPr>
        <p:spPr>
          <a:xfrm>
            <a:off x="1312807" y="4258809"/>
            <a:ext cx="165945" cy="196974"/>
          </a:xfrm>
          <a:custGeom>
            <a:avLst/>
            <a:gdLst/>
            <a:ahLst/>
            <a:cxnLst/>
            <a:rect l="l" t="t" r="r" b="b"/>
            <a:pathLst>
              <a:path w="193105" h="229214">
                <a:moveTo>
                  <a:pt x="128811" y="14287"/>
                </a:moveTo>
                <a:cubicBezTo>
                  <a:pt x="115119" y="14287"/>
                  <a:pt x="103362" y="19198"/>
                  <a:pt x="93539" y="29021"/>
                </a:cubicBezTo>
                <a:cubicBezTo>
                  <a:pt x="83716" y="38844"/>
                  <a:pt x="78805" y="50601"/>
                  <a:pt x="78805" y="64293"/>
                </a:cubicBezTo>
                <a:cubicBezTo>
                  <a:pt x="78805" y="77986"/>
                  <a:pt x="83716" y="89743"/>
                  <a:pt x="93539" y="99566"/>
                </a:cubicBezTo>
                <a:cubicBezTo>
                  <a:pt x="103362" y="109388"/>
                  <a:pt x="115119" y="114300"/>
                  <a:pt x="128811" y="114300"/>
                </a:cubicBezTo>
                <a:cubicBezTo>
                  <a:pt x="142503" y="114300"/>
                  <a:pt x="154261" y="109388"/>
                  <a:pt x="164083" y="99566"/>
                </a:cubicBezTo>
                <a:cubicBezTo>
                  <a:pt x="173906" y="89743"/>
                  <a:pt x="178817" y="77986"/>
                  <a:pt x="178817" y="64293"/>
                </a:cubicBezTo>
                <a:cubicBezTo>
                  <a:pt x="178817" y="50601"/>
                  <a:pt x="173906" y="38844"/>
                  <a:pt x="164083" y="29021"/>
                </a:cubicBezTo>
                <a:cubicBezTo>
                  <a:pt x="154261" y="19198"/>
                  <a:pt x="142503" y="14287"/>
                  <a:pt x="128811" y="14287"/>
                </a:cubicBezTo>
                <a:close/>
                <a:moveTo>
                  <a:pt x="128588" y="0"/>
                </a:moveTo>
                <a:cubicBezTo>
                  <a:pt x="146298" y="0"/>
                  <a:pt x="161479" y="6250"/>
                  <a:pt x="174129" y="18752"/>
                </a:cubicBezTo>
                <a:cubicBezTo>
                  <a:pt x="186780" y="31254"/>
                  <a:pt x="193105" y="46434"/>
                  <a:pt x="193105" y="64293"/>
                </a:cubicBezTo>
                <a:cubicBezTo>
                  <a:pt x="193105" y="82153"/>
                  <a:pt x="186854" y="97333"/>
                  <a:pt x="174353" y="109835"/>
                </a:cubicBezTo>
                <a:cubicBezTo>
                  <a:pt x="161851" y="122336"/>
                  <a:pt x="146670" y="128587"/>
                  <a:pt x="128811" y="128587"/>
                </a:cubicBezTo>
                <a:cubicBezTo>
                  <a:pt x="112738" y="128587"/>
                  <a:pt x="98599" y="123378"/>
                  <a:pt x="86395" y="112960"/>
                </a:cubicBezTo>
                <a:cubicBezTo>
                  <a:pt x="86693" y="115044"/>
                  <a:pt x="86097" y="116830"/>
                  <a:pt x="84609" y="118318"/>
                </a:cubicBezTo>
                <a:lnTo>
                  <a:pt x="45765" y="157162"/>
                </a:lnTo>
                <a:lnTo>
                  <a:pt x="76126" y="187970"/>
                </a:lnTo>
                <a:cubicBezTo>
                  <a:pt x="79698" y="191244"/>
                  <a:pt x="79772" y="194592"/>
                  <a:pt x="76349" y="198015"/>
                </a:cubicBezTo>
                <a:cubicBezTo>
                  <a:pt x="72926" y="201438"/>
                  <a:pt x="69578" y="201513"/>
                  <a:pt x="66303" y="198239"/>
                </a:cubicBezTo>
                <a:lnTo>
                  <a:pt x="35942" y="166985"/>
                </a:lnTo>
                <a:lnTo>
                  <a:pt x="17637" y="185737"/>
                </a:lnTo>
                <a:lnTo>
                  <a:pt x="47551" y="216545"/>
                </a:lnTo>
                <a:cubicBezTo>
                  <a:pt x="51123" y="219819"/>
                  <a:pt x="51197" y="223167"/>
                  <a:pt x="47774" y="226590"/>
                </a:cubicBezTo>
                <a:cubicBezTo>
                  <a:pt x="44351" y="230014"/>
                  <a:pt x="41003" y="230088"/>
                  <a:pt x="37728" y="226814"/>
                </a:cubicBezTo>
                <a:lnTo>
                  <a:pt x="2456" y="191095"/>
                </a:lnTo>
                <a:lnTo>
                  <a:pt x="2456" y="190648"/>
                </a:lnTo>
                <a:cubicBezTo>
                  <a:pt x="-818" y="187374"/>
                  <a:pt x="-818" y="184100"/>
                  <a:pt x="2456" y="180826"/>
                </a:cubicBezTo>
                <a:lnTo>
                  <a:pt x="74340" y="108049"/>
                </a:lnTo>
                <a:cubicBezTo>
                  <a:pt x="75828" y="106561"/>
                  <a:pt x="77614" y="105965"/>
                  <a:pt x="79698" y="106263"/>
                </a:cubicBezTo>
                <a:cubicBezTo>
                  <a:pt x="69578" y="94059"/>
                  <a:pt x="64517" y="80069"/>
                  <a:pt x="64517" y="64293"/>
                </a:cubicBezTo>
                <a:cubicBezTo>
                  <a:pt x="64517" y="46434"/>
                  <a:pt x="70768" y="31254"/>
                  <a:pt x="83270" y="18752"/>
                </a:cubicBezTo>
                <a:cubicBezTo>
                  <a:pt x="95771" y="6250"/>
                  <a:pt x="110877" y="0"/>
                  <a:pt x="12858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0" name="Freeform 149"/>
          <p:cNvSpPr/>
          <p:nvPr/>
        </p:nvSpPr>
        <p:spPr>
          <a:xfrm>
            <a:off x="1624192" y="425907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4563" y="106709"/>
                </a:moveTo>
                <a:cubicBezTo>
                  <a:pt x="81409" y="106709"/>
                  <a:pt x="87957" y="108198"/>
                  <a:pt x="94208" y="111174"/>
                </a:cubicBezTo>
                <a:lnTo>
                  <a:pt x="83046" y="122336"/>
                </a:lnTo>
                <a:cubicBezTo>
                  <a:pt x="80069" y="121443"/>
                  <a:pt x="77242" y="120997"/>
                  <a:pt x="74563" y="120997"/>
                </a:cubicBezTo>
                <a:cubicBezTo>
                  <a:pt x="65633" y="120997"/>
                  <a:pt x="58043" y="124122"/>
                  <a:pt x="51792" y="130373"/>
                </a:cubicBezTo>
                <a:lnTo>
                  <a:pt x="23663" y="159395"/>
                </a:lnTo>
                <a:cubicBezTo>
                  <a:pt x="17413" y="165645"/>
                  <a:pt x="14287" y="173236"/>
                  <a:pt x="14287" y="182165"/>
                </a:cubicBezTo>
                <a:cubicBezTo>
                  <a:pt x="14287" y="191095"/>
                  <a:pt x="17413" y="198685"/>
                  <a:pt x="23663" y="204936"/>
                </a:cubicBezTo>
                <a:cubicBezTo>
                  <a:pt x="29914" y="211187"/>
                  <a:pt x="37504" y="214312"/>
                  <a:pt x="46434" y="214312"/>
                </a:cubicBezTo>
                <a:cubicBezTo>
                  <a:pt x="55364" y="214312"/>
                  <a:pt x="62954" y="211187"/>
                  <a:pt x="69205" y="204936"/>
                </a:cubicBezTo>
                <a:lnTo>
                  <a:pt x="98226" y="176807"/>
                </a:lnTo>
                <a:cubicBezTo>
                  <a:pt x="105965" y="168771"/>
                  <a:pt x="108644" y="159246"/>
                  <a:pt x="106263" y="148232"/>
                </a:cubicBezTo>
                <a:lnTo>
                  <a:pt x="117425" y="137070"/>
                </a:lnTo>
                <a:cubicBezTo>
                  <a:pt x="121295" y="145405"/>
                  <a:pt x="122411" y="154111"/>
                  <a:pt x="120774" y="163190"/>
                </a:cubicBezTo>
                <a:cubicBezTo>
                  <a:pt x="119137" y="172268"/>
                  <a:pt x="114895" y="180230"/>
                  <a:pt x="108049" y="187077"/>
                </a:cubicBezTo>
                <a:lnTo>
                  <a:pt x="79474" y="215205"/>
                </a:lnTo>
                <a:cubicBezTo>
                  <a:pt x="70247" y="224135"/>
                  <a:pt x="59233" y="228600"/>
                  <a:pt x="46434" y="228600"/>
                </a:cubicBezTo>
                <a:cubicBezTo>
                  <a:pt x="33635" y="228600"/>
                  <a:pt x="22696" y="224060"/>
                  <a:pt x="13618" y="214982"/>
                </a:cubicBezTo>
                <a:cubicBezTo>
                  <a:pt x="4539" y="205903"/>
                  <a:pt x="0" y="194964"/>
                  <a:pt x="0" y="182165"/>
                </a:cubicBezTo>
                <a:cubicBezTo>
                  <a:pt x="0" y="169366"/>
                  <a:pt x="4465" y="158502"/>
                  <a:pt x="13394" y="149572"/>
                </a:cubicBezTo>
                <a:lnTo>
                  <a:pt x="41523" y="120550"/>
                </a:lnTo>
                <a:cubicBezTo>
                  <a:pt x="50750" y="111323"/>
                  <a:pt x="61763" y="106709"/>
                  <a:pt x="74563" y="106709"/>
                </a:cubicBezTo>
                <a:close/>
                <a:moveTo>
                  <a:pt x="157665" y="63679"/>
                </a:moveTo>
                <a:cubicBezTo>
                  <a:pt x="159339" y="63717"/>
                  <a:pt x="161032" y="64591"/>
                  <a:pt x="162743" y="66303"/>
                </a:cubicBezTo>
                <a:cubicBezTo>
                  <a:pt x="166166" y="69726"/>
                  <a:pt x="166092" y="73074"/>
                  <a:pt x="162520" y="76348"/>
                </a:cubicBezTo>
                <a:lnTo>
                  <a:pt x="75902" y="163413"/>
                </a:lnTo>
                <a:cubicBezTo>
                  <a:pt x="74711" y="164901"/>
                  <a:pt x="73149" y="165645"/>
                  <a:pt x="71214" y="165645"/>
                </a:cubicBezTo>
                <a:cubicBezTo>
                  <a:pt x="69279" y="165645"/>
                  <a:pt x="67568" y="164976"/>
                  <a:pt x="66079" y="163636"/>
                </a:cubicBezTo>
                <a:cubicBezTo>
                  <a:pt x="64591" y="162297"/>
                  <a:pt x="63847" y="160585"/>
                  <a:pt x="63847" y="158502"/>
                </a:cubicBezTo>
                <a:cubicBezTo>
                  <a:pt x="63847" y="156418"/>
                  <a:pt x="64591" y="154781"/>
                  <a:pt x="66079" y="153590"/>
                </a:cubicBezTo>
                <a:lnTo>
                  <a:pt x="152697" y="66079"/>
                </a:lnTo>
                <a:cubicBezTo>
                  <a:pt x="154334" y="64442"/>
                  <a:pt x="155990" y="63642"/>
                  <a:pt x="157665" y="63679"/>
                </a:cubicBezTo>
                <a:close/>
                <a:moveTo>
                  <a:pt x="182165" y="0"/>
                </a:moveTo>
                <a:cubicBezTo>
                  <a:pt x="194965" y="0"/>
                  <a:pt x="205903" y="4539"/>
                  <a:pt x="214982" y="13617"/>
                </a:cubicBezTo>
                <a:cubicBezTo>
                  <a:pt x="224060" y="22696"/>
                  <a:pt x="228600" y="33635"/>
                  <a:pt x="228600" y="46434"/>
                </a:cubicBezTo>
                <a:cubicBezTo>
                  <a:pt x="228600" y="59233"/>
                  <a:pt x="224135" y="70098"/>
                  <a:pt x="215205" y="79027"/>
                </a:cubicBezTo>
                <a:lnTo>
                  <a:pt x="186184" y="108049"/>
                </a:lnTo>
                <a:cubicBezTo>
                  <a:pt x="177254" y="116979"/>
                  <a:pt x="166390" y="121443"/>
                  <a:pt x="153590" y="121443"/>
                </a:cubicBezTo>
                <a:cubicBezTo>
                  <a:pt x="146744" y="121443"/>
                  <a:pt x="140791" y="120402"/>
                  <a:pt x="135731" y="118318"/>
                </a:cubicBezTo>
                <a:lnTo>
                  <a:pt x="147340" y="107156"/>
                </a:lnTo>
                <a:cubicBezTo>
                  <a:pt x="147935" y="107156"/>
                  <a:pt x="150018" y="107156"/>
                  <a:pt x="153590" y="107156"/>
                </a:cubicBezTo>
                <a:cubicBezTo>
                  <a:pt x="162222" y="107156"/>
                  <a:pt x="169664" y="104030"/>
                  <a:pt x="175915" y="97780"/>
                </a:cubicBezTo>
                <a:lnTo>
                  <a:pt x="204936" y="69205"/>
                </a:lnTo>
                <a:cubicBezTo>
                  <a:pt x="211187" y="62954"/>
                  <a:pt x="214312" y="55364"/>
                  <a:pt x="214312" y="46434"/>
                </a:cubicBezTo>
                <a:cubicBezTo>
                  <a:pt x="214312" y="37504"/>
                  <a:pt x="211187" y="29914"/>
                  <a:pt x="204936" y="23663"/>
                </a:cubicBezTo>
                <a:cubicBezTo>
                  <a:pt x="198685" y="17413"/>
                  <a:pt x="191095" y="14287"/>
                  <a:pt x="182165" y="14287"/>
                </a:cubicBezTo>
                <a:cubicBezTo>
                  <a:pt x="173236" y="14287"/>
                  <a:pt x="165645" y="17413"/>
                  <a:pt x="159395" y="23663"/>
                </a:cubicBezTo>
                <a:lnTo>
                  <a:pt x="130373" y="51792"/>
                </a:lnTo>
                <a:cubicBezTo>
                  <a:pt x="121741" y="60722"/>
                  <a:pt x="119211" y="71288"/>
                  <a:pt x="122783" y="83492"/>
                </a:cubicBezTo>
                <a:lnTo>
                  <a:pt x="111621" y="94654"/>
                </a:lnTo>
                <a:cubicBezTo>
                  <a:pt x="107454" y="86022"/>
                  <a:pt x="106114" y="76795"/>
                  <a:pt x="107602" y="66972"/>
                </a:cubicBezTo>
                <a:cubicBezTo>
                  <a:pt x="109091" y="57150"/>
                  <a:pt x="113407" y="48666"/>
                  <a:pt x="120551" y="41523"/>
                </a:cubicBezTo>
                <a:lnTo>
                  <a:pt x="149126" y="13394"/>
                </a:lnTo>
                <a:cubicBezTo>
                  <a:pt x="158353" y="4464"/>
                  <a:pt x="169366" y="0"/>
                  <a:pt x="18216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1" name="Freeform 150"/>
          <p:cNvSpPr/>
          <p:nvPr/>
        </p:nvSpPr>
        <p:spPr>
          <a:xfrm>
            <a:off x="1966079" y="4259073"/>
            <a:ext cx="159613" cy="196446"/>
          </a:xfrm>
          <a:custGeom>
            <a:avLst/>
            <a:gdLst/>
            <a:ahLst/>
            <a:cxnLst/>
            <a:rect l="l" t="t" r="r" b="b"/>
            <a:pathLst>
              <a:path w="185738" h="228600">
                <a:moveTo>
                  <a:pt x="92869" y="128587"/>
                </a:moveTo>
                <a:cubicBezTo>
                  <a:pt x="96739" y="128587"/>
                  <a:pt x="100087" y="130001"/>
                  <a:pt x="102915" y="132829"/>
                </a:cubicBezTo>
                <a:cubicBezTo>
                  <a:pt x="105743" y="135656"/>
                  <a:pt x="107157" y="139005"/>
                  <a:pt x="107157" y="142875"/>
                </a:cubicBezTo>
                <a:cubicBezTo>
                  <a:pt x="107157" y="148232"/>
                  <a:pt x="104775" y="152400"/>
                  <a:pt x="100013" y="155376"/>
                </a:cubicBezTo>
                <a:lnTo>
                  <a:pt x="100013" y="178593"/>
                </a:lnTo>
                <a:cubicBezTo>
                  <a:pt x="100013" y="180677"/>
                  <a:pt x="99343" y="182388"/>
                  <a:pt x="98004" y="183728"/>
                </a:cubicBezTo>
                <a:cubicBezTo>
                  <a:pt x="96664" y="185067"/>
                  <a:pt x="94953" y="185737"/>
                  <a:pt x="92869" y="185737"/>
                </a:cubicBezTo>
                <a:cubicBezTo>
                  <a:pt x="90786" y="185737"/>
                  <a:pt x="89074" y="185067"/>
                  <a:pt x="87735" y="183728"/>
                </a:cubicBezTo>
                <a:cubicBezTo>
                  <a:pt x="86395" y="182388"/>
                  <a:pt x="85725" y="180677"/>
                  <a:pt x="85725" y="178593"/>
                </a:cubicBezTo>
                <a:lnTo>
                  <a:pt x="85725" y="155376"/>
                </a:lnTo>
                <a:cubicBezTo>
                  <a:pt x="80963" y="152400"/>
                  <a:pt x="78582" y="148232"/>
                  <a:pt x="78582" y="142875"/>
                </a:cubicBezTo>
                <a:cubicBezTo>
                  <a:pt x="78582" y="139005"/>
                  <a:pt x="79996" y="135656"/>
                  <a:pt x="82823" y="132829"/>
                </a:cubicBezTo>
                <a:cubicBezTo>
                  <a:pt x="85651" y="130001"/>
                  <a:pt x="89000" y="128587"/>
                  <a:pt x="92869" y="128587"/>
                </a:cubicBezTo>
                <a:close/>
                <a:moveTo>
                  <a:pt x="28575" y="100012"/>
                </a:moveTo>
                <a:cubicBezTo>
                  <a:pt x="24706" y="100012"/>
                  <a:pt x="21357" y="101426"/>
                  <a:pt x="18530" y="104254"/>
                </a:cubicBezTo>
                <a:cubicBezTo>
                  <a:pt x="15702" y="107081"/>
                  <a:pt x="14288" y="110430"/>
                  <a:pt x="14288" y="114300"/>
                </a:cubicBezTo>
                <a:lnTo>
                  <a:pt x="14288" y="200025"/>
                </a:lnTo>
                <a:cubicBezTo>
                  <a:pt x="14288" y="203894"/>
                  <a:pt x="15702" y="207243"/>
                  <a:pt x="18530" y="210071"/>
                </a:cubicBezTo>
                <a:cubicBezTo>
                  <a:pt x="21357" y="212898"/>
                  <a:pt x="24706" y="214312"/>
                  <a:pt x="28575" y="214312"/>
                </a:cubicBezTo>
                <a:lnTo>
                  <a:pt x="157163" y="214312"/>
                </a:lnTo>
                <a:cubicBezTo>
                  <a:pt x="161033" y="214312"/>
                  <a:pt x="164381" y="212898"/>
                  <a:pt x="167209" y="210071"/>
                </a:cubicBezTo>
                <a:cubicBezTo>
                  <a:pt x="170037" y="207243"/>
                  <a:pt x="171450" y="203894"/>
                  <a:pt x="171450" y="200025"/>
                </a:cubicBezTo>
                <a:lnTo>
                  <a:pt x="171450" y="114300"/>
                </a:lnTo>
                <a:cubicBezTo>
                  <a:pt x="171450" y="110430"/>
                  <a:pt x="170037" y="107081"/>
                  <a:pt x="167209" y="104254"/>
                </a:cubicBezTo>
                <a:cubicBezTo>
                  <a:pt x="164381" y="101426"/>
                  <a:pt x="161033" y="100012"/>
                  <a:pt x="157163" y="100012"/>
                </a:cubicBezTo>
                <a:close/>
                <a:moveTo>
                  <a:pt x="92646" y="14287"/>
                </a:moveTo>
                <a:cubicBezTo>
                  <a:pt x="79996" y="14287"/>
                  <a:pt x="69726" y="18529"/>
                  <a:pt x="61839" y="27012"/>
                </a:cubicBezTo>
                <a:cubicBezTo>
                  <a:pt x="53951" y="35495"/>
                  <a:pt x="50007" y="45988"/>
                  <a:pt x="50007" y="58489"/>
                </a:cubicBezTo>
                <a:lnTo>
                  <a:pt x="50007" y="85725"/>
                </a:lnTo>
                <a:lnTo>
                  <a:pt x="135732" y="85725"/>
                </a:lnTo>
                <a:lnTo>
                  <a:pt x="135732" y="58489"/>
                </a:lnTo>
                <a:cubicBezTo>
                  <a:pt x="135732" y="45988"/>
                  <a:pt x="131713" y="35495"/>
                  <a:pt x="123677" y="27012"/>
                </a:cubicBezTo>
                <a:cubicBezTo>
                  <a:pt x="115640" y="18529"/>
                  <a:pt x="105296" y="14287"/>
                  <a:pt x="92646" y="14287"/>
                </a:cubicBezTo>
                <a:close/>
                <a:moveTo>
                  <a:pt x="92646" y="0"/>
                </a:moveTo>
                <a:cubicBezTo>
                  <a:pt x="109166" y="0"/>
                  <a:pt x="122858" y="5581"/>
                  <a:pt x="133723" y="16743"/>
                </a:cubicBezTo>
                <a:cubicBezTo>
                  <a:pt x="144587" y="27905"/>
                  <a:pt x="150019" y="41820"/>
                  <a:pt x="150019" y="58489"/>
                </a:cubicBezTo>
                <a:lnTo>
                  <a:pt x="150019" y="85725"/>
                </a:lnTo>
                <a:lnTo>
                  <a:pt x="157163" y="85725"/>
                </a:lnTo>
                <a:cubicBezTo>
                  <a:pt x="164902" y="85725"/>
                  <a:pt x="171599" y="88552"/>
                  <a:pt x="177255" y="94208"/>
                </a:cubicBezTo>
                <a:cubicBezTo>
                  <a:pt x="182910" y="99863"/>
                  <a:pt x="185738" y="106561"/>
                  <a:pt x="185738" y="114300"/>
                </a:cubicBezTo>
                <a:lnTo>
                  <a:pt x="185738" y="200025"/>
                </a:lnTo>
                <a:cubicBezTo>
                  <a:pt x="185738" y="207764"/>
                  <a:pt x="182910" y="214461"/>
                  <a:pt x="177255" y="220116"/>
                </a:cubicBezTo>
                <a:cubicBezTo>
                  <a:pt x="171599" y="225772"/>
                  <a:pt x="164902" y="228600"/>
                  <a:pt x="157163" y="228600"/>
                </a:cubicBezTo>
                <a:lnTo>
                  <a:pt x="28575" y="228600"/>
                </a:lnTo>
                <a:cubicBezTo>
                  <a:pt x="20836" y="228600"/>
                  <a:pt x="14139" y="225772"/>
                  <a:pt x="8484" y="220116"/>
                </a:cubicBezTo>
                <a:cubicBezTo>
                  <a:pt x="2828" y="214461"/>
                  <a:pt x="0" y="207764"/>
                  <a:pt x="0" y="200025"/>
                </a:cubicBezTo>
                <a:lnTo>
                  <a:pt x="0" y="114300"/>
                </a:lnTo>
                <a:cubicBezTo>
                  <a:pt x="0" y="106561"/>
                  <a:pt x="2828" y="99863"/>
                  <a:pt x="8484" y="94208"/>
                </a:cubicBezTo>
                <a:cubicBezTo>
                  <a:pt x="14139" y="88552"/>
                  <a:pt x="20836" y="85725"/>
                  <a:pt x="28575" y="85725"/>
                </a:cubicBezTo>
                <a:lnTo>
                  <a:pt x="35719" y="85725"/>
                </a:lnTo>
                <a:lnTo>
                  <a:pt x="35719" y="58489"/>
                </a:lnTo>
                <a:cubicBezTo>
                  <a:pt x="35719" y="42118"/>
                  <a:pt x="41077" y="28277"/>
                  <a:pt x="51793" y="16966"/>
                </a:cubicBezTo>
                <a:cubicBezTo>
                  <a:pt x="62508" y="5655"/>
                  <a:pt x="76126" y="0"/>
                  <a:pt x="9264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2" name="Freeform 151"/>
          <p:cNvSpPr/>
          <p:nvPr/>
        </p:nvSpPr>
        <p:spPr>
          <a:xfrm>
            <a:off x="2271132" y="4258772"/>
            <a:ext cx="159613" cy="197048"/>
          </a:xfrm>
          <a:custGeom>
            <a:avLst/>
            <a:gdLst/>
            <a:ahLst/>
            <a:cxnLst/>
            <a:rect l="l" t="t" r="r" b="b"/>
            <a:pathLst>
              <a:path w="185738" h="229300">
                <a:moveTo>
                  <a:pt x="92869" y="129288"/>
                </a:moveTo>
                <a:cubicBezTo>
                  <a:pt x="96739" y="129288"/>
                  <a:pt x="100087" y="130627"/>
                  <a:pt x="102915" y="133306"/>
                </a:cubicBezTo>
                <a:cubicBezTo>
                  <a:pt x="105743" y="135985"/>
                  <a:pt x="107157" y="139408"/>
                  <a:pt x="107157" y="143575"/>
                </a:cubicBezTo>
                <a:cubicBezTo>
                  <a:pt x="107157" y="148933"/>
                  <a:pt x="104775" y="152951"/>
                  <a:pt x="100013" y="155630"/>
                </a:cubicBezTo>
                <a:lnTo>
                  <a:pt x="100013" y="179294"/>
                </a:lnTo>
                <a:cubicBezTo>
                  <a:pt x="100013" y="181080"/>
                  <a:pt x="99343" y="182717"/>
                  <a:pt x="98004" y="184205"/>
                </a:cubicBezTo>
                <a:cubicBezTo>
                  <a:pt x="96664" y="185693"/>
                  <a:pt x="94953" y="186438"/>
                  <a:pt x="92869" y="186438"/>
                </a:cubicBezTo>
                <a:cubicBezTo>
                  <a:pt x="90786" y="186438"/>
                  <a:pt x="89074" y="185693"/>
                  <a:pt x="87735" y="184205"/>
                </a:cubicBezTo>
                <a:cubicBezTo>
                  <a:pt x="86395" y="182717"/>
                  <a:pt x="85725" y="181080"/>
                  <a:pt x="85725" y="179294"/>
                </a:cubicBezTo>
                <a:lnTo>
                  <a:pt x="85725" y="155630"/>
                </a:lnTo>
                <a:cubicBezTo>
                  <a:pt x="80963" y="152951"/>
                  <a:pt x="78582" y="148933"/>
                  <a:pt x="78582" y="143575"/>
                </a:cubicBezTo>
                <a:cubicBezTo>
                  <a:pt x="78582" y="139408"/>
                  <a:pt x="79996" y="135985"/>
                  <a:pt x="82823" y="133306"/>
                </a:cubicBezTo>
                <a:cubicBezTo>
                  <a:pt x="85651" y="130627"/>
                  <a:pt x="89000" y="129288"/>
                  <a:pt x="92869" y="129288"/>
                </a:cubicBezTo>
                <a:close/>
                <a:moveTo>
                  <a:pt x="28575" y="100713"/>
                </a:moveTo>
                <a:cubicBezTo>
                  <a:pt x="24706" y="100713"/>
                  <a:pt x="21357" y="102052"/>
                  <a:pt x="18530" y="104731"/>
                </a:cubicBezTo>
                <a:cubicBezTo>
                  <a:pt x="15702" y="107410"/>
                  <a:pt x="14288" y="110833"/>
                  <a:pt x="14288" y="115000"/>
                </a:cubicBezTo>
                <a:lnTo>
                  <a:pt x="14288" y="200725"/>
                </a:lnTo>
                <a:cubicBezTo>
                  <a:pt x="14288" y="204595"/>
                  <a:pt x="15702" y="207943"/>
                  <a:pt x="18530" y="210771"/>
                </a:cubicBezTo>
                <a:cubicBezTo>
                  <a:pt x="21357" y="213599"/>
                  <a:pt x="24706" y="215013"/>
                  <a:pt x="28575" y="215013"/>
                </a:cubicBezTo>
                <a:lnTo>
                  <a:pt x="157163" y="215013"/>
                </a:lnTo>
                <a:cubicBezTo>
                  <a:pt x="161033" y="215013"/>
                  <a:pt x="164381" y="213599"/>
                  <a:pt x="167209" y="210771"/>
                </a:cubicBezTo>
                <a:cubicBezTo>
                  <a:pt x="170037" y="207943"/>
                  <a:pt x="171450" y="204595"/>
                  <a:pt x="171450" y="200725"/>
                </a:cubicBezTo>
                <a:lnTo>
                  <a:pt x="171450" y="115000"/>
                </a:lnTo>
                <a:cubicBezTo>
                  <a:pt x="171450" y="110833"/>
                  <a:pt x="170037" y="107410"/>
                  <a:pt x="167209" y="104731"/>
                </a:cubicBezTo>
                <a:cubicBezTo>
                  <a:pt x="164381" y="102052"/>
                  <a:pt x="161033" y="100713"/>
                  <a:pt x="157163" y="100713"/>
                </a:cubicBezTo>
                <a:close/>
                <a:moveTo>
                  <a:pt x="89479" y="184"/>
                </a:moveTo>
                <a:cubicBezTo>
                  <a:pt x="101004" y="-737"/>
                  <a:pt x="111733" y="1816"/>
                  <a:pt x="121667" y="7844"/>
                </a:cubicBezTo>
                <a:cubicBezTo>
                  <a:pt x="134913" y="15881"/>
                  <a:pt x="143768" y="27787"/>
                  <a:pt x="148233" y="43563"/>
                </a:cubicBezTo>
                <a:lnTo>
                  <a:pt x="150912" y="55618"/>
                </a:lnTo>
                <a:cubicBezTo>
                  <a:pt x="151508" y="57701"/>
                  <a:pt x="151284" y="59562"/>
                  <a:pt x="150242" y="61199"/>
                </a:cubicBezTo>
                <a:cubicBezTo>
                  <a:pt x="149201" y="62836"/>
                  <a:pt x="147787" y="63952"/>
                  <a:pt x="146001" y="64547"/>
                </a:cubicBezTo>
                <a:cubicBezTo>
                  <a:pt x="144215" y="65143"/>
                  <a:pt x="142429" y="64919"/>
                  <a:pt x="140643" y="63878"/>
                </a:cubicBezTo>
                <a:cubicBezTo>
                  <a:pt x="138857" y="62836"/>
                  <a:pt x="137667" y="61422"/>
                  <a:pt x="137071" y="59636"/>
                </a:cubicBezTo>
                <a:lnTo>
                  <a:pt x="134392" y="47581"/>
                </a:lnTo>
                <a:cubicBezTo>
                  <a:pt x="131118" y="35377"/>
                  <a:pt x="124495" y="26224"/>
                  <a:pt x="114524" y="20122"/>
                </a:cubicBezTo>
                <a:cubicBezTo>
                  <a:pt x="104552" y="14020"/>
                  <a:pt x="93465" y="12606"/>
                  <a:pt x="81261" y="15881"/>
                </a:cubicBezTo>
                <a:cubicBezTo>
                  <a:pt x="69057" y="19155"/>
                  <a:pt x="60201" y="25926"/>
                  <a:pt x="54695" y="36196"/>
                </a:cubicBezTo>
                <a:cubicBezTo>
                  <a:pt x="49188" y="46465"/>
                  <a:pt x="48072" y="57552"/>
                  <a:pt x="51346" y="69459"/>
                </a:cubicBezTo>
                <a:lnTo>
                  <a:pt x="55365" y="86425"/>
                </a:lnTo>
                <a:lnTo>
                  <a:pt x="157163" y="86425"/>
                </a:lnTo>
                <a:cubicBezTo>
                  <a:pt x="164902" y="86425"/>
                  <a:pt x="171599" y="89178"/>
                  <a:pt x="177255" y="94685"/>
                </a:cubicBezTo>
                <a:cubicBezTo>
                  <a:pt x="182910" y="100192"/>
                  <a:pt x="185738" y="106963"/>
                  <a:pt x="185738" y="115000"/>
                </a:cubicBezTo>
                <a:lnTo>
                  <a:pt x="185738" y="200725"/>
                </a:lnTo>
                <a:cubicBezTo>
                  <a:pt x="185738" y="208464"/>
                  <a:pt x="182910" y="215161"/>
                  <a:pt x="177255" y="220817"/>
                </a:cubicBezTo>
                <a:cubicBezTo>
                  <a:pt x="171599" y="226472"/>
                  <a:pt x="164902" y="229300"/>
                  <a:pt x="157163" y="229300"/>
                </a:cubicBezTo>
                <a:lnTo>
                  <a:pt x="28575" y="229300"/>
                </a:lnTo>
                <a:cubicBezTo>
                  <a:pt x="20836" y="229300"/>
                  <a:pt x="14139" y="226472"/>
                  <a:pt x="8484" y="220817"/>
                </a:cubicBezTo>
                <a:cubicBezTo>
                  <a:pt x="2828" y="215161"/>
                  <a:pt x="0" y="208464"/>
                  <a:pt x="0" y="200725"/>
                </a:cubicBezTo>
                <a:lnTo>
                  <a:pt x="0" y="115000"/>
                </a:lnTo>
                <a:cubicBezTo>
                  <a:pt x="0" y="106963"/>
                  <a:pt x="2828" y="100192"/>
                  <a:pt x="8484" y="94685"/>
                </a:cubicBezTo>
                <a:cubicBezTo>
                  <a:pt x="14139" y="89178"/>
                  <a:pt x="20836" y="86425"/>
                  <a:pt x="28575" y="86425"/>
                </a:cubicBezTo>
                <a:lnTo>
                  <a:pt x="40631" y="86425"/>
                </a:lnTo>
                <a:lnTo>
                  <a:pt x="37505" y="73477"/>
                </a:lnTo>
                <a:cubicBezTo>
                  <a:pt x="33338" y="57404"/>
                  <a:pt x="34975" y="42595"/>
                  <a:pt x="42417" y="29052"/>
                </a:cubicBezTo>
                <a:cubicBezTo>
                  <a:pt x="49858" y="15509"/>
                  <a:pt x="61615" y="6579"/>
                  <a:pt x="77689" y="2263"/>
                </a:cubicBezTo>
                <a:cubicBezTo>
                  <a:pt x="81707" y="1184"/>
                  <a:pt x="85637" y="491"/>
                  <a:pt x="89479" y="18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3" name="Freeform 152"/>
          <p:cNvSpPr/>
          <p:nvPr/>
        </p:nvSpPr>
        <p:spPr>
          <a:xfrm>
            <a:off x="2576185" y="4258977"/>
            <a:ext cx="197646" cy="196637"/>
          </a:xfrm>
          <a:custGeom>
            <a:avLst/>
            <a:gdLst/>
            <a:ahLst/>
            <a:cxnLst/>
            <a:rect l="l" t="t" r="r" b="b"/>
            <a:pathLst>
              <a:path w="229996" h="228822">
                <a:moveTo>
                  <a:pt x="89520" y="14287"/>
                </a:moveTo>
                <a:cubicBezTo>
                  <a:pt x="68833" y="14287"/>
                  <a:pt x="51122" y="21580"/>
                  <a:pt x="36388" y="36165"/>
                </a:cubicBezTo>
                <a:cubicBezTo>
                  <a:pt x="21654" y="50750"/>
                  <a:pt x="14287" y="68461"/>
                  <a:pt x="14287" y="89297"/>
                </a:cubicBezTo>
                <a:cubicBezTo>
                  <a:pt x="14287" y="110132"/>
                  <a:pt x="21654" y="127843"/>
                  <a:pt x="36388" y="142428"/>
                </a:cubicBezTo>
                <a:cubicBezTo>
                  <a:pt x="51122" y="157013"/>
                  <a:pt x="68833" y="164306"/>
                  <a:pt x="89520" y="164306"/>
                </a:cubicBezTo>
                <a:cubicBezTo>
                  <a:pt x="110207" y="164306"/>
                  <a:pt x="127918" y="157013"/>
                  <a:pt x="142652" y="142428"/>
                </a:cubicBezTo>
                <a:cubicBezTo>
                  <a:pt x="157386" y="127843"/>
                  <a:pt x="164752" y="110132"/>
                  <a:pt x="164752" y="89297"/>
                </a:cubicBezTo>
                <a:cubicBezTo>
                  <a:pt x="164752" y="68461"/>
                  <a:pt x="157386" y="50750"/>
                  <a:pt x="142652" y="36165"/>
                </a:cubicBezTo>
                <a:cubicBezTo>
                  <a:pt x="127918" y="21580"/>
                  <a:pt x="110207" y="14287"/>
                  <a:pt x="89520" y="14287"/>
                </a:cubicBezTo>
                <a:close/>
                <a:moveTo>
                  <a:pt x="89297" y="0"/>
                </a:moveTo>
                <a:cubicBezTo>
                  <a:pt x="114002" y="0"/>
                  <a:pt x="135061" y="8706"/>
                  <a:pt x="152474" y="26119"/>
                </a:cubicBezTo>
                <a:cubicBezTo>
                  <a:pt x="169887" y="43532"/>
                  <a:pt x="178594" y="64591"/>
                  <a:pt x="178594" y="89297"/>
                </a:cubicBezTo>
                <a:cubicBezTo>
                  <a:pt x="178594" y="110728"/>
                  <a:pt x="171747" y="129778"/>
                  <a:pt x="158055" y="146447"/>
                </a:cubicBezTo>
                <a:lnTo>
                  <a:pt x="227260" y="216545"/>
                </a:lnTo>
                <a:cubicBezTo>
                  <a:pt x="230832" y="219819"/>
                  <a:pt x="230907" y="223093"/>
                  <a:pt x="227484" y="226367"/>
                </a:cubicBezTo>
                <a:cubicBezTo>
                  <a:pt x="224060" y="229641"/>
                  <a:pt x="220712" y="229641"/>
                  <a:pt x="217438" y="226367"/>
                </a:cubicBezTo>
                <a:lnTo>
                  <a:pt x="147786" y="156716"/>
                </a:lnTo>
                <a:cubicBezTo>
                  <a:pt x="131117" y="171301"/>
                  <a:pt x="111621" y="178593"/>
                  <a:pt x="89297" y="178593"/>
                </a:cubicBezTo>
                <a:cubicBezTo>
                  <a:pt x="64591" y="178593"/>
                  <a:pt x="43532" y="169887"/>
                  <a:pt x="26119" y="152474"/>
                </a:cubicBezTo>
                <a:cubicBezTo>
                  <a:pt x="8706" y="135061"/>
                  <a:pt x="0" y="114002"/>
                  <a:pt x="0" y="89297"/>
                </a:cubicBezTo>
                <a:cubicBezTo>
                  <a:pt x="0" y="64591"/>
                  <a:pt x="8706" y="43532"/>
                  <a:pt x="26119" y="26119"/>
                </a:cubicBezTo>
                <a:cubicBezTo>
                  <a:pt x="43532" y="8706"/>
                  <a:pt x="64591" y="0"/>
                  <a:pt x="8929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4" name="Freeform 153"/>
          <p:cNvSpPr/>
          <p:nvPr/>
        </p:nvSpPr>
        <p:spPr>
          <a:xfrm>
            <a:off x="2919271" y="4258977"/>
            <a:ext cx="197646" cy="196637"/>
          </a:xfrm>
          <a:custGeom>
            <a:avLst/>
            <a:gdLst/>
            <a:ahLst/>
            <a:cxnLst/>
            <a:rect l="l" t="t" r="r" b="b"/>
            <a:pathLst>
              <a:path w="229996" h="228822">
                <a:moveTo>
                  <a:pt x="93092" y="50006"/>
                </a:moveTo>
                <a:cubicBezTo>
                  <a:pt x="95027" y="50006"/>
                  <a:pt x="96664" y="50676"/>
                  <a:pt x="98003" y="52015"/>
                </a:cubicBezTo>
                <a:cubicBezTo>
                  <a:pt x="99343" y="53355"/>
                  <a:pt x="100012" y="55066"/>
                  <a:pt x="100012" y="57150"/>
                </a:cubicBezTo>
                <a:lnTo>
                  <a:pt x="100012" y="85725"/>
                </a:lnTo>
                <a:lnTo>
                  <a:pt x="128587" y="85725"/>
                </a:lnTo>
                <a:cubicBezTo>
                  <a:pt x="130671" y="85725"/>
                  <a:pt x="132382" y="86394"/>
                  <a:pt x="133722" y="87734"/>
                </a:cubicBezTo>
                <a:cubicBezTo>
                  <a:pt x="135061" y="89073"/>
                  <a:pt x="135731" y="90785"/>
                  <a:pt x="135731" y="92868"/>
                </a:cubicBezTo>
                <a:cubicBezTo>
                  <a:pt x="135731" y="94952"/>
                  <a:pt x="135061" y="96664"/>
                  <a:pt x="133722" y="98003"/>
                </a:cubicBezTo>
                <a:cubicBezTo>
                  <a:pt x="132382" y="99342"/>
                  <a:pt x="130671" y="100012"/>
                  <a:pt x="128587" y="100012"/>
                </a:cubicBezTo>
                <a:lnTo>
                  <a:pt x="100012" y="100012"/>
                </a:lnTo>
                <a:lnTo>
                  <a:pt x="100012" y="128587"/>
                </a:lnTo>
                <a:cubicBezTo>
                  <a:pt x="100012" y="130671"/>
                  <a:pt x="99343" y="132382"/>
                  <a:pt x="98003" y="133722"/>
                </a:cubicBezTo>
                <a:cubicBezTo>
                  <a:pt x="96664" y="135061"/>
                  <a:pt x="95027" y="135731"/>
                  <a:pt x="93092" y="135731"/>
                </a:cubicBezTo>
                <a:cubicBezTo>
                  <a:pt x="91157" y="135731"/>
                  <a:pt x="89445" y="135061"/>
                  <a:pt x="87957" y="133722"/>
                </a:cubicBezTo>
                <a:cubicBezTo>
                  <a:pt x="86469" y="132382"/>
                  <a:pt x="85725" y="130671"/>
                  <a:pt x="85725" y="128587"/>
                </a:cubicBezTo>
                <a:lnTo>
                  <a:pt x="85725" y="100012"/>
                </a:lnTo>
                <a:lnTo>
                  <a:pt x="57150" y="100012"/>
                </a:lnTo>
                <a:cubicBezTo>
                  <a:pt x="55364" y="100012"/>
                  <a:pt x="53727" y="99342"/>
                  <a:pt x="52238" y="98003"/>
                </a:cubicBezTo>
                <a:cubicBezTo>
                  <a:pt x="50750" y="96664"/>
                  <a:pt x="50006" y="94952"/>
                  <a:pt x="50006" y="92868"/>
                </a:cubicBezTo>
                <a:cubicBezTo>
                  <a:pt x="50006" y="90785"/>
                  <a:pt x="50750" y="89073"/>
                  <a:pt x="52238" y="87734"/>
                </a:cubicBezTo>
                <a:cubicBezTo>
                  <a:pt x="53727" y="86394"/>
                  <a:pt x="55364" y="85725"/>
                  <a:pt x="57150" y="85725"/>
                </a:cubicBezTo>
                <a:lnTo>
                  <a:pt x="85725" y="85725"/>
                </a:lnTo>
                <a:lnTo>
                  <a:pt x="85725" y="57150"/>
                </a:lnTo>
                <a:cubicBezTo>
                  <a:pt x="85725" y="55066"/>
                  <a:pt x="86469" y="53355"/>
                  <a:pt x="87957" y="52015"/>
                </a:cubicBezTo>
                <a:cubicBezTo>
                  <a:pt x="89445" y="50676"/>
                  <a:pt x="91157" y="50006"/>
                  <a:pt x="93092" y="50006"/>
                </a:cubicBezTo>
                <a:close/>
                <a:moveTo>
                  <a:pt x="93092" y="14287"/>
                </a:moveTo>
                <a:cubicBezTo>
                  <a:pt x="71512" y="14287"/>
                  <a:pt x="52983" y="21952"/>
                  <a:pt x="37504" y="37281"/>
                </a:cubicBezTo>
                <a:cubicBezTo>
                  <a:pt x="22026" y="52610"/>
                  <a:pt x="14287" y="71139"/>
                  <a:pt x="14287" y="92868"/>
                </a:cubicBezTo>
                <a:cubicBezTo>
                  <a:pt x="14287" y="114597"/>
                  <a:pt x="22026" y="133126"/>
                  <a:pt x="37504" y="148456"/>
                </a:cubicBezTo>
                <a:cubicBezTo>
                  <a:pt x="52983" y="163785"/>
                  <a:pt x="71512" y="171450"/>
                  <a:pt x="93092" y="171450"/>
                </a:cubicBezTo>
                <a:cubicBezTo>
                  <a:pt x="114672" y="171450"/>
                  <a:pt x="133127" y="163785"/>
                  <a:pt x="148456" y="148456"/>
                </a:cubicBezTo>
                <a:cubicBezTo>
                  <a:pt x="163785" y="133126"/>
                  <a:pt x="171450" y="114597"/>
                  <a:pt x="171450" y="92868"/>
                </a:cubicBezTo>
                <a:cubicBezTo>
                  <a:pt x="171450" y="71139"/>
                  <a:pt x="163785" y="52610"/>
                  <a:pt x="148456" y="37281"/>
                </a:cubicBezTo>
                <a:cubicBezTo>
                  <a:pt x="133127" y="21952"/>
                  <a:pt x="114672" y="14287"/>
                  <a:pt x="93092" y="14287"/>
                </a:cubicBezTo>
                <a:close/>
                <a:moveTo>
                  <a:pt x="93092" y="0"/>
                </a:moveTo>
                <a:cubicBezTo>
                  <a:pt x="118839" y="0"/>
                  <a:pt x="140717" y="9078"/>
                  <a:pt x="158725" y="27235"/>
                </a:cubicBezTo>
                <a:cubicBezTo>
                  <a:pt x="176733" y="45392"/>
                  <a:pt x="185737" y="67270"/>
                  <a:pt x="185737" y="92868"/>
                </a:cubicBezTo>
                <a:cubicBezTo>
                  <a:pt x="185737" y="115490"/>
                  <a:pt x="178594" y="135433"/>
                  <a:pt x="164306" y="152697"/>
                </a:cubicBezTo>
                <a:lnTo>
                  <a:pt x="227260" y="216545"/>
                </a:lnTo>
                <a:cubicBezTo>
                  <a:pt x="230832" y="219819"/>
                  <a:pt x="230907" y="223093"/>
                  <a:pt x="227484" y="226367"/>
                </a:cubicBezTo>
                <a:cubicBezTo>
                  <a:pt x="224060" y="229641"/>
                  <a:pt x="220712" y="229641"/>
                  <a:pt x="217438" y="226367"/>
                </a:cubicBezTo>
                <a:lnTo>
                  <a:pt x="154037" y="162966"/>
                </a:lnTo>
                <a:cubicBezTo>
                  <a:pt x="136773" y="178445"/>
                  <a:pt x="116532" y="186184"/>
                  <a:pt x="93315" y="186184"/>
                </a:cubicBezTo>
                <a:cubicBezTo>
                  <a:pt x="67419" y="186184"/>
                  <a:pt x="45392" y="177105"/>
                  <a:pt x="27235" y="158948"/>
                </a:cubicBezTo>
                <a:cubicBezTo>
                  <a:pt x="9078" y="140791"/>
                  <a:pt x="0" y="118839"/>
                  <a:pt x="0" y="93092"/>
                </a:cubicBezTo>
                <a:cubicBezTo>
                  <a:pt x="0" y="67344"/>
                  <a:pt x="9078" y="45392"/>
                  <a:pt x="27235" y="27235"/>
                </a:cubicBezTo>
                <a:cubicBezTo>
                  <a:pt x="45392" y="9078"/>
                  <a:pt x="67344" y="0"/>
                  <a:pt x="930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5" name="Freeform 154"/>
          <p:cNvSpPr/>
          <p:nvPr/>
        </p:nvSpPr>
        <p:spPr>
          <a:xfrm>
            <a:off x="3262357" y="4258977"/>
            <a:ext cx="197646" cy="196637"/>
          </a:xfrm>
          <a:custGeom>
            <a:avLst/>
            <a:gdLst/>
            <a:ahLst/>
            <a:cxnLst/>
            <a:rect l="l" t="t" r="r" b="b"/>
            <a:pathLst>
              <a:path w="229996" h="228822">
                <a:moveTo>
                  <a:pt x="57150" y="85725"/>
                </a:moveTo>
                <a:lnTo>
                  <a:pt x="128587" y="85725"/>
                </a:lnTo>
                <a:cubicBezTo>
                  <a:pt x="130671" y="85725"/>
                  <a:pt x="132382" y="86394"/>
                  <a:pt x="133722" y="87734"/>
                </a:cubicBezTo>
                <a:cubicBezTo>
                  <a:pt x="135061" y="89073"/>
                  <a:pt x="135731" y="90785"/>
                  <a:pt x="135731" y="92868"/>
                </a:cubicBezTo>
                <a:cubicBezTo>
                  <a:pt x="135731" y="94952"/>
                  <a:pt x="135061" y="96664"/>
                  <a:pt x="133722" y="98003"/>
                </a:cubicBezTo>
                <a:cubicBezTo>
                  <a:pt x="132382" y="99342"/>
                  <a:pt x="130671" y="100012"/>
                  <a:pt x="128587" y="100012"/>
                </a:cubicBezTo>
                <a:lnTo>
                  <a:pt x="57150" y="100012"/>
                </a:lnTo>
                <a:cubicBezTo>
                  <a:pt x="55364" y="100012"/>
                  <a:pt x="53727" y="99342"/>
                  <a:pt x="52238" y="98003"/>
                </a:cubicBezTo>
                <a:cubicBezTo>
                  <a:pt x="50750" y="96664"/>
                  <a:pt x="50006" y="94952"/>
                  <a:pt x="50006" y="92868"/>
                </a:cubicBezTo>
                <a:cubicBezTo>
                  <a:pt x="50006" y="90785"/>
                  <a:pt x="50750" y="89073"/>
                  <a:pt x="52238" y="87734"/>
                </a:cubicBezTo>
                <a:cubicBezTo>
                  <a:pt x="53727" y="86394"/>
                  <a:pt x="55364" y="85725"/>
                  <a:pt x="57150" y="85725"/>
                </a:cubicBezTo>
                <a:close/>
                <a:moveTo>
                  <a:pt x="93092" y="14287"/>
                </a:moveTo>
                <a:cubicBezTo>
                  <a:pt x="71512" y="14287"/>
                  <a:pt x="52983" y="21952"/>
                  <a:pt x="37504" y="37281"/>
                </a:cubicBezTo>
                <a:cubicBezTo>
                  <a:pt x="22026" y="52610"/>
                  <a:pt x="14287" y="71139"/>
                  <a:pt x="14287" y="92868"/>
                </a:cubicBezTo>
                <a:cubicBezTo>
                  <a:pt x="14287" y="114597"/>
                  <a:pt x="22026" y="133126"/>
                  <a:pt x="37504" y="148456"/>
                </a:cubicBezTo>
                <a:cubicBezTo>
                  <a:pt x="52983" y="163785"/>
                  <a:pt x="71512" y="171450"/>
                  <a:pt x="93092" y="171450"/>
                </a:cubicBezTo>
                <a:cubicBezTo>
                  <a:pt x="114672" y="171450"/>
                  <a:pt x="133127" y="163785"/>
                  <a:pt x="148456" y="148456"/>
                </a:cubicBezTo>
                <a:cubicBezTo>
                  <a:pt x="163785" y="133126"/>
                  <a:pt x="171450" y="114597"/>
                  <a:pt x="171450" y="92868"/>
                </a:cubicBezTo>
                <a:cubicBezTo>
                  <a:pt x="171450" y="71139"/>
                  <a:pt x="163785" y="52610"/>
                  <a:pt x="148456" y="37281"/>
                </a:cubicBezTo>
                <a:cubicBezTo>
                  <a:pt x="133127" y="21952"/>
                  <a:pt x="114672" y="14287"/>
                  <a:pt x="93092" y="14287"/>
                </a:cubicBezTo>
                <a:close/>
                <a:moveTo>
                  <a:pt x="93092" y="0"/>
                </a:moveTo>
                <a:cubicBezTo>
                  <a:pt x="118839" y="0"/>
                  <a:pt x="140717" y="9078"/>
                  <a:pt x="158725" y="27235"/>
                </a:cubicBezTo>
                <a:cubicBezTo>
                  <a:pt x="176733" y="45392"/>
                  <a:pt x="185737" y="67270"/>
                  <a:pt x="185737" y="92868"/>
                </a:cubicBezTo>
                <a:cubicBezTo>
                  <a:pt x="185737" y="115490"/>
                  <a:pt x="178594" y="135433"/>
                  <a:pt x="164306" y="152697"/>
                </a:cubicBezTo>
                <a:lnTo>
                  <a:pt x="227260" y="216545"/>
                </a:lnTo>
                <a:cubicBezTo>
                  <a:pt x="230832" y="219819"/>
                  <a:pt x="230907" y="223093"/>
                  <a:pt x="227484" y="226367"/>
                </a:cubicBezTo>
                <a:cubicBezTo>
                  <a:pt x="224060" y="229641"/>
                  <a:pt x="220712" y="229641"/>
                  <a:pt x="217438" y="226367"/>
                </a:cubicBezTo>
                <a:lnTo>
                  <a:pt x="154037" y="162966"/>
                </a:lnTo>
                <a:cubicBezTo>
                  <a:pt x="136773" y="178445"/>
                  <a:pt x="116532" y="186184"/>
                  <a:pt x="93315" y="186184"/>
                </a:cubicBezTo>
                <a:cubicBezTo>
                  <a:pt x="67419" y="186184"/>
                  <a:pt x="45392" y="177105"/>
                  <a:pt x="27235" y="158948"/>
                </a:cubicBezTo>
                <a:cubicBezTo>
                  <a:pt x="9078" y="140791"/>
                  <a:pt x="0" y="118839"/>
                  <a:pt x="0" y="93092"/>
                </a:cubicBezTo>
                <a:cubicBezTo>
                  <a:pt x="0" y="67344"/>
                  <a:pt x="9078" y="45392"/>
                  <a:pt x="27235" y="27235"/>
                </a:cubicBezTo>
                <a:cubicBezTo>
                  <a:pt x="45392" y="9078"/>
                  <a:pt x="67344" y="0"/>
                  <a:pt x="930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6" name="Freeform 155"/>
          <p:cNvSpPr/>
          <p:nvPr/>
        </p:nvSpPr>
        <p:spPr>
          <a:xfrm>
            <a:off x="3605442" y="4262204"/>
            <a:ext cx="196457" cy="190184"/>
          </a:xfrm>
          <a:custGeom>
            <a:avLst/>
            <a:gdLst/>
            <a:ahLst/>
            <a:cxnLst/>
            <a:rect l="l" t="t" r="r" b="b"/>
            <a:pathLst>
              <a:path w="228612" h="221312">
                <a:moveTo>
                  <a:pt x="175915" y="79"/>
                </a:moveTo>
                <a:cubicBezTo>
                  <a:pt x="189607" y="823"/>
                  <a:pt x="202108" y="6850"/>
                  <a:pt x="213419" y="18161"/>
                </a:cubicBezTo>
                <a:cubicBezTo>
                  <a:pt x="223837" y="28579"/>
                  <a:pt x="228897" y="41825"/>
                  <a:pt x="228600" y="57898"/>
                </a:cubicBezTo>
                <a:cubicBezTo>
                  <a:pt x="228600" y="73674"/>
                  <a:pt x="223242" y="86771"/>
                  <a:pt x="212526" y="97189"/>
                </a:cubicBezTo>
                <a:lnTo>
                  <a:pt x="115639" y="200327"/>
                </a:lnTo>
                <a:cubicBezTo>
                  <a:pt x="112365" y="203899"/>
                  <a:pt x="109016" y="204048"/>
                  <a:pt x="105593" y="200773"/>
                </a:cubicBezTo>
                <a:cubicBezTo>
                  <a:pt x="102170" y="197499"/>
                  <a:pt x="102096" y="194076"/>
                  <a:pt x="105370" y="190504"/>
                </a:cubicBezTo>
                <a:lnTo>
                  <a:pt x="202257" y="87366"/>
                </a:lnTo>
                <a:cubicBezTo>
                  <a:pt x="210294" y="79330"/>
                  <a:pt x="214387" y="69358"/>
                  <a:pt x="214535" y="57452"/>
                </a:cubicBezTo>
                <a:cubicBezTo>
                  <a:pt x="214684" y="45546"/>
                  <a:pt x="210889" y="35723"/>
                  <a:pt x="203150" y="27984"/>
                </a:cubicBezTo>
                <a:cubicBezTo>
                  <a:pt x="198388" y="23222"/>
                  <a:pt x="193104" y="19575"/>
                  <a:pt x="187300" y="17045"/>
                </a:cubicBezTo>
                <a:cubicBezTo>
                  <a:pt x="181496" y="14515"/>
                  <a:pt x="175245" y="13697"/>
                  <a:pt x="168548" y="14589"/>
                </a:cubicBezTo>
                <a:cubicBezTo>
                  <a:pt x="161850" y="15482"/>
                  <a:pt x="155823" y="18608"/>
                  <a:pt x="150465" y="23966"/>
                </a:cubicBezTo>
                <a:lnTo>
                  <a:pt x="22324" y="160143"/>
                </a:lnTo>
                <a:cubicBezTo>
                  <a:pt x="16966" y="165501"/>
                  <a:pt x="14287" y="172050"/>
                  <a:pt x="14287" y="179789"/>
                </a:cubicBezTo>
                <a:cubicBezTo>
                  <a:pt x="14287" y="187528"/>
                  <a:pt x="16966" y="194225"/>
                  <a:pt x="22324" y="199881"/>
                </a:cubicBezTo>
                <a:cubicBezTo>
                  <a:pt x="27384" y="204941"/>
                  <a:pt x="33188" y="207247"/>
                  <a:pt x="39737" y="206801"/>
                </a:cubicBezTo>
                <a:cubicBezTo>
                  <a:pt x="46285" y="206355"/>
                  <a:pt x="52536" y="203304"/>
                  <a:pt x="58489" y="197648"/>
                </a:cubicBezTo>
                <a:lnTo>
                  <a:pt x="160288" y="89152"/>
                </a:lnTo>
                <a:cubicBezTo>
                  <a:pt x="168324" y="81116"/>
                  <a:pt x="169515" y="74270"/>
                  <a:pt x="163859" y="68614"/>
                </a:cubicBezTo>
                <a:cubicBezTo>
                  <a:pt x="161181" y="65935"/>
                  <a:pt x="158502" y="64596"/>
                  <a:pt x="155823" y="64596"/>
                </a:cubicBezTo>
                <a:cubicBezTo>
                  <a:pt x="152846" y="64893"/>
                  <a:pt x="149572" y="66828"/>
                  <a:pt x="146000" y="70400"/>
                </a:cubicBezTo>
                <a:lnTo>
                  <a:pt x="69205" y="152107"/>
                </a:lnTo>
                <a:cubicBezTo>
                  <a:pt x="65931" y="155679"/>
                  <a:pt x="62582" y="155827"/>
                  <a:pt x="59159" y="152553"/>
                </a:cubicBezTo>
                <a:cubicBezTo>
                  <a:pt x="55736" y="149279"/>
                  <a:pt x="55661" y="145856"/>
                  <a:pt x="58936" y="142284"/>
                </a:cubicBezTo>
                <a:lnTo>
                  <a:pt x="135731" y="60577"/>
                </a:lnTo>
                <a:cubicBezTo>
                  <a:pt x="141684" y="54327"/>
                  <a:pt x="147935" y="50904"/>
                  <a:pt x="154483" y="50308"/>
                </a:cubicBezTo>
                <a:cubicBezTo>
                  <a:pt x="161627" y="49713"/>
                  <a:pt x="168176" y="52541"/>
                  <a:pt x="174129" y="58791"/>
                </a:cubicBezTo>
                <a:cubicBezTo>
                  <a:pt x="179486" y="64149"/>
                  <a:pt x="181868" y="70549"/>
                  <a:pt x="181272" y="77990"/>
                </a:cubicBezTo>
                <a:cubicBezTo>
                  <a:pt x="180677" y="85432"/>
                  <a:pt x="177105" y="92427"/>
                  <a:pt x="170557" y="98975"/>
                </a:cubicBezTo>
                <a:lnTo>
                  <a:pt x="68758" y="207471"/>
                </a:lnTo>
                <a:cubicBezTo>
                  <a:pt x="60424" y="216103"/>
                  <a:pt x="51048" y="220716"/>
                  <a:pt x="40630" y="221312"/>
                </a:cubicBezTo>
                <a:cubicBezTo>
                  <a:pt x="40034" y="221312"/>
                  <a:pt x="39290" y="221312"/>
                  <a:pt x="38397" y="221312"/>
                </a:cubicBezTo>
                <a:cubicBezTo>
                  <a:pt x="28575" y="221312"/>
                  <a:pt x="19794" y="217442"/>
                  <a:pt x="12055" y="209703"/>
                </a:cubicBezTo>
                <a:cubicBezTo>
                  <a:pt x="4018" y="201666"/>
                  <a:pt x="0" y="191769"/>
                  <a:pt x="0" y="180012"/>
                </a:cubicBezTo>
                <a:cubicBezTo>
                  <a:pt x="0" y="168255"/>
                  <a:pt x="4018" y="158209"/>
                  <a:pt x="12055" y="149874"/>
                </a:cubicBezTo>
                <a:lnTo>
                  <a:pt x="140196" y="13697"/>
                </a:lnTo>
                <a:cubicBezTo>
                  <a:pt x="150316" y="3874"/>
                  <a:pt x="162222" y="-665"/>
                  <a:pt x="175915" y="7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7" name="Freeform 156"/>
          <p:cNvSpPr/>
          <p:nvPr/>
        </p:nvSpPr>
        <p:spPr>
          <a:xfrm>
            <a:off x="3947340" y="4259264"/>
            <a:ext cx="196568" cy="196062"/>
          </a:xfrm>
          <a:custGeom>
            <a:avLst/>
            <a:gdLst/>
            <a:ahLst/>
            <a:cxnLst/>
            <a:rect l="l" t="t" r="r" b="b"/>
            <a:pathLst>
              <a:path w="228742" h="228153">
                <a:moveTo>
                  <a:pt x="198274" y="40183"/>
                </a:moveTo>
                <a:lnTo>
                  <a:pt x="92458" y="147786"/>
                </a:lnTo>
                <a:cubicBezTo>
                  <a:pt x="95136" y="151060"/>
                  <a:pt x="97220" y="154037"/>
                  <a:pt x="98708" y="156716"/>
                </a:cubicBezTo>
                <a:lnTo>
                  <a:pt x="127730" y="204489"/>
                </a:lnTo>
                <a:close/>
                <a:moveTo>
                  <a:pt x="187559" y="30361"/>
                </a:moveTo>
                <a:lnTo>
                  <a:pt x="23699" y="100012"/>
                </a:lnTo>
                <a:lnTo>
                  <a:pt x="72812" y="130373"/>
                </a:lnTo>
                <a:cubicBezTo>
                  <a:pt x="75789" y="132159"/>
                  <a:pt x="78914" y="134540"/>
                  <a:pt x="82188" y="137517"/>
                </a:cubicBezTo>
                <a:close/>
                <a:moveTo>
                  <a:pt x="224170" y="0"/>
                </a:moveTo>
                <a:cubicBezTo>
                  <a:pt x="228933" y="0"/>
                  <a:pt x="229975" y="3125"/>
                  <a:pt x="227296" y="9376"/>
                </a:cubicBezTo>
                <a:lnTo>
                  <a:pt x="136213" y="222349"/>
                </a:lnTo>
                <a:cubicBezTo>
                  <a:pt x="134427" y="226218"/>
                  <a:pt x="132046" y="228153"/>
                  <a:pt x="129069" y="228153"/>
                </a:cubicBezTo>
                <a:cubicBezTo>
                  <a:pt x="126390" y="228153"/>
                  <a:pt x="124158" y="226516"/>
                  <a:pt x="122372" y="223242"/>
                </a:cubicBezTo>
                <a:lnTo>
                  <a:pt x="86207" y="163859"/>
                </a:lnTo>
                <a:cubicBezTo>
                  <a:pt x="80849" y="155227"/>
                  <a:pt x="73854" y="148232"/>
                  <a:pt x="65222" y="142875"/>
                </a:cubicBezTo>
                <a:lnTo>
                  <a:pt x="4947" y="105370"/>
                </a:lnTo>
                <a:cubicBezTo>
                  <a:pt x="1375" y="103286"/>
                  <a:pt x="-262" y="100905"/>
                  <a:pt x="35" y="98226"/>
                </a:cubicBezTo>
                <a:cubicBezTo>
                  <a:pt x="333" y="95547"/>
                  <a:pt x="2416" y="93315"/>
                  <a:pt x="6286" y="91529"/>
                </a:cubicBezTo>
                <a:lnTo>
                  <a:pt x="219259" y="1339"/>
                </a:lnTo>
                <a:cubicBezTo>
                  <a:pt x="221045" y="446"/>
                  <a:pt x="222682" y="0"/>
                  <a:pt x="22417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8" name="Freeform 157"/>
          <p:cNvSpPr/>
          <p:nvPr/>
        </p:nvSpPr>
        <p:spPr>
          <a:xfrm>
            <a:off x="4607486" y="425907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57150"/>
                </a:moveTo>
                <a:cubicBezTo>
                  <a:pt x="116384" y="57150"/>
                  <a:pt x="118095" y="57819"/>
                  <a:pt x="119435" y="59159"/>
                </a:cubicBezTo>
                <a:cubicBezTo>
                  <a:pt x="120774" y="60498"/>
                  <a:pt x="121444" y="62210"/>
                  <a:pt x="121444" y="64293"/>
                </a:cubicBezTo>
                <a:lnTo>
                  <a:pt x="121444" y="107156"/>
                </a:lnTo>
                <a:lnTo>
                  <a:pt x="164306" y="107156"/>
                </a:lnTo>
                <a:cubicBezTo>
                  <a:pt x="166390" y="107156"/>
                  <a:pt x="168102" y="107826"/>
                  <a:pt x="169441" y="109165"/>
                </a:cubicBezTo>
                <a:cubicBezTo>
                  <a:pt x="170781" y="110505"/>
                  <a:pt x="171450" y="112216"/>
                  <a:pt x="171450" y="114300"/>
                </a:cubicBezTo>
                <a:cubicBezTo>
                  <a:pt x="171450" y="116383"/>
                  <a:pt x="170781" y="118095"/>
                  <a:pt x="169441" y="119434"/>
                </a:cubicBezTo>
                <a:cubicBezTo>
                  <a:pt x="168102" y="120774"/>
                  <a:pt x="166390" y="121443"/>
                  <a:pt x="164306" y="121443"/>
                </a:cubicBezTo>
                <a:lnTo>
                  <a:pt x="121444" y="121443"/>
                </a:lnTo>
                <a:lnTo>
                  <a:pt x="121444" y="164306"/>
                </a:lnTo>
                <a:cubicBezTo>
                  <a:pt x="121444" y="166389"/>
                  <a:pt x="120774" y="168101"/>
                  <a:pt x="119435" y="169440"/>
                </a:cubicBezTo>
                <a:cubicBezTo>
                  <a:pt x="118095" y="170780"/>
                  <a:pt x="116384" y="171450"/>
                  <a:pt x="114300" y="171450"/>
                </a:cubicBezTo>
                <a:cubicBezTo>
                  <a:pt x="112217" y="171450"/>
                  <a:pt x="110505" y="170780"/>
                  <a:pt x="109166" y="169440"/>
                </a:cubicBezTo>
                <a:cubicBezTo>
                  <a:pt x="107826" y="168101"/>
                  <a:pt x="107156" y="166389"/>
                  <a:pt x="107156" y="164306"/>
                </a:cubicBezTo>
                <a:lnTo>
                  <a:pt x="107156" y="121443"/>
                </a:lnTo>
                <a:lnTo>
                  <a:pt x="64294" y="121443"/>
                </a:lnTo>
                <a:cubicBezTo>
                  <a:pt x="62210" y="121443"/>
                  <a:pt x="60499" y="120774"/>
                  <a:pt x="59159" y="119434"/>
                </a:cubicBezTo>
                <a:cubicBezTo>
                  <a:pt x="57820" y="118095"/>
                  <a:pt x="57150" y="116383"/>
                  <a:pt x="57150" y="114300"/>
                </a:cubicBezTo>
                <a:cubicBezTo>
                  <a:pt x="57150" y="112216"/>
                  <a:pt x="57820" y="110505"/>
                  <a:pt x="59159" y="109165"/>
                </a:cubicBezTo>
                <a:cubicBezTo>
                  <a:pt x="60499" y="107826"/>
                  <a:pt x="62210" y="107156"/>
                  <a:pt x="64294" y="107156"/>
                </a:cubicBezTo>
                <a:lnTo>
                  <a:pt x="107156" y="107156"/>
                </a:lnTo>
                <a:lnTo>
                  <a:pt x="107156" y="64293"/>
                </a:lnTo>
                <a:cubicBezTo>
                  <a:pt x="107156" y="62210"/>
                  <a:pt x="107826" y="60498"/>
                  <a:pt x="109166" y="59159"/>
                </a:cubicBezTo>
                <a:cubicBezTo>
                  <a:pt x="110505" y="57819"/>
                  <a:pt x="112217" y="57150"/>
                  <a:pt x="114300" y="57150"/>
                </a:cubicBezTo>
                <a:close/>
                <a:moveTo>
                  <a:pt x="114300" y="14287"/>
                </a:moveTo>
                <a:cubicBezTo>
                  <a:pt x="86618" y="14287"/>
                  <a:pt x="63029" y="24035"/>
                  <a:pt x="43532" y="43532"/>
                </a:cubicBezTo>
                <a:cubicBezTo>
                  <a:pt x="24036" y="63028"/>
                  <a:pt x="14288" y="86618"/>
                  <a:pt x="14288" y="114300"/>
                </a:cubicBezTo>
                <a:cubicBezTo>
                  <a:pt x="14288" y="141982"/>
                  <a:pt x="24036" y="165645"/>
                  <a:pt x="43532" y="185291"/>
                </a:cubicBezTo>
                <a:cubicBezTo>
                  <a:pt x="63029" y="204936"/>
                  <a:pt x="86618" y="214759"/>
                  <a:pt x="114300" y="214759"/>
                </a:cubicBezTo>
                <a:cubicBezTo>
                  <a:pt x="141982" y="214759"/>
                  <a:pt x="165572" y="204936"/>
                  <a:pt x="185068" y="185291"/>
                </a:cubicBezTo>
                <a:cubicBezTo>
                  <a:pt x="204564" y="165645"/>
                  <a:pt x="214313" y="141982"/>
                  <a:pt x="214313" y="114300"/>
                </a:cubicBezTo>
                <a:cubicBezTo>
                  <a:pt x="214313" y="86618"/>
                  <a:pt x="204564" y="63028"/>
                  <a:pt x="185068" y="43532"/>
                </a:cubicBezTo>
                <a:cubicBezTo>
                  <a:pt x="165572" y="24035"/>
                  <a:pt x="141982" y="14287"/>
                  <a:pt x="114300" y="14287"/>
                </a:cubicBezTo>
                <a:close/>
                <a:moveTo>
                  <a:pt x="114300" y="0"/>
                </a:moveTo>
                <a:cubicBezTo>
                  <a:pt x="145852" y="0"/>
                  <a:pt x="172790" y="11162"/>
                  <a:pt x="195114" y="33486"/>
                </a:cubicBezTo>
                <a:cubicBezTo>
                  <a:pt x="217438" y="55810"/>
                  <a:pt x="228600" y="82748"/>
                  <a:pt x="228600" y="114300"/>
                </a:cubicBezTo>
                <a:cubicBezTo>
                  <a:pt x="228600" y="145851"/>
                  <a:pt x="217438" y="172789"/>
                  <a:pt x="195114" y="195113"/>
                </a:cubicBezTo>
                <a:cubicBezTo>
                  <a:pt x="172790" y="217438"/>
                  <a:pt x="145852" y="228600"/>
                  <a:pt x="114300" y="228600"/>
                </a:cubicBezTo>
                <a:cubicBezTo>
                  <a:pt x="82749" y="228600"/>
                  <a:pt x="55811" y="217438"/>
                  <a:pt x="33487" y="195113"/>
                </a:cubicBezTo>
                <a:cubicBezTo>
                  <a:pt x="11162" y="172789"/>
                  <a:pt x="0" y="145851"/>
                  <a:pt x="0" y="114300"/>
                </a:cubicBezTo>
                <a:cubicBezTo>
                  <a:pt x="0" y="82748"/>
                  <a:pt x="11162" y="55810"/>
                  <a:pt x="33487" y="33486"/>
                </a:cubicBezTo>
                <a:cubicBezTo>
                  <a:pt x="55811" y="11162"/>
                  <a:pt x="82749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59" name="Freeform 158"/>
          <p:cNvSpPr/>
          <p:nvPr/>
        </p:nvSpPr>
        <p:spPr>
          <a:xfrm>
            <a:off x="4949373" y="4259072"/>
            <a:ext cx="147335" cy="196447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85502" y="57150"/>
                </a:moveTo>
                <a:cubicBezTo>
                  <a:pt x="77614" y="57150"/>
                  <a:pt x="70917" y="59977"/>
                  <a:pt x="65410" y="65633"/>
                </a:cubicBezTo>
                <a:cubicBezTo>
                  <a:pt x="59904" y="71288"/>
                  <a:pt x="57150" y="77986"/>
                  <a:pt x="57150" y="85725"/>
                </a:cubicBezTo>
                <a:cubicBezTo>
                  <a:pt x="57150" y="93464"/>
                  <a:pt x="59978" y="100235"/>
                  <a:pt x="65633" y="106040"/>
                </a:cubicBezTo>
                <a:cubicBezTo>
                  <a:pt x="71289" y="111844"/>
                  <a:pt x="78061" y="114746"/>
                  <a:pt x="85948" y="114746"/>
                </a:cubicBezTo>
                <a:cubicBezTo>
                  <a:pt x="93836" y="114746"/>
                  <a:pt x="100534" y="111918"/>
                  <a:pt x="106040" y="106263"/>
                </a:cubicBezTo>
                <a:cubicBezTo>
                  <a:pt x="111547" y="100607"/>
                  <a:pt x="114300" y="93836"/>
                  <a:pt x="114300" y="85948"/>
                </a:cubicBezTo>
                <a:cubicBezTo>
                  <a:pt x="114300" y="78060"/>
                  <a:pt x="111473" y="71288"/>
                  <a:pt x="105817" y="65633"/>
                </a:cubicBezTo>
                <a:cubicBezTo>
                  <a:pt x="100162" y="59977"/>
                  <a:pt x="93390" y="57150"/>
                  <a:pt x="85502" y="57150"/>
                </a:cubicBezTo>
                <a:close/>
                <a:moveTo>
                  <a:pt x="85948" y="43309"/>
                </a:moveTo>
                <a:cubicBezTo>
                  <a:pt x="97706" y="43309"/>
                  <a:pt x="107826" y="47476"/>
                  <a:pt x="116309" y="55810"/>
                </a:cubicBezTo>
                <a:cubicBezTo>
                  <a:pt x="124793" y="64145"/>
                  <a:pt x="129034" y="74190"/>
                  <a:pt x="129034" y="85948"/>
                </a:cubicBezTo>
                <a:cubicBezTo>
                  <a:pt x="129034" y="97705"/>
                  <a:pt x="124793" y="107826"/>
                  <a:pt x="116309" y="116309"/>
                </a:cubicBezTo>
                <a:cubicBezTo>
                  <a:pt x="107826" y="124792"/>
                  <a:pt x="97706" y="129034"/>
                  <a:pt x="85948" y="129034"/>
                </a:cubicBezTo>
                <a:cubicBezTo>
                  <a:pt x="74191" y="129034"/>
                  <a:pt x="64145" y="124792"/>
                  <a:pt x="55811" y="116309"/>
                </a:cubicBezTo>
                <a:cubicBezTo>
                  <a:pt x="47476" y="107826"/>
                  <a:pt x="43309" y="97705"/>
                  <a:pt x="43309" y="85948"/>
                </a:cubicBezTo>
                <a:cubicBezTo>
                  <a:pt x="43309" y="74190"/>
                  <a:pt x="47476" y="64145"/>
                  <a:pt x="55811" y="55810"/>
                </a:cubicBezTo>
                <a:cubicBezTo>
                  <a:pt x="64145" y="47476"/>
                  <a:pt x="74191" y="43309"/>
                  <a:pt x="85948" y="43309"/>
                </a:cubicBezTo>
                <a:close/>
                <a:moveTo>
                  <a:pt x="86618" y="14287"/>
                </a:moveTo>
                <a:cubicBezTo>
                  <a:pt x="66973" y="14287"/>
                  <a:pt x="50006" y="21505"/>
                  <a:pt x="35719" y="35942"/>
                </a:cubicBezTo>
                <a:cubicBezTo>
                  <a:pt x="21431" y="50378"/>
                  <a:pt x="14288" y="67419"/>
                  <a:pt x="14288" y="87064"/>
                </a:cubicBezTo>
                <a:cubicBezTo>
                  <a:pt x="14288" y="96887"/>
                  <a:pt x="16297" y="107230"/>
                  <a:pt x="20315" y="118095"/>
                </a:cubicBezTo>
                <a:cubicBezTo>
                  <a:pt x="24334" y="128959"/>
                  <a:pt x="30510" y="140345"/>
                  <a:pt x="38844" y="152251"/>
                </a:cubicBezTo>
                <a:cubicBezTo>
                  <a:pt x="47179" y="164157"/>
                  <a:pt x="54174" y="173682"/>
                  <a:pt x="59829" y="180826"/>
                </a:cubicBezTo>
                <a:cubicBezTo>
                  <a:pt x="65485" y="187970"/>
                  <a:pt x="73521" y="197346"/>
                  <a:pt x="83939" y="208954"/>
                </a:cubicBezTo>
                <a:lnTo>
                  <a:pt x="87511" y="213419"/>
                </a:lnTo>
                <a:cubicBezTo>
                  <a:pt x="87809" y="213419"/>
                  <a:pt x="88106" y="213568"/>
                  <a:pt x="88404" y="213866"/>
                </a:cubicBezTo>
                <a:cubicBezTo>
                  <a:pt x="88999" y="213568"/>
                  <a:pt x="89297" y="213419"/>
                  <a:pt x="89297" y="213419"/>
                </a:cubicBezTo>
                <a:cubicBezTo>
                  <a:pt x="134541" y="161329"/>
                  <a:pt x="157163" y="119211"/>
                  <a:pt x="157163" y="87064"/>
                </a:cubicBezTo>
                <a:cubicBezTo>
                  <a:pt x="157163" y="67121"/>
                  <a:pt x="151135" y="50006"/>
                  <a:pt x="139080" y="35718"/>
                </a:cubicBezTo>
                <a:cubicBezTo>
                  <a:pt x="127025" y="21431"/>
                  <a:pt x="109538" y="14287"/>
                  <a:pt x="86618" y="14287"/>
                </a:cubicBezTo>
                <a:close/>
                <a:moveTo>
                  <a:pt x="86618" y="0"/>
                </a:moveTo>
                <a:cubicBezTo>
                  <a:pt x="112514" y="0"/>
                  <a:pt x="133127" y="8334"/>
                  <a:pt x="148456" y="25003"/>
                </a:cubicBezTo>
                <a:cubicBezTo>
                  <a:pt x="163786" y="41672"/>
                  <a:pt x="171450" y="62359"/>
                  <a:pt x="171450" y="87064"/>
                </a:cubicBezTo>
                <a:cubicBezTo>
                  <a:pt x="171450" y="122783"/>
                  <a:pt x="147638" y="168027"/>
                  <a:pt x="100013" y="222795"/>
                </a:cubicBezTo>
                <a:cubicBezTo>
                  <a:pt x="96739" y="226665"/>
                  <a:pt x="93018" y="228600"/>
                  <a:pt x="88851" y="228600"/>
                </a:cubicBezTo>
                <a:lnTo>
                  <a:pt x="88404" y="228600"/>
                </a:lnTo>
                <a:cubicBezTo>
                  <a:pt x="83939" y="228600"/>
                  <a:pt x="80070" y="226665"/>
                  <a:pt x="76796" y="222795"/>
                </a:cubicBezTo>
                <a:cubicBezTo>
                  <a:pt x="68461" y="213270"/>
                  <a:pt x="63699" y="207764"/>
                  <a:pt x="62508" y="206275"/>
                </a:cubicBezTo>
                <a:cubicBezTo>
                  <a:pt x="61317" y="204787"/>
                  <a:pt x="56704" y="199206"/>
                  <a:pt x="48667" y="189532"/>
                </a:cubicBezTo>
                <a:cubicBezTo>
                  <a:pt x="40630" y="179858"/>
                  <a:pt x="35421" y="173161"/>
                  <a:pt x="33040" y="169440"/>
                </a:cubicBezTo>
                <a:cubicBezTo>
                  <a:pt x="30659" y="165720"/>
                  <a:pt x="26640" y="159469"/>
                  <a:pt x="20985" y="150688"/>
                </a:cubicBezTo>
                <a:cubicBezTo>
                  <a:pt x="15330" y="141907"/>
                  <a:pt x="11460" y="134689"/>
                  <a:pt x="9376" y="129034"/>
                </a:cubicBezTo>
                <a:cubicBezTo>
                  <a:pt x="7293" y="123378"/>
                  <a:pt x="5209" y="116681"/>
                  <a:pt x="3126" y="108942"/>
                </a:cubicBezTo>
                <a:cubicBezTo>
                  <a:pt x="1042" y="101203"/>
                  <a:pt x="0" y="93910"/>
                  <a:pt x="0" y="87064"/>
                </a:cubicBezTo>
                <a:cubicBezTo>
                  <a:pt x="0" y="63549"/>
                  <a:pt x="8558" y="43160"/>
                  <a:pt x="25673" y="25896"/>
                </a:cubicBezTo>
                <a:cubicBezTo>
                  <a:pt x="42788" y="8632"/>
                  <a:pt x="63103" y="0"/>
                  <a:pt x="866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60" name="Freeform 159"/>
          <p:cNvSpPr/>
          <p:nvPr/>
        </p:nvSpPr>
        <p:spPr>
          <a:xfrm>
            <a:off x="4289348" y="4259264"/>
            <a:ext cx="172699" cy="196063"/>
          </a:xfrm>
          <a:custGeom>
            <a:avLst/>
            <a:gdLst/>
            <a:ahLst/>
            <a:cxnLst/>
            <a:rect l="l" t="t" r="r" b="b"/>
            <a:pathLst>
              <a:path w="200965" h="228153">
                <a:moveTo>
                  <a:pt x="63439" y="36388"/>
                </a:moveTo>
                <a:cubicBezTo>
                  <a:pt x="65225" y="37132"/>
                  <a:pt x="66564" y="38397"/>
                  <a:pt x="67457" y="40183"/>
                </a:cubicBezTo>
                <a:cubicBezTo>
                  <a:pt x="68350" y="41969"/>
                  <a:pt x="68425" y="43755"/>
                  <a:pt x="67681" y="45541"/>
                </a:cubicBezTo>
                <a:cubicBezTo>
                  <a:pt x="66937" y="47327"/>
                  <a:pt x="65671" y="48666"/>
                  <a:pt x="63886" y="49559"/>
                </a:cubicBezTo>
                <a:cubicBezTo>
                  <a:pt x="51682" y="55513"/>
                  <a:pt x="41412" y="63772"/>
                  <a:pt x="33078" y="74339"/>
                </a:cubicBezTo>
                <a:cubicBezTo>
                  <a:pt x="24744" y="84906"/>
                  <a:pt x="19237" y="96887"/>
                  <a:pt x="16558" y="110281"/>
                </a:cubicBezTo>
                <a:cubicBezTo>
                  <a:pt x="11498" y="133796"/>
                  <a:pt x="15665" y="155525"/>
                  <a:pt x="29060" y="175468"/>
                </a:cubicBezTo>
                <a:cubicBezTo>
                  <a:pt x="42157" y="195411"/>
                  <a:pt x="60016" y="207615"/>
                  <a:pt x="82638" y="212080"/>
                </a:cubicBezTo>
                <a:cubicBezTo>
                  <a:pt x="105855" y="217140"/>
                  <a:pt x="127435" y="213047"/>
                  <a:pt x="147378" y="199801"/>
                </a:cubicBezTo>
                <a:cubicBezTo>
                  <a:pt x="167321" y="186556"/>
                  <a:pt x="179674" y="168324"/>
                  <a:pt x="184436" y="145107"/>
                </a:cubicBezTo>
                <a:cubicBezTo>
                  <a:pt x="188603" y="125462"/>
                  <a:pt x="186222" y="106784"/>
                  <a:pt x="177293" y="89073"/>
                </a:cubicBezTo>
                <a:cubicBezTo>
                  <a:pt x="168363" y="71363"/>
                  <a:pt x="154820" y="58191"/>
                  <a:pt x="136662" y="49559"/>
                </a:cubicBezTo>
                <a:cubicBezTo>
                  <a:pt x="134877" y="48666"/>
                  <a:pt x="133686" y="47327"/>
                  <a:pt x="133091" y="45541"/>
                </a:cubicBezTo>
                <a:cubicBezTo>
                  <a:pt x="132495" y="43755"/>
                  <a:pt x="132570" y="41969"/>
                  <a:pt x="133314" y="40183"/>
                </a:cubicBezTo>
                <a:cubicBezTo>
                  <a:pt x="134058" y="38397"/>
                  <a:pt x="135397" y="37132"/>
                  <a:pt x="137332" y="36388"/>
                </a:cubicBezTo>
                <a:cubicBezTo>
                  <a:pt x="139267" y="35644"/>
                  <a:pt x="141127" y="35718"/>
                  <a:pt x="142913" y="36611"/>
                </a:cubicBezTo>
                <a:cubicBezTo>
                  <a:pt x="164047" y="46434"/>
                  <a:pt x="179823" y="61763"/>
                  <a:pt x="190241" y="82599"/>
                </a:cubicBezTo>
                <a:cubicBezTo>
                  <a:pt x="200659" y="103435"/>
                  <a:pt x="203486" y="125164"/>
                  <a:pt x="198724" y="147786"/>
                </a:cubicBezTo>
                <a:cubicBezTo>
                  <a:pt x="193664" y="171598"/>
                  <a:pt x="181832" y="190946"/>
                  <a:pt x="163228" y="205829"/>
                </a:cubicBezTo>
                <a:cubicBezTo>
                  <a:pt x="144625" y="220712"/>
                  <a:pt x="123566" y="228153"/>
                  <a:pt x="100051" y="228153"/>
                </a:cubicBezTo>
                <a:cubicBezTo>
                  <a:pt x="93205" y="228153"/>
                  <a:pt x="86507" y="227558"/>
                  <a:pt x="79959" y="226367"/>
                </a:cubicBezTo>
                <a:cubicBezTo>
                  <a:pt x="53468" y="221009"/>
                  <a:pt x="32483" y="206573"/>
                  <a:pt x="17005" y="183058"/>
                </a:cubicBezTo>
                <a:cubicBezTo>
                  <a:pt x="1527" y="159841"/>
                  <a:pt x="-3385" y="134689"/>
                  <a:pt x="2271" y="107602"/>
                </a:cubicBezTo>
                <a:cubicBezTo>
                  <a:pt x="5545" y="91827"/>
                  <a:pt x="12019" y="77762"/>
                  <a:pt x="21693" y="65410"/>
                </a:cubicBezTo>
                <a:cubicBezTo>
                  <a:pt x="31367" y="53057"/>
                  <a:pt x="43496" y="43457"/>
                  <a:pt x="58081" y="36611"/>
                </a:cubicBezTo>
                <a:cubicBezTo>
                  <a:pt x="59867" y="35718"/>
                  <a:pt x="61653" y="35644"/>
                  <a:pt x="63439" y="36388"/>
                </a:cubicBezTo>
                <a:close/>
                <a:moveTo>
                  <a:pt x="100497" y="0"/>
                </a:moveTo>
                <a:cubicBezTo>
                  <a:pt x="102581" y="0"/>
                  <a:pt x="104292" y="669"/>
                  <a:pt x="105632" y="2009"/>
                </a:cubicBezTo>
                <a:cubicBezTo>
                  <a:pt x="106971" y="3348"/>
                  <a:pt x="107641" y="5060"/>
                  <a:pt x="107641" y="7143"/>
                </a:cubicBezTo>
                <a:lnTo>
                  <a:pt x="107641" y="85725"/>
                </a:lnTo>
                <a:cubicBezTo>
                  <a:pt x="107641" y="87808"/>
                  <a:pt x="106971" y="89520"/>
                  <a:pt x="105632" y="90859"/>
                </a:cubicBezTo>
                <a:cubicBezTo>
                  <a:pt x="104292" y="92199"/>
                  <a:pt x="102581" y="92868"/>
                  <a:pt x="100497" y="92868"/>
                </a:cubicBezTo>
                <a:cubicBezTo>
                  <a:pt x="98414" y="92868"/>
                  <a:pt x="96702" y="92199"/>
                  <a:pt x="95363" y="90859"/>
                </a:cubicBezTo>
                <a:cubicBezTo>
                  <a:pt x="94023" y="89520"/>
                  <a:pt x="93353" y="87808"/>
                  <a:pt x="93353" y="85725"/>
                </a:cubicBezTo>
                <a:lnTo>
                  <a:pt x="93353" y="7143"/>
                </a:lnTo>
                <a:cubicBezTo>
                  <a:pt x="93353" y="5060"/>
                  <a:pt x="94023" y="3348"/>
                  <a:pt x="95363" y="2009"/>
                </a:cubicBezTo>
                <a:cubicBezTo>
                  <a:pt x="96702" y="669"/>
                  <a:pt x="98414" y="0"/>
                  <a:pt x="10049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61" name="Freeform 160"/>
          <p:cNvSpPr/>
          <p:nvPr/>
        </p:nvSpPr>
        <p:spPr>
          <a:xfrm>
            <a:off x="5242149" y="4259155"/>
            <a:ext cx="173648" cy="196282"/>
          </a:xfrm>
          <a:custGeom>
            <a:avLst/>
            <a:gdLst/>
            <a:ahLst/>
            <a:cxnLst/>
            <a:rect l="l" t="t" r="r" b="b"/>
            <a:pathLst>
              <a:path w="202070" h="228409">
                <a:moveTo>
                  <a:pt x="59249" y="25354"/>
                </a:moveTo>
                <a:cubicBezTo>
                  <a:pt x="61184" y="25950"/>
                  <a:pt x="62598" y="27140"/>
                  <a:pt x="63491" y="28926"/>
                </a:cubicBezTo>
                <a:cubicBezTo>
                  <a:pt x="65574" y="32796"/>
                  <a:pt x="64532" y="35921"/>
                  <a:pt x="60365" y="38302"/>
                </a:cubicBezTo>
                <a:cubicBezTo>
                  <a:pt x="39232" y="49018"/>
                  <a:pt x="25093" y="65389"/>
                  <a:pt x="17949" y="87416"/>
                </a:cubicBezTo>
                <a:cubicBezTo>
                  <a:pt x="11103" y="109442"/>
                  <a:pt x="13038" y="130873"/>
                  <a:pt x="23753" y="151709"/>
                </a:cubicBezTo>
                <a:cubicBezTo>
                  <a:pt x="29111" y="162127"/>
                  <a:pt x="36478" y="171131"/>
                  <a:pt x="45854" y="178722"/>
                </a:cubicBezTo>
                <a:cubicBezTo>
                  <a:pt x="55231" y="186312"/>
                  <a:pt x="65574" y="191595"/>
                  <a:pt x="76885" y="194572"/>
                </a:cubicBezTo>
                <a:cubicBezTo>
                  <a:pt x="77480" y="194572"/>
                  <a:pt x="78225" y="194646"/>
                  <a:pt x="79118" y="194795"/>
                </a:cubicBezTo>
                <a:cubicBezTo>
                  <a:pt x="80010" y="194944"/>
                  <a:pt x="80457" y="195018"/>
                  <a:pt x="80457" y="195018"/>
                </a:cubicBezTo>
                <a:lnTo>
                  <a:pt x="67062" y="174927"/>
                </a:lnTo>
                <a:cubicBezTo>
                  <a:pt x="65276" y="171355"/>
                  <a:pt x="65723" y="168825"/>
                  <a:pt x="68402" y="167336"/>
                </a:cubicBezTo>
                <a:lnTo>
                  <a:pt x="70188" y="166443"/>
                </a:lnTo>
                <a:cubicBezTo>
                  <a:pt x="73164" y="164955"/>
                  <a:pt x="75546" y="165550"/>
                  <a:pt x="77332" y="168229"/>
                </a:cubicBezTo>
                <a:lnTo>
                  <a:pt x="97870" y="200376"/>
                </a:lnTo>
                <a:lnTo>
                  <a:pt x="99209" y="202609"/>
                </a:lnTo>
                <a:cubicBezTo>
                  <a:pt x="99805" y="203799"/>
                  <a:pt x="99953" y="205064"/>
                  <a:pt x="99656" y="206404"/>
                </a:cubicBezTo>
                <a:cubicBezTo>
                  <a:pt x="99358" y="207743"/>
                  <a:pt x="98614" y="208710"/>
                  <a:pt x="97423" y="209306"/>
                </a:cubicBezTo>
                <a:lnTo>
                  <a:pt x="95191" y="210645"/>
                </a:lnTo>
                <a:lnTo>
                  <a:pt x="94744" y="210645"/>
                </a:lnTo>
                <a:lnTo>
                  <a:pt x="61705" y="227612"/>
                </a:lnTo>
                <a:cubicBezTo>
                  <a:pt x="59026" y="229100"/>
                  <a:pt x="56793" y="228505"/>
                  <a:pt x="55007" y="225826"/>
                </a:cubicBezTo>
                <a:lnTo>
                  <a:pt x="54561" y="224040"/>
                </a:lnTo>
                <a:cubicBezTo>
                  <a:pt x="52775" y="221063"/>
                  <a:pt x="53370" y="218831"/>
                  <a:pt x="56347" y="217343"/>
                </a:cubicBezTo>
                <a:lnTo>
                  <a:pt x="74653" y="207966"/>
                </a:lnTo>
                <a:cubicBezTo>
                  <a:pt x="74355" y="207966"/>
                  <a:pt x="74132" y="207966"/>
                  <a:pt x="73983" y="207966"/>
                </a:cubicBezTo>
                <a:cubicBezTo>
                  <a:pt x="73834" y="207966"/>
                  <a:pt x="73760" y="207966"/>
                  <a:pt x="73760" y="207966"/>
                </a:cubicBezTo>
                <a:cubicBezTo>
                  <a:pt x="60068" y="204394"/>
                  <a:pt x="47789" y="198293"/>
                  <a:pt x="36925" y="189661"/>
                </a:cubicBezTo>
                <a:cubicBezTo>
                  <a:pt x="26060" y="181028"/>
                  <a:pt x="17503" y="170462"/>
                  <a:pt x="11252" y="157960"/>
                </a:cubicBezTo>
                <a:cubicBezTo>
                  <a:pt x="-1250" y="133850"/>
                  <a:pt x="-3333" y="108996"/>
                  <a:pt x="5001" y="83397"/>
                </a:cubicBezTo>
                <a:cubicBezTo>
                  <a:pt x="13038" y="57799"/>
                  <a:pt x="29409" y="38600"/>
                  <a:pt x="54114" y="25801"/>
                </a:cubicBezTo>
                <a:cubicBezTo>
                  <a:pt x="55603" y="24908"/>
                  <a:pt x="57314" y="24759"/>
                  <a:pt x="59249" y="25354"/>
                </a:cubicBezTo>
                <a:close/>
                <a:moveTo>
                  <a:pt x="139839" y="128"/>
                </a:moveTo>
                <a:cubicBezTo>
                  <a:pt x="141030" y="426"/>
                  <a:pt x="142072" y="1244"/>
                  <a:pt x="142965" y="2584"/>
                </a:cubicBezTo>
                <a:lnTo>
                  <a:pt x="143411" y="4816"/>
                </a:lnTo>
                <a:cubicBezTo>
                  <a:pt x="145197" y="7495"/>
                  <a:pt x="144453" y="9727"/>
                  <a:pt x="141179" y="11513"/>
                </a:cubicBezTo>
                <a:lnTo>
                  <a:pt x="123319" y="20443"/>
                </a:lnTo>
                <a:cubicBezTo>
                  <a:pt x="125998" y="21038"/>
                  <a:pt x="127933" y="21485"/>
                  <a:pt x="129124" y="21782"/>
                </a:cubicBezTo>
                <a:cubicBezTo>
                  <a:pt x="142518" y="25354"/>
                  <a:pt x="154499" y="31456"/>
                  <a:pt x="165066" y="40088"/>
                </a:cubicBezTo>
                <a:cubicBezTo>
                  <a:pt x="175633" y="48720"/>
                  <a:pt x="184190" y="59138"/>
                  <a:pt x="190739" y="71342"/>
                </a:cubicBezTo>
                <a:cubicBezTo>
                  <a:pt x="203240" y="95452"/>
                  <a:pt x="205398" y="120455"/>
                  <a:pt x="197213" y="146352"/>
                </a:cubicBezTo>
                <a:cubicBezTo>
                  <a:pt x="189027" y="172248"/>
                  <a:pt x="172879" y="191446"/>
                  <a:pt x="148769" y="203948"/>
                </a:cubicBezTo>
                <a:cubicBezTo>
                  <a:pt x="147578" y="204246"/>
                  <a:pt x="146537" y="204394"/>
                  <a:pt x="145644" y="204394"/>
                </a:cubicBezTo>
                <a:cubicBezTo>
                  <a:pt x="142667" y="204394"/>
                  <a:pt x="140584" y="203204"/>
                  <a:pt x="139393" y="200823"/>
                </a:cubicBezTo>
                <a:cubicBezTo>
                  <a:pt x="137309" y="196655"/>
                  <a:pt x="138351" y="193530"/>
                  <a:pt x="142518" y="191446"/>
                </a:cubicBezTo>
                <a:cubicBezTo>
                  <a:pt x="163057" y="180731"/>
                  <a:pt x="176823" y="164285"/>
                  <a:pt x="183818" y="142110"/>
                </a:cubicBezTo>
                <a:cubicBezTo>
                  <a:pt x="190813" y="119935"/>
                  <a:pt x="188953" y="98578"/>
                  <a:pt x="178237" y="78039"/>
                </a:cubicBezTo>
                <a:cubicBezTo>
                  <a:pt x="166926" y="55715"/>
                  <a:pt x="149364" y="41428"/>
                  <a:pt x="125552" y="35177"/>
                </a:cubicBezTo>
                <a:cubicBezTo>
                  <a:pt x="123171" y="34582"/>
                  <a:pt x="120343" y="33986"/>
                  <a:pt x="117069" y="33391"/>
                </a:cubicBezTo>
                <a:lnTo>
                  <a:pt x="130017" y="53929"/>
                </a:lnTo>
                <a:cubicBezTo>
                  <a:pt x="132100" y="57203"/>
                  <a:pt x="131803" y="59585"/>
                  <a:pt x="129124" y="61073"/>
                </a:cubicBezTo>
                <a:lnTo>
                  <a:pt x="127338" y="62412"/>
                </a:lnTo>
                <a:cubicBezTo>
                  <a:pt x="124361" y="63901"/>
                  <a:pt x="121980" y="63157"/>
                  <a:pt x="120194" y="60180"/>
                </a:cubicBezTo>
                <a:lnTo>
                  <a:pt x="99656" y="28480"/>
                </a:lnTo>
                <a:lnTo>
                  <a:pt x="99656" y="28033"/>
                </a:lnTo>
                <a:lnTo>
                  <a:pt x="98316" y="25801"/>
                </a:lnTo>
                <a:cubicBezTo>
                  <a:pt x="97721" y="24610"/>
                  <a:pt x="97572" y="23345"/>
                  <a:pt x="97870" y="22006"/>
                </a:cubicBezTo>
                <a:cubicBezTo>
                  <a:pt x="98168" y="20666"/>
                  <a:pt x="98912" y="19699"/>
                  <a:pt x="100102" y="19103"/>
                </a:cubicBezTo>
                <a:lnTo>
                  <a:pt x="102335" y="17764"/>
                </a:lnTo>
                <a:lnTo>
                  <a:pt x="102781" y="17764"/>
                </a:lnTo>
                <a:lnTo>
                  <a:pt x="135821" y="798"/>
                </a:lnTo>
                <a:cubicBezTo>
                  <a:pt x="137309" y="53"/>
                  <a:pt x="138649" y="-170"/>
                  <a:pt x="139839" y="12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62" name="Freeform 161"/>
          <p:cNvSpPr/>
          <p:nvPr/>
        </p:nvSpPr>
        <p:spPr>
          <a:xfrm>
            <a:off x="5561237" y="4258944"/>
            <a:ext cx="178029" cy="196702"/>
          </a:xfrm>
          <a:custGeom>
            <a:avLst/>
            <a:gdLst/>
            <a:ahLst/>
            <a:cxnLst/>
            <a:rect l="l" t="t" r="r" b="b"/>
            <a:pathLst>
              <a:path w="207169" h="228897">
                <a:moveTo>
                  <a:pt x="103584" y="0"/>
                </a:moveTo>
                <a:cubicBezTo>
                  <a:pt x="132159" y="0"/>
                  <a:pt x="156567" y="10120"/>
                  <a:pt x="176808" y="30361"/>
                </a:cubicBezTo>
                <a:cubicBezTo>
                  <a:pt x="197048" y="50601"/>
                  <a:pt x="207169" y="75009"/>
                  <a:pt x="207169" y="103584"/>
                </a:cubicBezTo>
                <a:cubicBezTo>
                  <a:pt x="207169" y="119955"/>
                  <a:pt x="203597" y="135359"/>
                  <a:pt x="196453" y="149795"/>
                </a:cubicBezTo>
                <a:cubicBezTo>
                  <a:pt x="189309" y="164231"/>
                  <a:pt x="179040" y="176510"/>
                  <a:pt x="165646" y="186630"/>
                </a:cubicBezTo>
                <a:cubicBezTo>
                  <a:pt x="162074" y="189309"/>
                  <a:pt x="158799" y="188788"/>
                  <a:pt x="155823" y="185067"/>
                </a:cubicBezTo>
                <a:cubicBezTo>
                  <a:pt x="152846" y="181347"/>
                  <a:pt x="153293" y="177998"/>
                  <a:pt x="157162" y="175022"/>
                </a:cubicBezTo>
                <a:cubicBezTo>
                  <a:pt x="168473" y="166389"/>
                  <a:pt x="177254" y="155897"/>
                  <a:pt x="183505" y="143544"/>
                </a:cubicBezTo>
                <a:cubicBezTo>
                  <a:pt x="189756" y="131192"/>
                  <a:pt x="192881" y="117872"/>
                  <a:pt x="192881" y="103584"/>
                </a:cubicBezTo>
                <a:cubicBezTo>
                  <a:pt x="192881" y="78879"/>
                  <a:pt x="184100" y="57819"/>
                  <a:pt x="166539" y="40406"/>
                </a:cubicBezTo>
                <a:cubicBezTo>
                  <a:pt x="148977" y="22994"/>
                  <a:pt x="127918" y="14287"/>
                  <a:pt x="103361" y="14287"/>
                </a:cubicBezTo>
                <a:cubicBezTo>
                  <a:pt x="78804" y="14287"/>
                  <a:pt x="57820" y="22994"/>
                  <a:pt x="40407" y="40406"/>
                </a:cubicBezTo>
                <a:cubicBezTo>
                  <a:pt x="22994" y="57819"/>
                  <a:pt x="14287" y="78879"/>
                  <a:pt x="14287" y="103584"/>
                </a:cubicBezTo>
                <a:cubicBezTo>
                  <a:pt x="14287" y="127099"/>
                  <a:pt x="22324" y="147414"/>
                  <a:pt x="38398" y="164529"/>
                </a:cubicBezTo>
                <a:cubicBezTo>
                  <a:pt x="54471" y="181644"/>
                  <a:pt x="74116" y="190946"/>
                  <a:pt x="97333" y="192434"/>
                </a:cubicBezTo>
                <a:lnTo>
                  <a:pt x="97780" y="192881"/>
                </a:lnTo>
                <a:lnTo>
                  <a:pt x="85278" y="173236"/>
                </a:lnTo>
                <a:cubicBezTo>
                  <a:pt x="83195" y="169961"/>
                  <a:pt x="83492" y="167580"/>
                  <a:pt x="86171" y="166092"/>
                </a:cubicBezTo>
                <a:lnTo>
                  <a:pt x="87957" y="164752"/>
                </a:lnTo>
                <a:cubicBezTo>
                  <a:pt x="90934" y="162966"/>
                  <a:pt x="93464" y="163562"/>
                  <a:pt x="95548" y="166538"/>
                </a:cubicBezTo>
                <a:lnTo>
                  <a:pt x="116532" y="199578"/>
                </a:lnTo>
                <a:lnTo>
                  <a:pt x="116532" y="200025"/>
                </a:lnTo>
                <a:lnTo>
                  <a:pt x="117872" y="202257"/>
                </a:lnTo>
                <a:cubicBezTo>
                  <a:pt x="118765" y="203448"/>
                  <a:pt x="118988" y="204713"/>
                  <a:pt x="118541" y="206052"/>
                </a:cubicBezTo>
                <a:cubicBezTo>
                  <a:pt x="118095" y="207392"/>
                  <a:pt x="117276" y="208359"/>
                  <a:pt x="116086" y="208954"/>
                </a:cubicBezTo>
                <a:lnTo>
                  <a:pt x="113853" y="210294"/>
                </a:lnTo>
                <a:lnTo>
                  <a:pt x="113407" y="210294"/>
                </a:lnTo>
                <a:lnTo>
                  <a:pt x="79474" y="228153"/>
                </a:lnTo>
                <a:cubicBezTo>
                  <a:pt x="76498" y="229641"/>
                  <a:pt x="73967" y="228897"/>
                  <a:pt x="71884" y="225921"/>
                </a:cubicBezTo>
                <a:lnTo>
                  <a:pt x="71437" y="224135"/>
                </a:lnTo>
                <a:cubicBezTo>
                  <a:pt x="69651" y="221456"/>
                  <a:pt x="70544" y="219075"/>
                  <a:pt x="74116" y="216991"/>
                </a:cubicBezTo>
                <a:lnTo>
                  <a:pt x="94208" y="206722"/>
                </a:lnTo>
                <a:cubicBezTo>
                  <a:pt x="67717" y="204341"/>
                  <a:pt x="45392" y="193253"/>
                  <a:pt x="27235" y="173459"/>
                </a:cubicBezTo>
                <a:cubicBezTo>
                  <a:pt x="9078" y="153665"/>
                  <a:pt x="0" y="130373"/>
                  <a:pt x="0" y="103584"/>
                </a:cubicBezTo>
                <a:cubicBezTo>
                  <a:pt x="0" y="75009"/>
                  <a:pt x="10120" y="50601"/>
                  <a:pt x="30361" y="30361"/>
                </a:cubicBezTo>
                <a:cubicBezTo>
                  <a:pt x="50601" y="10120"/>
                  <a:pt x="75009" y="0"/>
                  <a:pt x="10358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63" name="Freeform 162"/>
          <p:cNvSpPr/>
          <p:nvPr/>
        </p:nvSpPr>
        <p:spPr>
          <a:xfrm>
            <a:off x="5884705" y="425907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85725"/>
                </a:moveTo>
                <a:cubicBezTo>
                  <a:pt x="106561" y="85725"/>
                  <a:pt x="99864" y="88552"/>
                  <a:pt x="94208" y="94208"/>
                </a:cubicBezTo>
                <a:cubicBezTo>
                  <a:pt x="88553" y="99863"/>
                  <a:pt x="85725" y="106561"/>
                  <a:pt x="85725" y="114300"/>
                </a:cubicBezTo>
                <a:cubicBezTo>
                  <a:pt x="85725" y="122039"/>
                  <a:pt x="88553" y="128736"/>
                  <a:pt x="94208" y="134391"/>
                </a:cubicBezTo>
                <a:cubicBezTo>
                  <a:pt x="99864" y="140047"/>
                  <a:pt x="106561" y="142875"/>
                  <a:pt x="114300" y="142875"/>
                </a:cubicBezTo>
                <a:cubicBezTo>
                  <a:pt x="122039" y="142875"/>
                  <a:pt x="128737" y="140047"/>
                  <a:pt x="134392" y="134391"/>
                </a:cubicBezTo>
                <a:cubicBezTo>
                  <a:pt x="140048" y="128736"/>
                  <a:pt x="142875" y="122039"/>
                  <a:pt x="142875" y="114300"/>
                </a:cubicBezTo>
                <a:cubicBezTo>
                  <a:pt x="142875" y="106561"/>
                  <a:pt x="140048" y="99863"/>
                  <a:pt x="134392" y="94208"/>
                </a:cubicBezTo>
                <a:cubicBezTo>
                  <a:pt x="128737" y="88552"/>
                  <a:pt x="122039" y="85725"/>
                  <a:pt x="114300" y="85725"/>
                </a:cubicBezTo>
                <a:close/>
                <a:moveTo>
                  <a:pt x="114300" y="71437"/>
                </a:moveTo>
                <a:cubicBezTo>
                  <a:pt x="126206" y="71437"/>
                  <a:pt x="136401" y="75604"/>
                  <a:pt x="144884" y="83939"/>
                </a:cubicBezTo>
                <a:cubicBezTo>
                  <a:pt x="153368" y="92273"/>
                  <a:pt x="157609" y="102393"/>
                  <a:pt x="157609" y="114300"/>
                </a:cubicBezTo>
                <a:cubicBezTo>
                  <a:pt x="157609" y="126206"/>
                  <a:pt x="153368" y="136326"/>
                  <a:pt x="144884" y="144661"/>
                </a:cubicBezTo>
                <a:cubicBezTo>
                  <a:pt x="136401" y="152995"/>
                  <a:pt x="126206" y="157162"/>
                  <a:pt x="114300" y="157162"/>
                </a:cubicBezTo>
                <a:cubicBezTo>
                  <a:pt x="102394" y="157162"/>
                  <a:pt x="92274" y="152995"/>
                  <a:pt x="83939" y="144661"/>
                </a:cubicBezTo>
                <a:cubicBezTo>
                  <a:pt x="75605" y="136326"/>
                  <a:pt x="71438" y="126206"/>
                  <a:pt x="71438" y="114300"/>
                </a:cubicBezTo>
                <a:cubicBezTo>
                  <a:pt x="71438" y="102393"/>
                  <a:pt x="75605" y="92273"/>
                  <a:pt x="83939" y="83939"/>
                </a:cubicBezTo>
                <a:cubicBezTo>
                  <a:pt x="92274" y="75604"/>
                  <a:pt x="102394" y="71437"/>
                  <a:pt x="114300" y="71437"/>
                </a:cubicBezTo>
                <a:close/>
                <a:moveTo>
                  <a:pt x="108049" y="14287"/>
                </a:moveTo>
                <a:cubicBezTo>
                  <a:pt x="107454" y="15180"/>
                  <a:pt x="107008" y="16371"/>
                  <a:pt x="106710" y="17859"/>
                </a:cubicBezTo>
                <a:lnTo>
                  <a:pt x="100013" y="43755"/>
                </a:lnTo>
                <a:lnTo>
                  <a:pt x="92423" y="46434"/>
                </a:lnTo>
                <a:cubicBezTo>
                  <a:pt x="88553" y="47625"/>
                  <a:pt x="84832" y="49113"/>
                  <a:pt x="81260" y="50899"/>
                </a:cubicBezTo>
                <a:lnTo>
                  <a:pt x="73670" y="54917"/>
                </a:lnTo>
                <a:lnTo>
                  <a:pt x="49560" y="39737"/>
                </a:lnTo>
                <a:cubicBezTo>
                  <a:pt x="49262" y="39439"/>
                  <a:pt x="48518" y="39141"/>
                  <a:pt x="47328" y="38844"/>
                </a:cubicBezTo>
                <a:lnTo>
                  <a:pt x="37951" y="48220"/>
                </a:lnTo>
                <a:cubicBezTo>
                  <a:pt x="38249" y="49113"/>
                  <a:pt x="38696" y="50155"/>
                  <a:pt x="39291" y="51345"/>
                </a:cubicBezTo>
                <a:lnTo>
                  <a:pt x="54025" y="75455"/>
                </a:lnTo>
                <a:lnTo>
                  <a:pt x="50453" y="82599"/>
                </a:lnTo>
                <a:cubicBezTo>
                  <a:pt x="48667" y="86171"/>
                  <a:pt x="47179" y="89594"/>
                  <a:pt x="45988" y="92868"/>
                </a:cubicBezTo>
                <a:lnTo>
                  <a:pt x="43756" y="100905"/>
                </a:lnTo>
                <a:lnTo>
                  <a:pt x="16520" y="106709"/>
                </a:lnTo>
                <a:cubicBezTo>
                  <a:pt x="16223" y="106709"/>
                  <a:pt x="15627" y="107007"/>
                  <a:pt x="14734" y="107602"/>
                </a:cubicBezTo>
                <a:cubicBezTo>
                  <a:pt x="14437" y="107602"/>
                  <a:pt x="14288" y="107602"/>
                  <a:pt x="14288" y="107602"/>
                </a:cubicBezTo>
                <a:lnTo>
                  <a:pt x="14288" y="120997"/>
                </a:lnTo>
                <a:cubicBezTo>
                  <a:pt x="15181" y="121592"/>
                  <a:pt x="16371" y="122039"/>
                  <a:pt x="17860" y="122336"/>
                </a:cubicBezTo>
                <a:lnTo>
                  <a:pt x="44202" y="129034"/>
                </a:lnTo>
                <a:lnTo>
                  <a:pt x="46435" y="136624"/>
                </a:lnTo>
                <a:cubicBezTo>
                  <a:pt x="47328" y="139600"/>
                  <a:pt x="48667" y="142726"/>
                  <a:pt x="50453" y="146000"/>
                </a:cubicBezTo>
                <a:lnTo>
                  <a:pt x="54025" y="153144"/>
                </a:lnTo>
                <a:lnTo>
                  <a:pt x="39291" y="177254"/>
                </a:lnTo>
                <a:cubicBezTo>
                  <a:pt x="38696" y="178445"/>
                  <a:pt x="38249" y="179486"/>
                  <a:pt x="37951" y="180379"/>
                </a:cubicBezTo>
                <a:lnTo>
                  <a:pt x="47328" y="189755"/>
                </a:lnTo>
                <a:cubicBezTo>
                  <a:pt x="48221" y="189755"/>
                  <a:pt x="49114" y="189309"/>
                  <a:pt x="50006" y="188416"/>
                </a:cubicBezTo>
                <a:lnTo>
                  <a:pt x="73670" y="173682"/>
                </a:lnTo>
                <a:lnTo>
                  <a:pt x="81260" y="177700"/>
                </a:lnTo>
                <a:cubicBezTo>
                  <a:pt x="84832" y="179486"/>
                  <a:pt x="88702" y="181123"/>
                  <a:pt x="92869" y="182612"/>
                </a:cubicBezTo>
                <a:lnTo>
                  <a:pt x="100459" y="184844"/>
                </a:lnTo>
                <a:lnTo>
                  <a:pt x="106710" y="211187"/>
                </a:lnTo>
                <a:cubicBezTo>
                  <a:pt x="107008" y="212377"/>
                  <a:pt x="107454" y="213419"/>
                  <a:pt x="108049" y="214312"/>
                </a:cubicBezTo>
                <a:lnTo>
                  <a:pt x="120998" y="214312"/>
                </a:lnTo>
                <a:cubicBezTo>
                  <a:pt x="121890" y="213717"/>
                  <a:pt x="122486" y="212675"/>
                  <a:pt x="122783" y="211187"/>
                </a:cubicBezTo>
                <a:lnTo>
                  <a:pt x="128588" y="184844"/>
                </a:lnTo>
                <a:lnTo>
                  <a:pt x="136178" y="182165"/>
                </a:lnTo>
                <a:cubicBezTo>
                  <a:pt x="140048" y="180975"/>
                  <a:pt x="143619" y="179486"/>
                  <a:pt x="146894" y="177700"/>
                </a:cubicBezTo>
                <a:lnTo>
                  <a:pt x="154484" y="174129"/>
                </a:lnTo>
                <a:lnTo>
                  <a:pt x="177701" y="188863"/>
                </a:lnTo>
                <a:cubicBezTo>
                  <a:pt x="178296" y="189160"/>
                  <a:pt x="179189" y="189458"/>
                  <a:pt x="180380" y="189755"/>
                </a:cubicBezTo>
                <a:lnTo>
                  <a:pt x="189756" y="180379"/>
                </a:lnTo>
                <a:cubicBezTo>
                  <a:pt x="189458" y="179486"/>
                  <a:pt x="189012" y="178445"/>
                  <a:pt x="188417" y="177254"/>
                </a:cubicBezTo>
                <a:lnTo>
                  <a:pt x="174129" y="153590"/>
                </a:lnTo>
                <a:lnTo>
                  <a:pt x="177701" y="146893"/>
                </a:lnTo>
                <a:cubicBezTo>
                  <a:pt x="179487" y="143321"/>
                  <a:pt x="180975" y="139898"/>
                  <a:pt x="182166" y="136624"/>
                </a:cubicBezTo>
                <a:lnTo>
                  <a:pt x="184845" y="129034"/>
                </a:lnTo>
                <a:lnTo>
                  <a:pt x="211187" y="122336"/>
                </a:lnTo>
                <a:cubicBezTo>
                  <a:pt x="212378" y="122039"/>
                  <a:pt x="213420" y="121592"/>
                  <a:pt x="214313" y="120997"/>
                </a:cubicBezTo>
                <a:lnTo>
                  <a:pt x="214313" y="108495"/>
                </a:lnTo>
                <a:cubicBezTo>
                  <a:pt x="214015" y="107602"/>
                  <a:pt x="212973" y="107007"/>
                  <a:pt x="211187" y="106709"/>
                </a:cubicBezTo>
                <a:lnTo>
                  <a:pt x="184845" y="100905"/>
                </a:lnTo>
                <a:lnTo>
                  <a:pt x="182612" y="92868"/>
                </a:lnTo>
                <a:cubicBezTo>
                  <a:pt x="181422" y="89297"/>
                  <a:pt x="179785" y="85725"/>
                  <a:pt x="177701" y="82153"/>
                </a:cubicBezTo>
                <a:lnTo>
                  <a:pt x="174129" y="75009"/>
                </a:lnTo>
                <a:lnTo>
                  <a:pt x="188417" y="51345"/>
                </a:lnTo>
                <a:cubicBezTo>
                  <a:pt x="189012" y="50155"/>
                  <a:pt x="189458" y="49113"/>
                  <a:pt x="189756" y="48220"/>
                </a:cubicBezTo>
                <a:lnTo>
                  <a:pt x="180380" y="38844"/>
                </a:lnTo>
                <a:cubicBezTo>
                  <a:pt x="179487" y="38844"/>
                  <a:pt x="178445" y="39290"/>
                  <a:pt x="177255" y="40183"/>
                </a:cubicBezTo>
                <a:lnTo>
                  <a:pt x="154484" y="54471"/>
                </a:lnTo>
                <a:lnTo>
                  <a:pt x="146894" y="50899"/>
                </a:lnTo>
                <a:cubicBezTo>
                  <a:pt x="143322" y="49113"/>
                  <a:pt x="139750" y="47625"/>
                  <a:pt x="136178" y="46434"/>
                </a:cubicBezTo>
                <a:lnTo>
                  <a:pt x="128588" y="43755"/>
                </a:lnTo>
                <a:lnTo>
                  <a:pt x="122337" y="16520"/>
                </a:lnTo>
                <a:cubicBezTo>
                  <a:pt x="122337" y="16222"/>
                  <a:pt x="122188" y="15627"/>
                  <a:pt x="121890" y="14734"/>
                </a:cubicBezTo>
                <a:cubicBezTo>
                  <a:pt x="121593" y="14436"/>
                  <a:pt x="121444" y="14287"/>
                  <a:pt x="121444" y="14287"/>
                </a:cubicBezTo>
                <a:close/>
                <a:moveTo>
                  <a:pt x="107156" y="0"/>
                </a:moveTo>
                <a:lnTo>
                  <a:pt x="121444" y="0"/>
                </a:lnTo>
                <a:cubicBezTo>
                  <a:pt x="125314" y="0"/>
                  <a:pt x="128662" y="1413"/>
                  <a:pt x="131490" y="4241"/>
                </a:cubicBezTo>
                <a:cubicBezTo>
                  <a:pt x="134318" y="7069"/>
                  <a:pt x="136029" y="10418"/>
                  <a:pt x="136624" y="14287"/>
                </a:cubicBezTo>
                <a:lnTo>
                  <a:pt x="140643" y="32593"/>
                </a:lnTo>
                <a:cubicBezTo>
                  <a:pt x="145108" y="34081"/>
                  <a:pt x="149424" y="36016"/>
                  <a:pt x="153591" y="38397"/>
                </a:cubicBezTo>
                <a:lnTo>
                  <a:pt x="169664" y="28128"/>
                </a:lnTo>
                <a:cubicBezTo>
                  <a:pt x="172939" y="26045"/>
                  <a:pt x="176436" y="24928"/>
                  <a:pt x="180157" y="24780"/>
                </a:cubicBezTo>
                <a:cubicBezTo>
                  <a:pt x="183877" y="24631"/>
                  <a:pt x="187375" y="25896"/>
                  <a:pt x="190649" y="28575"/>
                </a:cubicBezTo>
                <a:lnTo>
                  <a:pt x="200472" y="38844"/>
                </a:lnTo>
                <a:cubicBezTo>
                  <a:pt x="205830" y="43904"/>
                  <a:pt x="205830" y="50601"/>
                  <a:pt x="200472" y="58936"/>
                </a:cubicBezTo>
                <a:lnTo>
                  <a:pt x="190649" y="75455"/>
                </a:lnTo>
                <a:cubicBezTo>
                  <a:pt x="193030" y="79920"/>
                  <a:pt x="194816" y="84236"/>
                  <a:pt x="196007" y="88404"/>
                </a:cubicBezTo>
                <a:lnTo>
                  <a:pt x="214313" y="92868"/>
                </a:lnTo>
                <a:cubicBezTo>
                  <a:pt x="218182" y="93464"/>
                  <a:pt x="221531" y="95175"/>
                  <a:pt x="224359" y="98003"/>
                </a:cubicBezTo>
                <a:cubicBezTo>
                  <a:pt x="227186" y="100831"/>
                  <a:pt x="228600" y="104030"/>
                  <a:pt x="228600" y="107602"/>
                </a:cubicBezTo>
                <a:lnTo>
                  <a:pt x="228600" y="121890"/>
                </a:lnTo>
                <a:cubicBezTo>
                  <a:pt x="228600" y="125759"/>
                  <a:pt x="227186" y="128885"/>
                  <a:pt x="224359" y="131266"/>
                </a:cubicBezTo>
                <a:cubicBezTo>
                  <a:pt x="221531" y="133647"/>
                  <a:pt x="218182" y="135284"/>
                  <a:pt x="214313" y="136177"/>
                </a:cubicBezTo>
                <a:lnTo>
                  <a:pt x="195560" y="141089"/>
                </a:lnTo>
                <a:cubicBezTo>
                  <a:pt x="194370" y="144958"/>
                  <a:pt x="192733" y="148977"/>
                  <a:pt x="190649" y="153144"/>
                </a:cubicBezTo>
                <a:lnTo>
                  <a:pt x="200472" y="169664"/>
                </a:lnTo>
                <a:cubicBezTo>
                  <a:pt x="205830" y="177998"/>
                  <a:pt x="205830" y="184695"/>
                  <a:pt x="200472" y="189755"/>
                </a:cubicBezTo>
                <a:lnTo>
                  <a:pt x="190649" y="200025"/>
                </a:lnTo>
                <a:cubicBezTo>
                  <a:pt x="187375" y="202704"/>
                  <a:pt x="183877" y="204043"/>
                  <a:pt x="180157" y="204043"/>
                </a:cubicBezTo>
                <a:cubicBezTo>
                  <a:pt x="176436" y="204043"/>
                  <a:pt x="172939" y="202852"/>
                  <a:pt x="169664" y="200471"/>
                </a:cubicBezTo>
                <a:lnTo>
                  <a:pt x="153591" y="190202"/>
                </a:lnTo>
                <a:cubicBezTo>
                  <a:pt x="149424" y="192583"/>
                  <a:pt x="145108" y="194518"/>
                  <a:pt x="140643" y="196006"/>
                </a:cubicBezTo>
                <a:lnTo>
                  <a:pt x="136624" y="214312"/>
                </a:lnTo>
                <a:cubicBezTo>
                  <a:pt x="136029" y="218182"/>
                  <a:pt x="134318" y="221530"/>
                  <a:pt x="131490" y="224358"/>
                </a:cubicBezTo>
                <a:cubicBezTo>
                  <a:pt x="128662" y="227186"/>
                  <a:pt x="125314" y="228600"/>
                  <a:pt x="121444" y="228600"/>
                </a:cubicBezTo>
                <a:lnTo>
                  <a:pt x="107156" y="228600"/>
                </a:lnTo>
                <a:cubicBezTo>
                  <a:pt x="103585" y="228600"/>
                  <a:pt x="100534" y="227186"/>
                  <a:pt x="98004" y="224358"/>
                </a:cubicBezTo>
                <a:cubicBezTo>
                  <a:pt x="95473" y="221530"/>
                  <a:pt x="93762" y="218182"/>
                  <a:pt x="92869" y="214312"/>
                </a:cubicBezTo>
                <a:lnTo>
                  <a:pt x="88404" y="196006"/>
                </a:lnTo>
                <a:cubicBezTo>
                  <a:pt x="83642" y="194518"/>
                  <a:pt x="79028" y="192583"/>
                  <a:pt x="74563" y="190202"/>
                </a:cubicBezTo>
                <a:lnTo>
                  <a:pt x="58043" y="200471"/>
                </a:lnTo>
                <a:cubicBezTo>
                  <a:pt x="54769" y="202852"/>
                  <a:pt x="51197" y="204043"/>
                  <a:pt x="47328" y="204043"/>
                </a:cubicBezTo>
                <a:cubicBezTo>
                  <a:pt x="43458" y="204043"/>
                  <a:pt x="40035" y="202704"/>
                  <a:pt x="37058" y="200025"/>
                </a:cubicBezTo>
                <a:lnTo>
                  <a:pt x="27236" y="189755"/>
                </a:lnTo>
                <a:cubicBezTo>
                  <a:pt x="21878" y="184695"/>
                  <a:pt x="21878" y="177998"/>
                  <a:pt x="27236" y="169664"/>
                </a:cubicBezTo>
                <a:lnTo>
                  <a:pt x="37505" y="152251"/>
                </a:lnTo>
                <a:cubicBezTo>
                  <a:pt x="35719" y="148381"/>
                  <a:pt x="34231" y="144661"/>
                  <a:pt x="33040" y="141089"/>
                </a:cubicBezTo>
                <a:lnTo>
                  <a:pt x="14288" y="136177"/>
                </a:lnTo>
                <a:cubicBezTo>
                  <a:pt x="10418" y="135284"/>
                  <a:pt x="7070" y="133647"/>
                  <a:pt x="4242" y="131266"/>
                </a:cubicBezTo>
                <a:cubicBezTo>
                  <a:pt x="1414" y="128885"/>
                  <a:pt x="0" y="125759"/>
                  <a:pt x="0" y="121890"/>
                </a:cubicBezTo>
                <a:lnTo>
                  <a:pt x="0" y="107602"/>
                </a:lnTo>
                <a:cubicBezTo>
                  <a:pt x="0" y="104030"/>
                  <a:pt x="1414" y="100831"/>
                  <a:pt x="4242" y="98003"/>
                </a:cubicBezTo>
                <a:cubicBezTo>
                  <a:pt x="7070" y="95175"/>
                  <a:pt x="10418" y="93464"/>
                  <a:pt x="14288" y="92868"/>
                </a:cubicBezTo>
                <a:lnTo>
                  <a:pt x="32594" y="88404"/>
                </a:lnTo>
                <a:cubicBezTo>
                  <a:pt x="33784" y="84534"/>
                  <a:pt x="35421" y="80516"/>
                  <a:pt x="37505" y="76348"/>
                </a:cubicBezTo>
                <a:lnTo>
                  <a:pt x="27236" y="58936"/>
                </a:lnTo>
                <a:cubicBezTo>
                  <a:pt x="21878" y="50601"/>
                  <a:pt x="21878" y="43904"/>
                  <a:pt x="27236" y="38844"/>
                </a:cubicBezTo>
                <a:lnTo>
                  <a:pt x="37058" y="28575"/>
                </a:lnTo>
                <a:cubicBezTo>
                  <a:pt x="40035" y="25896"/>
                  <a:pt x="43458" y="24631"/>
                  <a:pt x="47328" y="24780"/>
                </a:cubicBezTo>
                <a:cubicBezTo>
                  <a:pt x="51197" y="24928"/>
                  <a:pt x="54769" y="26045"/>
                  <a:pt x="58043" y="28128"/>
                </a:cubicBezTo>
                <a:lnTo>
                  <a:pt x="74563" y="38397"/>
                </a:lnTo>
                <a:cubicBezTo>
                  <a:pt x="79028" y="36016"/>
                  <a:pt x="83642" y="34081"/>
                  <a:pt x="88404" y="32593"/>
                </a:cubicBezTo>
                <a:lnTo>
                  <a:pt x="92869" y="14287"/>
                </a:lnTo>
                <a:cubicBezTo>
                  <a:pt x="94953" y="4762"/>
                  <a:pt x="99715" y="0"/>
                  <a:pt x="1071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64" name="Freeform 163"/>
          <p:cNvSpPr/>
          <p:nvPr/>
        </p:nvSpPr>
        <p:spPr>
          <a:xfrm>
            <a:off x="6226593" y="4262142"/>
            <a:ext cx="196620" cy="190307"/>
          </a:xfrm>
          <a:custGeom>
            <a:avLst/>
            <a:gdLst/>
            <a:ahLst/>
            <a:cxnLst/>
            <a:rect l="l" t="t" r="r" b="b"/>
            <a:pathLst>
              <a:path w="228803" h="221456">
                <a:moveTo>
                  <a:pt x="114402" y="13841"/>
                </a:moveTo>
                <a:lnTo>
                  <a:pt x="88506" y="67865"/>
                </a:lnTo>
                <a:lnTo>
                  <a:pt x="83595" y="77241"/>
                </a:lnTo>
                <a:lnTo>
                  <a:pt x="73326" y="79027"/>
                </a:lnTo>
                <a:lnTo>
                  <a:pt x="13943" y="87957"/>
                </a:lnTo>
                <a:lnTo>
                  <a:pt x="57252" y="130819"/>
                </a:lnTo>
                <a:lnTo>
                  <a:pt x="64396" y="137963"/>
                </a:lnTo>
                <a:lnTo>
                  <a:pt x="62610" y="148232"/>
                </a:lnTo>
                <a:lnTo>
                  <a:pt x="52787" y="208508"/>
                </a:lnTo>
                <a:lnTo>
                  <a:pt x="105026" y="180379"/>
                </a:lnTo>
                <a:lnTo>
                  <a:pt x="114402" y="175468"/>
                </a:lnTo>
                <a:lnTo>
                  <a:pt x="123778" y="180379"/>
                </a:lnTo>
                <a:lnTo>
                  <a:pt x="176017" y="208508"/>
                </a:lnTo>
                <a:lnTo>
                  <a:pt x="166194" y="148232"/>
                </a:lnTo>
                <a:lnTo>
                  <a:pt x="164408" y="137963"/>
                </a:lnTo>
                <a:lnTo>
                  <a:pt x="171552" y="130819"/>
                </a:lnTo>
                <a:lnTo>
                  <a:pt x="214861" y="87957"/>
                </a:lnTo>
                <a:lnTo>
                  <a:pt x="155479" y="79027"/>
                </a:lnTo>
                <a:lnTo>
                  <a:pt x="145210" y="77241"/>
                </a:lnTo>
                <a:lnTo>
                  <a:pt x="140298" y="67865"/>
                </a:lnTo>
                <a:close/>
                <a:moveTo>
                  <a:pt x="114625" y="0"/>
                </a:moveTo>
                <a:cubicBezTo>
                  <a:pt x="121620" y="0"/>
                  <a:pt x="126457" y="3125"/>
                  <a:pt x="129136" y="9376"/>
                </a:cubicBezTo>
                <a:lnTo>
                  <a:pt x="155032" y="62954"/>
                </a:lnTo>
                <a:lnTo>
                  <a:pt x="214861" y="71883"/>
                </a:lnTo>
                <a:cubicBezTo>
                  <a:pt x="221410" y="72776"/>
                  <a:pt x="225726" y="76348"/>
                  <a:pt x="227809" y="82599"/>
                </a:cubicBezTo>
                <a:cubicBezTo>
                  <a:pt x="229893" y="88850"/>
                  <a:pt x="228702" y="94208"/>
                  <a:pt x="224237" y="98673"/>
                </a:cubicBezTo>
                <a:lnTo>
                  <a:pt x="180482" y="142428"/>
                </a:lnTo>
                <a:lnTo>
                  <a:pt x="190751" y="202703"/>
                </a:lnTo>
                <a:cubicBezTo>
                  <a:pt x="191644" y="209550"/>
                  <a:pt x="189263" y="214907"/>
                  <a:pt x="183607" y="218777"/>
                </a:cubicBezTo>
                <a:cubicBezTo>
                  <a:pt x="180928" y="220563"/>
                  <a:pt x="177803" y="221456"/>
                  <a:pt x="174231" y="221456"/>
                </a:cubicBezTo>
                <a:cubicBezTo>
                  <a:pt x="171552" y="221456"/>
                  <a:pt x="168873" y="220860"/>
                  <a:pt x="166194" y="219670"/>
                </a:cubicBezTo>
                <a:lnTo>
                  <a:pt x="114402" y="191541"/>
                </a:lnTo>
                <a:lnTo>
                  <a:pt x="62610" y="219670"/>
                </a:lnTo>
                <a:cubicBezTo>
                  <a:pt x="59931" y="220860"/>
                  <a:pt x="57252" y="221456"/>
                  <a:pt x="54573" y="221456"/>
                </a:cubicBezTo>
                <a:cubicBezTo>
                  <a:pt x="51001" y="221456"/>
                  <a:pt x="47876" y="220563"/>
                  <a:pt x="45197" y="218777"/>
                </a:cubicBezTo>
                <a:cubicBezTo>
                  <a:pt x="39542" y="214907"/>
                  <a:pt x="37160" y="209550"/>
                  <a:pt x="38053" y="202703"/>
                </a:cubicBezTo>
                <a:lnTo>
                  <a:pt x="48323" y="142428"/>
                </a:lnTo>
                <a:lnTo>
                  <a:pt x="4567" y="98673"/>
                </a:lnTo>
                <a:cubicBezTo>
                  <a:pt x="102" y="94208"/>
                  <a:pt x="-1088" y="88850"/>
                  <a:pt x="995" y="82599"/>
                </a:cubicBezTo>
                <a:cubicBezTo>
                  <a:pt x="3079" y="76348"/>
                  <a:pt x="7395" y="72776"/>
                  <a:pt x="13943" y="71883"/>
                </a:cubicBezTo>
                <a:lnTo>
                  <a:pt x="73772" y="62954"/>
                </a:lnTo>
                <a:lnTo>
                  <a:pt x="99668" y="9376"/>
                </a:lnTo>
                <a:cubicBezTo>
                  <a:pt x="102645" y="3125"/>
                  <a:pt x="107631" y="0"/>
                  <a:pt x="11462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65" name="Freeform 164"/>
          <p:cNvSpPr/>
          <p:nvPr/>
        </p:nvSpPr>
        <p:spPr>
          <a:xfrm>
            <a:off x="6568653" y="4258881"/>
            <a:ext cx="196880" cy="196830"/>
          </a:xfrm>
          <a:custGeom>
            <a:avLst/>
            <a:gdLst/>
            <a:ahLst/>
            <a:cxnLst/>
            <a:rect l="l" t="t" r="r" b="b"/>
            <a:pathLst>
              <a:path w="229104" h="229046">
                <a:moveTo>
                  <a:pt x="139807" y="14287"/>
                </a:moveTo>
                <a:cubicBezTo>
                  <a:pt x="118971" y="14287"/>
                  <a:pt x="101261" y="21580"/>
                  <a:pt x="86676" y="36165"/>
                </a:cubicBezTo>
                <a:cubicBezTo>
                  <a:pt x="72091" y="50750"/>
                  <a:pt x="64798" y="68461"/>
                  <a:pt x="64798" y="89297"/>
                </a:cubicBezTo>
                <a:cubicBezTo>
                  <a:pt x="64798" y="110132"/>
                  <a:pt x="72091" y="127843"/>
                  <a:pt x="86676" y="142428"/>
                </a:cubicBezTo>
                <a:cubicBezTo>
                  <a:pt x="101261" y="157013"/>
                  <a:pt x="118971" y="164306"/>
                  <a:pt x="139807" y="164306"/>
                </a:cubicBezTo>
                <a:cubicBezTo>
                  <a:pt x="160643" y="164306"/>
                  <a:pt x="178354" y="157013"/>
                  <a:pt x="192939" y="142428"/>
                </a:cubicBezTo>
                <a:cubicBezTo>
                  <a:pt x="207524" y="127843"/>
                  <a:pt x="214817" y="110132"/>
                  <a:pt x="214817" y="89297"/>
                </a:cubicBezTo>
                <a:cubicBezTo>
                  <a:pt x="214817" y="68461"/>
                  <a:pt x="207524" y="50750"/>
                  <a:pt x="192939" y="36165"/>
                </a:cubicBezTo>
                <a:cubicBezTo>
                  <a:pt x="178354" y="21580"/>
                  <a:pt x="160643" y="14287"/>
                  <a:pt x="139807" y="14287"/>
                </a:cubicBezTo>
                <a:close/>
                <a:moveTo>
                  <a:pt x="139807" y="0"/>
                </a:moveTo>
                <a:cubicBezTo>
                  <a:pt x="164513" y="0"/>
                  <a:pt x="185572" y="8706"/>
                  <a:pt x="202985" y="26119"/>
                </a:cubicBezTo>
                <a:cubicBezTo>
                  <a:pt x="220398" y="43532"/>
                  <a:pt x="229104" y="64591"/>
                  <a:pt x="229104" y="89297"/>
                </a:cubicBezTo>
                <a:cubicBezTo>
                  <a:pt x="229104" y="114002"/>
                  <a:pt x="220398" y="135061"/>
                  <a:pt x="202985" y="152474"/>
                </a:cubicBezTo>
                <a:cubicBezTo>
                  <a:pt x="185572" y="169887"/>
                  <a:pt x="164513" y="178593"/>
                  <a:pt x="139807" y="178593"/>
                </a:cubicBezTo>
                <a:cubicBezTo>
                  <a:pt x="117781" y="178593"/>
                  <a:pt x="98433" y="171450"/>
                  <a:pt x="81764" y="157162"/>
                </a:cubicBezTo>
                <a:lnTo>
                  <a:pt x="53189" y="185737"/>
                </a:lnTo>
                <a:lnTo>
                  <a:pt x="83550" y="216545"/>
                </a:lnTo>
                <a:cubicBezTo>
                  <a:pt x="85039" y="217735"/>
                  <a:pt x="85783" y="219372"/>
                  <a:pt x="85783" y="221456"/>
                </a:cubicBezTo>
                <a:cubicBezTo>
                  <a:pt x="85783" y="223539"/>
                  <a:pt x="85039" y="225177"/>
                  <a:pt x="83550" y="226367"/>
                </a:cubicBezTo>
                <a:cubicBezTo>
                  <a:pt x="80276" y="229939"/>
                  <a:pt x="77002" y="229939"/>
                  <a:pt x="73728" y="226367"/>
                </a:cubicBezTo>
                <a:lnTo>
                  <a:pt x="43367" y="196006"/>
                </a:lnTo>
                <a:lnTo>
                  <a:pt x="12559" y="226367"/>
                </a:lnTo>
                <a:cubicBezTo>
                  <a:pt x="9285" y="229641"/>
                  <a:pt x="5936" y="229641"/>
                  <a:pt x="2513" y="226367"/>
                </a:cubicBezTo>
                <a:cubicBezTo>
                  <a:pt x="-910" y="223093"/>
                  <a:pt x="-835" y="219670"/>
                  <a:pt x="2737" y="216098"/>
                </a:cubicBezTo>
                <a:lnTo>
                  <a:pt x="33098" y="185737"/>
                </a:lnTo>
                <a:lnTo>
                  <a:pt x="2737" y="154930"/>
                </a:lnTo>
                <a:cubicBezTo>
                  <a:pt x="-538" y="151655"/>
                  <a:pt x="-463" y="148381"/>
                  <a:pt x="2960" y="145107"/>
                </a:cubicBezTo>
                <a:cubicBezTo>
                  <a:pt x="6383" y="141833"/>
                  <a:pt x="9732" y="141833"/>
                  <a:pt x="13006" y="145107"/>
                </a:cubicBezTo>
                <a:lnTo>
                  <a:pt x="43367" y="175468"/>
                </a:lnTo>
                <a:lnTo>
                  <a:pt x="71495" y="146893"/>
                </a:lnTo>
                <a:cubicBezTo>
                  <a:pt x="57505" y="130224"/>
                  <a:pt x="50510" y="111025"/>
                  <a:pt x="50510" y="89297"/>
                </a:cubicBezTo>
                <a:cubicBezTo>
                  <a:pt x="50510" y="64591"/>
                  <a:pt x="59217" y="43532"/>
                  <a:pt x="76630" y="26119"/>
                </a:cubicBezTo>
                <a:cubicBezTo>
                  <a:pt x="94043" y="8706"/>
                  <a:pt x="115102" y="0"/>
                  <a:pt x="13980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>
              <a:solidFill>
                <a:schemeClr val="tx1">
                  <a:lumMod val="85000"/>
                  <a:lumOff val="15000"/>
                </a:schemeClr>
              </a:solidFill>
              <a:latin typeface="Simple-Line-Icons" panose="02000503000000000000" pitchFamily="2" charset="2"/>
            </a:endParaRPr>
          </a:p>
        </p:txBody>
      </p:sp>
      <p:sp>
        <p:nvSpPr>
          <p:cNvPr id="166" name="Freeform 165"/>
          <p:cNvSpPr/>
          <p:nvPr/>
        </p:nvSpPr>
        <p:spPr>
          <a:xfrm>
            <a:off x="6910969" y="4259072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9520" y="64293"/>
                </a:moveTo>
                <a:cubicBezTo>
                  <a:pt x="68833" y="64293"/>
                  <a:pt x="51123" y="71660"/>
                  <a:pt x="36389" y="86394"/>
                </a:cubicBezTo>
                <a:cubicBezTo>
                  <a:pt x="21655" y="101128"/>
                  <a:pt x="14288" y="118839"/>
                  <a:pt x="14288" y="139526"/>
                </a:cubicBezTo>
                <a:cubicBezTo>
                  <a:pt x="14288" y="160213"/>
                  <a:pt x="21655" y="177924"/>
                  <a:pt x="36389" y="192658"/>
                </a:cubicBezTo>
                <a:cubicBezTo>
                  <a:pt x="51123" y="207392"/>
                  <a:pt x="68833" y="214759"/>
                  <a:pt x="89520" y="214759"/>
                </a:cubicBezTo>
                <a:cubicBezTo>
                  <a:pt x="110207" y="214759"/>
                  <a:pt x="127918" y="207392"/>
                  <a:pt x="142652" y="192658"/>
                </a:cubicBezTo>
                <a:cubicBezTo>
                  <a:pt x="157386" y="177924"/>
                  <a:pt x="164753" y="160213"/>
                  <a:pt x="164753" y="139526"/>
                </a:cubicBezTo>
                <a:cubicBezTo>
                  <a:pt x="164753" y="118839"/>
                  <a:pt x="157386" y="101128"/>
                  <a:pt x="142652" y="86394"/>
                </a:cubicBezTo>
                <a:cubicBezTo>
                  <a:pt x="127918" y="71660"/>
                  <a:pt x="110207" y="64293"/>
                  <a:pt x="89520" y="64293"/>
                </a:cubicBezTo>
                <a:close/>
                <a:moveTo>
                  <a:pt x="155377" y="0"/>
                </a:moveTo>
                <a:lnTo>
                  <a:pt x="220564" y="0"/>
                </a:lnTo>
                <a:lnTo>
                  <a:pt x="221010" y="0"/>
                </a:lnTo>
                <a:lnTo>
                  <a:pt x="223689" y="0"/>
                </a:lnTo>
                <a:cubicBezTo>
                  <a:pt x="224880" y="0"/>
                  <a:pt x="226070" y="446"/>
                  <a:pt x="227261" y="1339"/>
                </a:cubicBezTo>
                <a:cubicBezTo>
                  <a:pt x="228154" y="2232"/>
                  <a:pt x="228600" y="3423"/>
                  <a:pt x="228600" y="4911"/>
                </a:cubicBezTo>
                <a:lnTo>
                  <a:pt x="228154" y="7590"/>
                </a:lnTo>
                <a:lnTo>
                  <a:pt x="228154" y="73670"/>
                </a:lnTo>
                <a:cubicBezTo>
                  <a:pt x="228154" y="76646"/>
                  <a:pt x="226368" y="78134"/>
                  <a:pt x="222796" y="78134"/>
                </a:cubicBezTo>
                <a:lnTo>
                  <a:pt x="219224" y="78134"/>
                </a:lnTo>
                <a:cubicBezTo>
                  <a:pt x="217736" y="78432"/>
                  <a:pt x="216471" y="77986"/>
                  <a:pt x="215429" y="76795"/>
                </a:cubicBezTo>
                <a:cubicBezTo>
                  <a:pt x="214387" y="75604"/>
                  <a:pt x="213866" y="74414"/>
                  <a:pt x="213866" y="73223"/>
                </a:cubicBezTo>
                <a:lnTo>
                  <a:pt x="214313" y="24110"/>
                </a:lnTo>
                <a:lnTo>
                  <a:pt x="157163" y="81260"/>
                </a:lnTo>
                <a:cubicBezTo>
                  <a:pt x="171450" y="97929"/>
                  <a:pt x="178594" y="117276"/>
                  <a:pt x="178594" y="139303"/>
                </a:cubicBezTo>
                <a:cubicBezTo>
                  <a:pt x="178594" y="164008"/>
                  <a:pt x="169888" y="185067"/>
                  <a:pt x="152475" y="202480"/>
                </a:cubicBezTo>
                <a:cubicBezTo>
                  <a:pt x="135062" y="219893"/>
                  <a:pt x="114077" y="228600"/>
                  <a:pt x="89520" y="228600"/>
                </a:cubicBezTo>
                <a:cubicBezTo>
                  <a:pt x="64964" y="228600"/>
                  <a:pt x="43905" y="219893"/>
                  <a:pt x="26343" y="202480"/>
                </a:cubicBezTo>
                <a:cubicBezTo>
                  <a:pt x="8781" y="185067"/>
                  <a:pt x="0" y="164083"/>
                  <a:pt x="0" y="139526"/>
                </a:cubicBezTo>
                <a:cubicBezTo>
                  <a:pt x="0" y="114969"/>
                  <a:pt x="8781" y="93910"/>
                  <a:pt x="26343" y="76348"/>
                </a:cubicBezTo>
                <a:cubicBezTo>
                  <a:pt x="43905" y="58787"/>
                  <a:pt x="64889" y="50006"/>
                  <a:pt x="89297" y="50006"/>
                </a:cubicBezTo>
                <a:cubicBezTo>
                  <a:pt x="111026" y="50006"/>
                  <a:pt x="130225" y="57001"/>
                  <a:pt x="146894" y="70991"/>
                </a:cubicBezTo>
                <a:lnTo>
                  <a:pt x="204044" y="14287"/>
                </a:lnTo>
                <a:lnTo>
                  <a:pt x="155823" y="14287"/>
                </a:lnTo>
                <a:cubicBezTo>
                  <a:pt x="152251" y="14287"/>
                  <a:pt x="150317" y="12501"/>
                  <a:pt x="150019" y="8929"/>
                </a:cubicBezTo>
                <a:lnTo>
                  <a:pt x="150019" y="4911"/>
                </a:lnTo>
                <a:cubicBezTo>
                  <a:pt x="150019" y="3720"/>
                  <a:pt x="150540" y="2604"/>
                  <a:pt x="151582" y="1562"/>
                </a:cubicBezTo>
                <a:cubicBezTo>
                  <a:pt x="152623" y="521"/>
                  <a:pt x="153889" y="0"/>
                  <a:pt x="1553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67" name="Freeform 166"/>
          <p:cNvSpPr/>
          <p:nvPr/>
        </p:nvSpPr>
        <p:spPr>
          <a:xfrm>
            <a:off x="633740" y="4589290"/>
            <a:ext cx="196447" cy="19644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1444" y="121443"/>
                </a:moveTo>
                <a:lnTo>
                  <a:pt x="121444" y="185291"/>
                </a:lnTo>
                <a:cubicBezTo>
                  <a:pt x="138410" y="183802"/>
                  <a:pt x="152921" y="177031"/>
                  <a:pt x="164976" y="164976"/>
                </a:cubicBezTo>
                <a:cubicBezTo>
                  <a:pt x="177031" y="152921"/>
                  <a:pt x="183803" y="138410"/>
                  <a:pt x="185291" y="121443"/>
                </a:cubicBezTo>
                <a:close/>
                <a:moveTo>
                  <a:pt x="43309" y="121443"/>
                </a:moveTo>
                <a:cubicBezTo>
                  <a:pt x="44798" y="138410"/>
                  <a:pt x="51569" y="152921"/>
                  <a:pt x="63624" y="164976"/>
                </a:cubicBezTo>
                <a:cubicBezTo>
                  <a:pt x="75679" y="177031"/>
                  <a:pt x="90190" y="183802"/>
                  <a:pt x="107156" y="185291"/>
                </a:cubicBezTo>
                <a:lnTo>
                  <a:pt x="107156" y="121443"/>
                </a:lnTo>
                <a:close/>
                <a:moveTo>
                  <a:pt x="121444" y="43309"/>
                </a:moveTo>
                <a:lnTo>
                  <a:pt x="121444" y="107156"/>
                </a:lnTo>
                <a:lnTo>
                  <a:pt x="185291" y="107156"/>
                </a:lnTo>
                <a:cubicBezTo>
                  <a:pt x="183803" y="90189"/>
                  <a:pt x="177031" y="75679"/>
                  <a:pt x="164976" y="63624"/>
                </a:cubicBezTo>
                <a:cubicBezTo>
                  <a:pt x="152921" y="51569"/>
                  <a:pt x="138410" y="44797"/>
                  <a:pt x="121444" y="43309"/>
                </a:cubicBezTo>
                <a:close/>
                <a:moveTo>
                  <a:pt x="107156" y="43309"/>
                </a:moveTo>
                <a:cubicBezTo>
                  <a:pt x="90190" y="44797"/>
                  <a:pt x="75679" y="51569"/>
                  <a:pt x="63624" y="63624"/>
                </a:cubicBezTo>
                <a:cubicBezTo>
                  <a:pt x="51569" y="75679"/>
                  <a:pt x="44798" y="90189"/>
                  <a:pt x="43309" y="107156"/>
                </a:cubicBezTo>
                <a:lnTo>
                  <a:pt x="107156" y="107156"/>
                </a:lnTo>
                <a:close/>
                <a:moveTo>
                  <a:pt x="114300" y="0"/>
                </a:moveTo>
                <a:cubicBezTo>
                  <a:pt x="116384" y="0"/>
                  <a:pt x="118095" y="669"/>
                  <a:pt x="119435" y="2009"/>
                </a:cubicBezTo>
                <a:cubicBezTo>
                  <a:pt x="120774" y="3348"/>
                  <a:pt x="121444" y="5060"/>
                  <a:pt x="121444" y="7143"/>
                </a:cubicBezTo>
                <a:lnTo>
                  <a:pt x="121444" y="29021"/>
                </a:lnTo>
                <a:cubicBezTo>
                  <a:pt x="142280" y="30807"/>
                  <a:pt x="160139" y="39067"/>
                  <a:pt x="175022" y="53801"/>
                </a:cubicBezTo>
                <a:cubicBezTo>
                  <a:pt x="189905" y="68535"/>
                  <a:pt x="198090" y="86320"/>
                  <a:pt x="199579" y="107156"/>
                </a:cubicBezTo>
                <a:lnTo>
                  <a:pt x="221456" y="107156"/>
                </a:lnTo>
                <a:cubicBezTo>
                  <a:pt x="223540" y="107156"/>
                  <a:pt x="225252" y="107826"/>
                  <a:pt x="226591" y="109165"/>
                </a:cubicBezTo>
                <a:cubicBezTo>
                  <a:pt x="227930" y="110505"/>
                  <a:pt x="228600" y="112216"/>
                  <a:pt x="228600" y="114300"/>
                </a:cubicBezTo>
                <a:cubicBezTo>
                  <a:pt x="228600" y="116383"/>
                  <a:pt x="227930" y="118095"/>
                  <a:pt x="226591" y="119434"/>
                </a:cubicBezTo>
                <a:cubicBezTo>
                  <a:pt x="225252" y="120774"/>
                  <a:pt x="223540" y="121443"/>
                  <a:pt x="221456" y="121443"/>
                </a:cubicBezTo>
                <a:lnTo>
                  <a:pt x="199579" y="121443"/>
                </a:lnTo>
                <a:cubicBezTo>
                  <a:pt x="198090" y="142279"/>
                  <a:pt x="189905" y="160064"/>
                  <a:pt x="175022" y="174798"/>
                </a:cubicBezTo>
                <a:cubicBezTo>
                  <a:pt x="160139" y="189532"/>
                  <a:pt x="142280" y="197792"/>
                  <a:pt x="121444" y="199578"/>
                </a:cubicBezTo>
                <a:lnTo>
                  <a:pt x="121444" y="221456"/>
                </a:lnTo>
                <a:cubicBezTo>
                  <a:pt x="121444" y="223539"/>
                  <a:pt x="120774" y="225251"/>
                  <a:pt x="119435" y="226590"/>
                </a:cubicBezTo>
                <a:cubicBezTo>
                  <a:pt x="118095" y="227930"/>
                  <a:pt x="116384" y="228600"/>
                  <a:pt x="114300" y="228600"/>
                </a:cubicBezTo>
                <a:cubicBezTo>
                  <a:pt x="112217" y="228600"/>
                  <a:pt x="110505" y="227930"/>
                  <a:pt x="109166" y="226590"/>
                </a:cubicBezTo>
                <a:cubicBezTo>
                  <a:pt x="107826" y="225251"/>
                  <a:pt x="107156" y="223539"/>
                  <a:pt x="107156" y="221456"/>
                </a:cubicBezTo>
                <a:lnTo>
                  <a:pt x="107156" y="199578"/>
                </a:lnTo>
                <a:cubicBezTo>
                  <a:pt x="86321" y="197792"/>
                  <a:pt x="68461" y="189532"/>
                  <a:pt x="53578" y="174798"/>
                </a:cubicBezTo>
                <a:cubicBezTo>
                  <a:pt x="38696" y="160064"/>
                  <a:pt x="30510" y="142279"/>
                  <a:pt x="29022" y="121443"/>
                </a:cubicBezTo>
                <a:lnTo>
                  <a:pt x="7144" y="121443"/>
                </a:lnTo>
                <a:cubicBezTo>
                  <a:pt x="5060" y="121443"/>
                  <a:pt x="3349" y="120774"/>
                  <a:pt x="2009" y="119434"/>
                </a:cubicBezTo>
                <a:cubicBezTo>
                  <a:pt x="670" y="118095"/>
                  <a:pt x="0" y="116383"/>
                  <a:pt x="0" y="114300"/>
                </a:cubicBezTo>
                <a:cubicBezTo>
                  <a:pt x="0" y="112216"/>
                  <a:pt x="670" y="110505"/>
                  <a:pt x="2009" y="109165"/>
                </a:cubicBezTo>
                <a:cubicBezTo>
                  <a:pt x="3349" y="107826"/>
                  <a:pt x="5060" y="107156"/>
                  <a:pt x="7144" y="107156"/>
                </a:cubicBezTo>
                <a:lnTo>
                  <a:pt x="29022" y="107156"/>
                </a:lnTo>
                <a:cubicBezTo>
                  <a:pt x="30510" y="86320"/>
                  <a:pt x="38696" y="68535"/>
                  <a:pt x="53578" y="53801"/>
                </a:cubicBezTo>
                <a:cubicBezTo>
                  <a:pt x="68461" y="39067"/>
                  <a:pt x="86321" y="30807"/>
                  <a:pt x="107156" y="29021"/>
                </a:cubicBezTo>
                <a:lnTo>
                  <a:pt x="107156" y="7143"/>
                </a:lnTo>
                <a:cubicBezTo>
                  <a:pt x="107156" y="5060"/>
                  <a:pt x="107826" y="3348"/>
                  <a:pt x="109166" y="2009"/>
                </a:cubicBezTo>
                <a:cubicBezTo>
                  <a:pt x="110505" y="669"/>
                  <a:pt x="112217" y="0"/>
                  <a:pt x="1143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68" name="Freeform 167"/>
          <p:cNvSpPr/>
          <p:nvPr/>
        </p:nvSpPr>
        <p:spPr>
          <a:xfrm>
            <a:off x="997231" y="4612914"/>
            <a:ext cx="159613" cy="172823"/>
          </a:xfrm>
          <a:custGeom>
            <a:avLst/>
            <a:gdLst/>
            <a:ahLst/>
            <a:cxnLst/>
            <a:rect l="l" t="t" r="r" b="b"/>
            <a:pathLst>
              <a:path w="185738" h="201110">
                <a:moveTo>
                  <a:pt x="154931" y="64039"/>
                </a:moveTo>
                <a:cubicBezTo>
                  <a:pt x="163860" y="65527"/>
                  <a:pt x="171227" y="69843"/>
                  <a:pt x="177032" y="76987"/>
                </a:cubicBezTo>
                <a:cubicBezTo>
                  <a:pt x="182836" y="84131"/>
                  <a:pt x="185738" y="92465"/>
                  <a:pt x="185738" y="101990"/>
                </a:cubicBezTo>
                <a:cubicBezTo>
                  <a:pt x="185738" y="111217"/>
                  <a:pt x="182836" y="119403"/>
                  <a:pt x="177032" y="126547"/>
                </a:cubicBezTo>
                <a:cubicBezTo>
                  <a:pt x="171227" y="133690"/>
                  <a:pt x="163860" y="138006"/>
                  <a:pt x="154931" y="139495"/>
                </a:cubicBezTo>
                <a:cubicBezTo>
                  <a:pt x="154633" y="139792"/>
                  <a:pt x="154186" y="139941"/>
                  <a:pt x="153591" y="139941"/>
                </a:cubicBezTo>
                <a:cubicBezTo>
                  <a:pt x="149722" y="139941"/>
                  <a:pt x="147489" y="138006"/>
                  <a:pt x="146894" y="134137"/>
                </a:cubicBezTo>
                <a:cubicBezTo>
                  <a:pt x="146299" y="132053"/>
                  <a:pt x="146596" y="130193"/>
                  <a:pt x="147787" y="128556"/>
                </a:cubicBezTo>
                <a:cubicBezTo>
                  <a:pt x="148977" y="126919"/>
                  <a:pt x="150466" y="125951"/>
                  <a:pt x="152252" y="125654"/>
                </a:cubicBezTo>
                <a:cubicBezTo>
                  <a:pt x="157907" y="124463"/>
                  <a:pt x="162521" y="121635"/>
                  <a:pt x="166093" y="117171"/>
                </a:cubicBezTo>
                <a:cubicBezTo>
                  <a:pt x="169665" y="112706"/>
                  <a:pt x="171450" y="107646"/>
                  <a:pt x="171450" y="101990"/>
                </a:cubicBezTo>
                <a:cubicBezTo>
                  <a:pt x="171450" y="95739"/>
                  <a:pt x="169739" y="90456"/>
                  <a:pt x="166316" y="86140"/>
                </a:cubicBezTo>
                <a:cubicBezTo>
                  <a:pt x="162893" y="81824"/>
                  <a:pt x="158354" y="79071"/>
                  <a:pt x="152698" y="77880"/>
                </a:cubicBezTo>
                <a:cubicBezTo>
                  <a:pt x="150615" y="77582"/>
                  <a:pt x="148977" y="76689"/>
                  <a:pt x="147787" y="75201"/>
                </a:cubicBezTo>
                <a:cubicBezTo>
                  <a:pt x="146596" y="73713"/>
                  <a:pt x="146224" y="71927"/>
                  <a:pt x="146671" y="69843"/>
                </a:cubicBezTo>
                <a:cubicBezTo>
                  <a:pt x="147117" y="67760"/>
                  <a:pt x="148084" y="66197"/>
                  <a:pt x="149573" y="65155"/>
                </a:cubicBezTo>
                <a:cubicBezTo>
                  <a:pt x="151061" y="64113"/>
                  <a:pt x="152847" y="63741"/>
                  <a:pt x="154931" y="64039"/>
                </a:cubicBezTo>
                <a:close/>
                <a:moveTo>
                  <a:pt x="114300" y="20730"/>
                </a:moveTo>
                <a:lnTo>
                  <a:pt x="51793" y="70736"/>
                </a:lnTo>
                <a:cubicBezTo>
                  <a:pt x="50602" y="71629"/>
                  <a:pt x="49263" y="72076"/>
                  <a:pt x="47774" y="72076"/>
                </a:cubicBezTo>
                <a:lnTo>
                  <a:pt x="21878" y="72076"/>
                </a:lnTo>
                <a:cubicBezTo>
                  <a:pt x="19795" y="72076"/>
                  <a:pt x="18009" y="72597"/>
                  <a:pt x="16520" y="73638"/>
                </a:cubicBezTo>
                <a:cubicBezTo>
                  <a:pt x="15032" y="74680"/>
                  <a:pt x="14288" y="75796"/>
                  <a:pt x="14288" y="76987"/>
                </a:cubicBezTo>
                <a:lnTo>
                  <a:pt x="14288" y="124314"/>
                </a:lnTo>
                <a:cubicBezTo>
                  <a:pt x="14288" y="125505"/>
                  <a:pt x="15107" y="126621"/>
                  <a:pt x="16744" y="127663"/>
                </a:cubicBezTo>
                <a:cubicBezTo>
                  <a:pt x="18381" y="128705"/>
                  <a:pt x="20241" y="129226"/>
                  <a:pt x="22325" y="129226"/>
                </a:cubicBezTo>
                <a:lnTo>
                  <a:pt x="48221" y="129226"/>
                </a:lnTo>
                <a:cubicBezTo>
                  <a:pt x="49709" y="129226"/>
                  <a:pt x="51049" y="129672"/>
                  <a:pt x="52239" y="130565"/>
                </a:cubicBezTo>
                <a:lnTo>
                  <a:pt x="114300" y="180571"/>
                </a:lnTo>
                <a:close/>
                <a:moveTo>
                  <a:pt x="121054" y="24"/>
                </a:moveTo>
                <a:cubicBezTo>
                  <a:pt x="122281" y="-87"/>
                  <a:pt x="123528" y="192"/>
                  <a:pt x="124793" y="861"/>
                </a:cubicBezTo>
                <a:cubicBezTo>
                  <a:pt x="127323" y="2201"/>
                  <a:pt x="128588" y="4359"/>
                  <a:pt x="128588" y="7335"/>
                </a:cubicBezTo>
                <a:lnTo>
                  <a:pt x="128588" y="193966"/>
                </a:lnTo>
                <a:cubicBezTo>
                  <a:pt x="128588" y="196942"/>
                  <a:pt x="127249" y="199026"/>
                  <a:pt x="124570" y="200217"/>
                </a:cubicBezTo>
                <a:cubicBezTo>
                  <a:pt x="123677" y="200812"/>
                  <a:pt x="122635" y="201110"/>
                  <a:pt x="121444" y="201110"/>
                </a:cubicBezTo>
                <a:cubicBezTo>
                  <a:pt x="119956" y="201110"/>
                  <a:pt x="118617" y="200663"/>
                  <a:pt x="117426" y="199770"/>
                </a:cubicBezTo>
                <a:lnTo>
                  <a:pt x="45988" y="143513"/>
                </a:lnTo>
                <a:lnTo>
                  <a:pt x="22325" y="143513"/>
                </a:lnTo>
                <a:cubicBezTo>
                  <a:pt x="16074" y="143513"/>
                  <a:pt x="10791" y="141578"/>
                  <a:pt x="6475" y="137709"/>
                </a:cubicBezTo>
                <a:cubicBezTo>
                  <a:pt x="2159" y="133839"/>
                  <a:pt x="0" y="129374"/>
                  <a:pt x="0" y="124314"/>
                </a:cubicBezTo>
                <a:lnTo>
                  <a:pt x="0" y="76987"/>
                </a:lnTo>
                <a:cubicBezTo>
                  <a:pt x="0" y="71629"/>
                  <a:pt x="2159" y="67090"/>
                  <a:pt x="6475" y="63369"/>
                </a:cubicBezTo>
                <a:cubicBezTo>
                  <a:pt x="10791" y="59648"/>
                  <a:pt x="15925" y="57788"/>
                  <a:pt x="21878" y="57788"/>
                </a:cubicBezTo>
                <a:lnTo>
                  <a:pt x="45542" y="57788"/>
                </a:lnTo>
                <a:lnTo>
                  <a:pt x="117426" y="1531"/>
                </a:lnTo>
                <a:cubicBezTo>
                  <a:pt x="118617" y="638"/>
                  <a:pt x="119826" y="136"/>
                  <a:pt x="121054" y="2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>
              <a:solidFill>
                <a:schemeClr val="tx1">
                  <a:lumMod val="85000"/>
                  <a:lumOff val="15000"/>
                </a:schemeClr>
              </a:solidFill>
              <a:latin typeface="Simple-Line-Icons" panose="02000503000000000000" pitchFamily="2" charset="2"/>
            </a:endParaRPr>
          </a:p>
        </p:txBody>
      </p:sp>
      <p:sp>
        <p:nvSpPr>
          <p:cNvPr id="169" name="Freeform 168"/>
          <p:cNvSpPr/>
          <p:nvPr/>
        </p:nvSpPr>
        <p:spPr>
          <a:xfrm>
            <a:off x="1321385" y="4632457"/>
            <a:ext cx="191075" cy="172823"/>
          </a:xfrm>
          <a:custGeom>
            <a:avLst/>
            <a:gdLst/>
            <a:ahLst/>
            <a:cxnLst/>
            <a:rect l="l" t="t" r="r" b="b"/>
            <a:pathLst>
              <a:path w="222349" h="201110">
                <a:moveTo>
                  <a:pt x="155376" y="64039"/>
                </a:moveTo>
                <a:cubicBezTo>
                  <a:pt x="164306" y="65527"/>
                  <a:pt x="171673" y="69843"/>
                  <a:pt x="177477" y="76987"/>
                </a:cubicBezTo>
                <a:cubicBezTo>
                  <a:pt x="183281" y="84131"/>
                  <a:pt x="186184" y="92465"/>
                  <a:pt x="186184" y="101990"/>
                </a:cubicBezTo>
                <a:cubicBezTo>
                  <a:pt x="186184" y="111217"/>
                  <a:pt x="183281" y="119403"/>
                  <a:pt x="177477" y="126547"/>
                </a:cubicBezTo>
                <a:cubicBezTo>
                  <a:pt x="171673" y="133690"/>
                  <a:pt x="164306" y="138006"/>
                  <a:pt x="155376" y="139495"/>
                </a:cubicBezTo>
                <a:cubicBezTo>
                  <a:pt x="155079" y="139792"/>
                  <a:pt x="154632" y="139941"/>
                  <a:pt x="154037" y="139941"/>
                </a:cubicBezTo>
                <a:cubicBezTo>
                  <a:pt x="150167" y="139941"/>
                  <a:pt x="147786" y="138006"/>
                  <a:pt x="146893" y="134137"/>
                </a:cubicBezTo>
                <a:cubicBezTo>
                  <a:pt x="146595" y="132053"/>
                  <a:pt x="146967" y="130193"/>
                  <a:pt x="148009" y="128556"/>
                </a:cubicBezTo>
                <a:cubicBezTo>
                  <a:pt x="149051" y="126919"/>
                  <a:pt x="150614" y="125951"/>
                  <a:pt x="152697" y="125654"/>
                </a:cubicBezTo>
                <a:cubicBezTo>
                  <a:pt x="158353" y="124463"/>
                  <a:pt x="162966" y="121635"/>
                  <a:pt x="166538" y="117171"/>
                </a:cubicBezTo>
                <a:cubicBezTo>
                  <a:pt x="170110" y="112706"/>
                  <a:pt x="171896" y="107646"/>
                  <a:pt x="171896" y="101990"/>
                </a:cubicBezTo>
                <a:cubicBezTo>
                  <a:pt x="171896" y="95739"/>
                  <a:pt x="170110" y="90456"/>
                  <a:pt x="166538" y="86140"/>
                </a:cubicBezTo>
                <a:cubicBezTo>
                  <a:pt x="162966" y="81824"/>
                  <a:pt x="158353" y="79071"/>
                  <a:pt x="152697" y="77880"/>
                </a:cubicBezTo>
                <a:cubicBezTo>
                  <a:pt x="150911" y="77582"/>
                  <a:pt x="149423" y="76689"/>
                  <a:pt x="148232" y="75201"/>
                </a:cubicBezTo>
                <a:cubicBezTo>
                  <a:pt x="147042" y="73713"/>
                  <a:pt x="146595" y="71927"/>
                  <a:pt x="146893" y="69843"/>
                </a:cubicBezTo>
                <a:cubicBezTo>
                  <a:pt x="147191" y="67760"/>
                  <a:pt x="148158" y="66197"/>
                  <a:pt x="149795" y="65155"/>
                </a:cubicBezTo>
                <a:cubicBezTo>
                  <a:pt x="151432" y="64113"/>
                  <a:pt x="153293" y="63741"/>
                  <a:pt x="155376" y="64039"/>
                </a:cubicBezTo>
                <a:close/>
                <a:moveTo>
                  <a:pt x="176807" y="36357"/>
                </a:moveTo>
                <a:cubicBezTo>
                  <a:pt x="190500" y="41417"/>
                  <a:pt x="201513" y="49975"/>
                  <a:pt x="209847" y="62030"/>
                </a:cubicBezTo>
                <a:cubicBezTo>
                  <a:pt x="218182" y="74085"/>
                  <a:pt x="222349" y="87405"/>
                  <a:pt x="222349" y="101990"/>
                </a:cubicBezTo>
                <a:cubicBezTo>
                  <a:pt x="222349" y="116575"/>
                  <a:pt x="218182" y="129895"/>
                  <a:pt x="209847" y="141950"/>
                </a:cubicBezTo>
                <a:cubicBezTo>
                  <a:pt x="201513" y="154006"/>
                  <a:pt x="190500" y="162563"/>
                  <a:pt x="176807" y="167623"/>
                </a:cubicBezTo>
                <a:cubicBezTo>
                  <a:pt x="175914" y="167921"/>
                  <a:pt x="175022" y="168070"/>
                  <a:pt x="174129" y="168070"/>
                </a:cubicBezTo>
                <a:cubicBezTo>
                  <a:pt x="170854" y="168070"/>
                  <a:pt x="168622" y="166433"/>
                  <a:pt x="167431" y="163158"/>
                </a:cubicBezTo>
                <a:cubicBezTo>
                  <a:pt x="166836" y="161373"/>
                  <a:pt x="166985" y="159587"/>
                  <a:pt x="167878" y="157801"/>
                </a:cubicBezTo>
                <a:cubicBezTo>
                  <a:pt x="168771" y="156015"/>
                  <a:pt x="170110" y="154824"/>
                  <a:pt x="171896" y="154229"/>
                </a:cubicBezTo>
                <a:cubicBezTo>
                  <a:pt x="182612" y="150062"/>
                  <a:pt x="191318" y="143215"/>
                  <a:pt x="198015" y="133690"/>
                </a:cubicBezTo>
                <a:cubicBezTo>
                  <a:pt x="204713" y="124165"/>
                  <a:pt x="208061" y="113599"/>
                  <a:pt x="208061" y="101990"/>
                </a:cubicBezTo>
                <a:cubicBezTo>
                  <a:pt x="208061" y="90381"/>
                  <a:pt x="204713" y="79740"/>
                  <a:pt x="198015" y="70066"/>
                </a:cubicBezTo>
                <a:cubicBezTo>
                  <a:pt x="191318" y="60393"/>
                  <a:pt x="182612" y="53621"/>
                  <a:pt x="171896" y="49751"/>
                </a:cubicBezTo>
                <a:cubicBezTo>
                  <a:pt x="170110" y="49156"/>
                  <a:pt x="168771" y="47965"/>
                  <a:pt x="167878" y="46180"/>
                </a:cubicBezTo>
                <a:cubicBezTo>
                  <a:pt x="166985" y="44394"/>
                  <a:pt x="166910" y="42533"/>
                  <a:pt x="167655" y="40598"/>
                </a:cubicBezTo>
                <a:cubicBezTo>
                  <a:pt x="168399" y="38664"/>
                  <a:pt x="169664" y="37324"/>
                  <a:pt x="171450" y="36580"/>
                </a:cubicBezTo>
                <a:cubicBezTo>
                  <a:pt x="173236" y="35836"/>
                  <a:pt x="175022" y="35762"/>
                  <a:pt x="176807" y="36357"/>
                </a:cubicBezTo>
                <a:close/>
                <a:moveTo>
                  <a:pt x="114746" y="20730"/>
                </a:moveTo>
                <a:lnTo>
                  <a:pt x="52238" y="70736"/>
                </a:lnTo>
                <a:cubicBezTo>
                  <a:pt x="51048" y="71629"/>
                  <a:pt x="49708" y="72076"/>
                  <a:pt x="48220" y="72076"/>
                </a:cubicBezTo>
                <a:lnTo>
                  <a:pt x="22324" y="72076"/>
                </a:lnTo>
                <a:cubicBezTo>
                  <a:pt x="20240" y="72076"/>
                  <a:pt x="18454" y="72597"/>
                  <a:pt x="16966" y="73638"/>
                </a:cubicBezTo>
                <a:cubicBezTo>
                  <a:pt x="15478" y="74680"/>
                  <a:pt x="14734" y="75796"/>
                  <a:pt x="14734" y="76987"/>
                </a:cubicBezTo>
                <a:lnTo>
                  <a:pt x="14734" y="124314"/>
                </a:lnTo>
                <a:cubicBezTo>
                  <a:pt x="14734" y="125505"/>
                  <a:pt x="15478" y="126621"/>
                  <a:pt x="16966" y="127663"/>
                </a:cubicBezTo>
                <a:cubicBezTo>
                  <a:pt x="18454" y="128705"/>
                  <a:pt x="20389" y="129226"/>
                  <a:pt x="22770" y="129226"/>
                </a:cubicBezTo>
                <a:lnTo>
                  <a:pt x="48666" y="129226"/>
                </a:lnTo>
                <a:cubicBezTo>
                  <a:pt x="50155" y="129226"/>
                  <a:pt x="51494" y="129672"/>
                  <a:pt x="52685" y="130565"/>
                </a:cubicBezTo>
                <a:lnTo>
                  <a:pt x="114746" y="180571"/>
                </a:lnTo>
                <a:close/>
                <a:moveTo>
                  <a:pt x="121499" y="24"/>
                </a:moveTo>
                <a:cubicBezTo>
                  <a:pt x="122727" y="-87"/>
                  <a:pt x="123973" y="192"/>
                  <a:pt x="125239" y="861"/>
                </a:cubicBezTo>
                <a:cubicBezTo>
                  <a:pt x="127769" y="2201"/>
                  <a:pt x="129034" y="4359"/>
                  <a:pt x="129034" y="7335"/>
                </a:cubicBezTo>
                <a:lnTo>
                  <a:pt x="129034" y="193966"/>
                </a:lnTo>
                <a:cubicBezTo>
                  <a:pt x="129034" y="196942"/>
                  <a:pt x="127694" y="199026"/>
                  <a:pt x="125015" y="200217"/>
                </a:cubicBezTo>
                <a:cubicBezTo>
                  <a:pt x="124122" y="200812"/>
                  <a:pt x="123080" y="201110"/>
                  <a:pt x="121890" y="201110"/>
                </a:cubicBezTo>
                <a:cubicBezTo>
                  <a:pt x="120402" y="201110"/>
                  <a:pt x="119062" y="200663"/>
                  <a:pt x="117872" y="199770"/>
                </a:cubicBezTo>
                <a:lnTo>
                  <a:pt x="46434" y="143513"/>
                </a:lnTo>
                <a:lnTo>
                  <a:pt x="22770" y="143513"/>
                </a:lnTo>
                <a:cubicBezTo>
                  <a:pt x="16520" y="143513"/>
                  <a:pt x="11236" y="141578"/>
                  <a:pt x="6920" y="137709"/>
                </a:cubicBezTo>
                <a:cubicBezTo>
                  <a:pt x="2604" y="133839"/>
                  <a:pt x="446" y="129374"/>
                  <a:pt x="446" y="124314"/>
                </a:cubicBezTo>
                <a:lnTo>
                  <a:pt x="0" y="76987"/>
                </a:lnTo>
                <a:cubicBezTo>
                  <a:pt x="0" y="71629"/>
                  <a:pt x="2158" y="67090"/>
                  <a:pt x="6474" y="63369"/>
                </a:cubicBezTo>
                <a:cubicBezTo>
                  <a:pt x="10790" y="59648"/>
                  <a:pt x="16073" y="57788"/>
                  <a:pt x="22324" y="57788"/>
                </a:cubicBezTo>
                <a:lnTo>
                  <a:pt x="45988" y="57788"/>
                </a:lnTo>
                <a:lnTo>
                  <a:pt x="117872" y="1531"/>
                </a:lnTo>
                <a:cubicBezTo>
                  <a:pt x="119062" y="638"/>
                  <a:pt x="120271" y="136"/>
                  <a:pt x="121499" y="2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170" name="Freeform 169"/>
          <p:cNvSpPr/>
          <p:nvPr/>
        </p:nvSpPr>
        <p:spPr>
          <a:xfrm>
            <a:off x="1643886" y="4632457"/>
            <a:ext cx="190740" cy="172823"/>
          </a:xfrm>
          <a:custGeom>
            <a:avLst/>
            <a:gdLst/>
            <a:ahLst/>
            <a:cxnLst/>
            <a:rect l="l" t="t" r="r" b="b"/>
            <a:pathLst>
              <a:path w="221959" h="201110">
                <a:moveTo>
                  <a:pt x="157553" y="64430"/>
                </a:moveTo>
                <a:cubicBezTo>
                  <a:pt x="159228" y="64467"/>
                  <a:pt x="160883" y="65378"/>
                  <a:pt x="162520" y="67164"/>
                </a:cubicBezTo>
                <a:lnTo>
                  <a:pt x="186184" y="90381"/>
                </a:lnTo>
                <a:lnTo>
                  <a:pt x="209401" y="67164"/>
                </a:lnTo>
                <a:cubicBezTo>
                  <a:pt x="212675" y="63592"/>
                  <a:pt x="216024" y="63518"/>
                  <a:pt x="219447" y="66941"/>
                </a:cubicBezTo>
                <a:cubicBezTo>
                  <a:pt x="222870" y="70364"/>
                  <a:pt x="222796" y="73713"/>
                  <a:pt x="219224" y="76987"/>
                </a:cubicBezTo>
                <a:lnTo>
                  <a:pt x="196007" y="100651"/>
                </a:lnTo>
                <a:lnTo>
                  <a:pt x="219224" y="124314"/>
                </a:lnTo>
                <a:cubicBezTo>
                  <a:pt x="222498" y="127589"/>
                  <a:pt x="222424" y="130937"/>
                  <a:pt x="219001" y="134360"/>
                </a:cubicBezTo>
                <a:cubicBezTo>
                  <a:pt x="215578" y="137783"/>
                  <a:pt x="212229" y="137709"/>
                  <a:pt x="208955" y="134137"/>
                </a:cubicBezTo>
                <a:lnTo>
                  <a:pt x="186184" y="110920"/>
                </a:lnTo>
                <a:lnTo>
                  <a:pt x="162967" y="134137"/>
                </a:lnTo>
                <a:cubicBezTo>
                  <a:pt x="159693" y="137709"/>
                  <a:pt x="156344" y="137783"/>
                  <a:pt x="152921" y="134360"/>
                </a:cubicBezTo>
                <a:cubicBezTo>
                  <a:pt x="149498" y="130937"/>
                  <a:pt x="149424" y="127589"/>
                  <a:pt x="152698" y="124314"/>
                </a:cubicBezTo>
                <a:lnTo>
                  <a:pt x="175915" y="100651"/>
                </a:lnTo>
                <a:lnTo>
                  <a:pt x="152698" y="76987"/>
                </a:lnTo>
                <a:cubicBezTo>
                  <a:pt x="149126" y="73713"/>
                  <a:pt x="149051" y="70364"/>
                  <a:pt x="152475" y="66941"/>
                </a:cubicBezTo>
                <a:cubicBezTo>
                  <a:pt x="154186" y="65230"/>
                  <a:pt x="155879" y="64392"/>
                  <a:pt x="157553" y="64430"/>
                </a:cubicBezTo>
                <a:close/>
                <a:moveTo>
                  <a:pt x="114300" y="20730"/>
                </a:moveTo>
                <a:lnTo>
                  <a:pt x="52239" y="70736"/>
                </a:lnTo>
                <a:cubicBezTo>
                  <a:pt x="51048" y="71629"/>
                  <a:pt x="49709" y="72076"/>
                  <a:pt x="48220" y="72076"/>
                </a:cubicBezTo>
                <a:lnTo>
                  <a:pt x="21878" y="72076"/>
                </a:lnTo>
                <a:cubicBezTo>
                  <a:pt x="19794" y="72076"/>
                  <a:pt x="18008" y="72597"/>
                  <a:pt x="16520" y="73638"/>
                </a:cubicBezTo>
                <a:cubicBezTo>
                  <a:pt x="15032" y="74680"/>
                  <a:pt x="14288" y="75796"/>
                  <a:pt x="14288" y="76987"/>
                </a:cubicBezTo>
                <a:lnTo>
                  <a:pt x="14734" y="124314"/>
                </a:lnTo>
                <a:cubicBezTo>
                  <a:pt x="14734" y="125505"/>
                  <a:pt x="15478" y="126621"/>
                  <a:pt x="16967" y="127663"/>
                </a:cubicBezTo>
                <a:cubicBezTo>
                  <a:pt x="18455" y="128705"/>
                  <a:pt x="20241" y="129226"/>
                  <a:pt x="22324" y="129226"/>
                </a:cubicBezTo>
                <a:lnTo>
                  <a:pt x="48667" y="129226"/>
                </a:lnTo>
                <a:cubicBezTo>
                  <a:pt x="49858" y="129226"/>
                  <a:pt x="51048" y="129672"/>
                  <a:pt x="52239" y="130565"/>
                </a:cubicBezTo>
                <a:lnTo>
                  <a:pt x="114300" y="180571"/>
                </a:lnTo>
                <a:close/>
                <a:moveTo>
                  <a:pt x="121053" y="24"/>
                </a:moveTo>
                <a:cubicBezTo>
                  <a:pt x="122281" y="-87"/>
                  <a:pt x="123527" y="192"/>
                  <a:pt x="124793" y="861"/>
                </a:cubicBezTo>
                <a:cubicBezTo>
                  <a:pt x="127323" y="2201"/>
                  <a:pt x="128588" y="4359"/>
                  <a:pt x="128588" y="7335"/>
                </a:cubicBezTo>
                <a:lnTo>
                  <a:pt x="128588" y="193966"/>
                </a:lnTo>
                <a:cubicBezTo>
                  <a:pt x="128588" y="196942"/>
                  <a:pt x="127397" y="199026"/>
                  <a:pt x="125016" y="200217"/>
                </a:cubicBezTo>
                <a:cubicBezTo>
                  <a:pt x="123825" y="200812"/>
                  <a:pt x="122634" y="201110"/>
                  <a:pt x="121444" y="201110"/>
                </a:cubicBezTo>
                <a:cubicBezTo>
                  <a:pt x="119956" y="201110"/>
                  <a:pt x="118616" y="200663"/>
                  <a:pt x="117426" y="199770"/>
                </a:cubicBezTo>
                <a:lnTo>
                  <a:pt x="46434" y="143513"/>
                </a:lnTo>
                <a:lnTo>
                  <a:pt x="22324" y="143513"/>
                </a:lnTo>
                <a:cubicBezTo>
                  <a:pt x="16371" y="143513"/>
                  <a:pt x="11237" y="141578"/>
                  <a:pt x="6921" y="137709"/>
                </a:cubicBezTo>
                <a:cubicBezTo>
                  <a:pt x="2605" y="133839"/>
                  <a:pt x="447" y="129374"/>
                  <a:pt x="447" y="124314"/>
                </a:cubicBezTo>
                <a:lnTo>
                  <a:pt x="0" y="76987"/>
                </a:lnTo>
                <a:cubicBezTo>
                  <a:pt x="0" y="71629"/>
                  <a:pt x="2158" y="67090"/>
                  <a:pt x="6474" y="63369"/>
                </a:cubicBezTo>
                <a:cubicBezTo>
                  <a:pt x="10790" y="59648"/>
                  <a:pt x="15925" y="57788"/>
                  <a:pt x="21878" y="57788"/>
                </a:cubicBezTo>
                <a:lnTo>
                  <a:pt x="45988" y="57788"/>
                </a:lnTo>
                <a:lnTo>
                  <a:pt x="117426" y="1531"/>
                </a:lnTo>
                <a:cubicBezTo>
                  <a:pt x="118616" y="638"/>
                  <a:pt x="119825" y="136"/>
                  <a:pt x="121053" y="2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42863" tIns="21431" rIns="42863" bIns="21431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633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4924304-0863-E140-A654-38CFDEE3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14654-4A65-AA44-BEDE-296B0E92806F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B803922-68AB-2C4C-925B-3571BE0E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</p:spTree>
    <p:extLst>
      <p:ext uri="{BB962C8B-B14F-4D97-AF65-F5344CB8AC3E}">
        <p14:creationId xmlns:p14="http://schemas.microsoft.com/office/powerpoint/2010/main" val="4131436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B19D91-9FC2-D647-AD2C-87C05CB3A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FB64-4AEC-4CAD-9CCD-F02856000A8D}" type="slidenum">
              <a:rPr lang="en-US" smtClean="0"/>
              <a:t>24</a:t>
            </a:fld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FD52061-F286-BF48-8EA0-C33E607992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9" name="Shape 2674"/>
          <p:cNvSpPr/>
          <p:nvPr/>
        </p:nvSpPr>
        <p:spPr>
          <a:xfrm>
            <a:off x="455442" y="2971514"/>
            <a:ext cx="158465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50" name="Shape 2675"/>
          <p:cNvSpPr/>
          <p:nvPr/>
        </p:nvSpPr>
        <p:spPr>
          <a:xfrm>
            <a:off x="871411" y="2971514"/>
            <a:ext cx="158465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51" name="Shape 2676"/>
          <p:cNvSpPr/>
          <p:nvPr/>
        </p:nvSpPr>
        <p:spPr>
          <a:xfrm>
            <a:off x="1257668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  <a:moveTo>
                  <a:pt x="7140" y="14181"/>
                </a:moveTo>
                <a:cubicBezTo>
                  <a:pt x="6970" y="13741"/>
                  <a:pt x="6873" y="13264"/>
                  <a:pt x="6873" y="12764"/>
                </a:cubicBezTo>
                <a:cubicBezTo>
                  <a:pt x="6873" y="10595"/>
                  <a:pt x="8631" y="8836"/>
                  <a:pt x="10800" y="8836"/>
                </a:cubicBezTo>
                <a:cubicBezTo>
                  <a:pt x="11300" y="8836"/>
                  <a:pt x="11777" y="8934"/>
                  <a:pt x="12217" y="9104"/>
                </a:cubicBezTo>
                <a:lnTo>
                  <a:pt x="13217" y="8494"/>
                </a:lnTo>
                <a:cubicBezTo>
                  <a:pt x="12503" y="8089"/>
                  <a:pt x="11680" y="7855"/>
                  <a:pt x="10800" y="7855"/>
                </a:cubicBezTo>
                <a:cubicBezTo>
                  <a:pt x="8089" y="7855"/>
                  <a:pt x="5891" y="10053"/>
                  <a:pt x="5891" y="12764"/>
                </a:cubicBezTo>
                <a:cubicBezTo>
                  <a:pt x="5891" y="13643"/>
                  <a:pt x="6125" y="14467"/>
                  <a:pt x="6530" y="15181"/>
                </a:cubicBezTo>
                <a:cubicBezTo>
                  <a:pt x="6530" y="15181"/>
                  <a:pt x="7140" y="14181"/>
                  <a:pt x="7140" y="14181"/>
                </a:cubicBezTo>
                <a:close/>
                <a:moveTo>
                  <a:pt x="14460" y="11347"/>
                </a:moveTo>
                <a:cubicBezTo>
                  <a:pt x="14630" y="11787"/>
                  <a:pt x="14727" y="12263"/>
                  <a:pt x="14727" y="12764"/>
                </a:cubicBezTo>
                <a:cubicBezTo>
                  <a:pt x="14727" y="14932"/>
                  <a:pt x="12969" y="16691"/>
                  <a:pt x="10800" y="16691"/>
                </a:cubicBezTo>
                <a:cubicBezTo>
                  <a:pt x="10300" y="16691"/>
                  <a:pt x="9823" y="16594"/>
                  <a:pt x="9383" y="16423"/>
                </a:cubicBezTo>
                <a:lnTo>
                  <a:pt x="8383" y="17034"/>
                </a:lnTo>
                <a:cubicBezTo>
                  <a:pt x="9097" y="17439"/>
                  <a:pt x="9920" y="17673"/>
                  <a:pt x="10800" y="17673"/>
                </a:cubicBezTo>
                <a:cubicBezTo>
                  <a:pt x="13511" y="17673"/>
                  <a:pt x="15709" y="15475"/>
                  <a:pt x="15709" y="12764"/>
                </a:cubicBezTo>
                <a:cubicBezTo>
                  <a:pt x="15709" y="11884"/>
                  <a:pt x="15475" y="11061"/>
                  <a:pt x="15070" y="10346"/>
                </a:cubicBezTo>
                <a:cubicBezTo>
                  <a:pt x="15070" y="10346"/>
                  <a:pt x="14460" y="11347"/>
                  <a:pt x="14460" y="11347"/>
                </a:cubicBezTo>
                <a:close/>
                <a:moveTo>
                  <a:pt x="10453" y="12417"/>
                </a:moveTo>
                <a:cubicBezTo>
                  <a:pt x="10645" y="12225"/>
                  <a:pt x="10955" y="12225"/>
                  <a:pt x="11147" y="12417"/>
                </a:cubicBezTo>
                <a:cubicBezTo>
                  <a:pt x="11339" y="12609"/>
                  <a:pt x="11339" y="12919"/>
                  <a:pt x="11147" y="13111"/>
                </a:cubicBezTo>
                <a:cubicBezTo>
                  <a:pt x="10955" y="13303"/>
                  <a:pt x="10645" y="13303"/>
                  <a:pt x="10453" y="13111"/>
                </a:cubicBezTo>
                <a:cubicBezTo>
                  <a:pt x="10261" y="12919"/>
                  <a:pt x="10261" y="12609"/>
                  <a:pt x="10453" y="12417"/>
                </a:cubicBezTo>
                <a:moveTo>
                  <a:pt x="6144" y="17420"/>
                </a:moveTo>
                <a:lnTo>
                  <a:pt x="11842" y="13805"/>
                </a:lnTo>
                <a:lnTo>
                  <a:pt x="15456" y="8107"/>
                </a:lnTo>
                <a:lnTo>
                  <a:pt x="9759" y="11722"/>
                </a:lnTo>
                <a:cubicBezTo>
                  <a:pt x="9759" y="11722"/>
                  <a:pt x="6144" y="17420"/>
                  <a:pt x="6144" y="1742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52" name="Shape 2677"/>
          <p:cNvSpPr/>
          <p:nvPr/>
        </p:nvSpPr>
        <p:spPr>
          <a:xfrm>
            <a:off x="1673637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964"/>
                </a:moveTo>
                <a:lnTo>
                  <a:pt x="8345" y="1964"/>
                </a:lnTo>
                <a:cubicBezTo>
                  <a:pt x="8075" y="1964"/>
                  <a:pt x="7855" y="2184"/>
                  <a:pt x="7855" y="2455"/>
                </a:cubicBezTo>
                <a:cubicBezTo>
                  <a:pt x="7855" y="2726"/>
                  <a:pt x="8075" y="2945"/>
                  <a:pt x="8345" y="2945"/>
                </a:cubicBezTo>
                <a:lnTo>
                  <a:pt x="19145" y="2945"/>
                </a:lnTo>
                <a:cubicBezTo>
                  <a:pt x="19416" y="2945"/>
                  <a:pt x="19636" y="2726"/>
                  <a:pt x="19636" y="2455"/>
                </a:cubicBezTo>
                <a:cubicBezTo>
                  <a:pt x="19636" y="2184"/>
                  <a:pt x="19416" y="1964"/>
                  <a:pt x="19145" y="1964"/>
                </a:cubicBezTo>
                <a:moveTo>
                  <a:pt x="20618" y="3927"/>
                </a:moveTo>
                <a:lnTo>
                  <a:pt x="982" y="39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3927"/>
                  <a:pt x="20618" y="3927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4909"/>
                </a:lnTo>
                <a:lnTo>
                  <a:pt x="20618" y="4909"/>
                </a:lnTo>
                <a:cubicBezTo>
                  <a:pt x="20618" y="4909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6382" y="1964"/>
                </a:moveTo>
                <a:cubicBezTo>
                  <a:pt x="6111" y="1964"/>
                  <a:pt x="5891" y="2184"/>
                  <a:pt x="5891" y="2455"/>
                </a:cubicBezTo>
                <a:cubicBezTo>
                  <a:pt x="5891" y="2726"/>
                  <a:pt x="6111" y="2945"/>
                  <a:pt x="6382" y="2945"/>
                </a:cubicBezTo>
                <a:cubicBezTo>
                  <a:pt x="6653" y="2945"/>
                  <a:pt x="6873" y="2726"/>
                  <a:pt x="6873" y="2455"/>
                </a:cubicBezTo>
                <a:cubicBezTo>
                  <a:pt x="6873" y="2184"/>
                  <a:pt x="6653" y="1964"/>
                  <a:pt x="6382" y="1964"/>
                </a:cubicBezTo>
                <a:moveTo>
                  <a:pt x="4418" y="1964"/>
                </a:moveTo>
                <a:cubicBezTo>
                  <a:pt x="4147" y="1964"/>
                  <a:pt x="3927" y="2184"/>
                  <a:pt x="3927" y="2455"/>
                </a:cubicBez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cubicBezTo>
                  <a:pt x="4909" y="2184"/>
                  <a:pt x="4689" y="1964"/>
                  <a:pt x="4418" y="1964"/>
                </a:cubicBezTo>
                <a:moveTo>
                  <a:pt x="2455" y="1964"/>
                </a:moveTo>
                <a:cubicBezTo>
                  <a:pt x="2184" y="1964"/>
                  <a:pt x="1964" y="2184"/>
                  <a:pt x="1964" y="2455"/>
                </a:cubicBezTo>
                <a:cubicBezTo>
                  <a:pt x="1964" y="2726"/>
                  <a:pt x="2184" y="2945"/>
                  <a:pt x="2455" y="2945"/>
                </a:cubicBezTo>
                <a:cubicBezTo>
                  <a:pt x="2725" y="2945"/>
                  <a:pt x="2945" y="2726"/>
                  <a:pt x="2945" y="2455"/>
                </a:cubicBezTo>
                <a:cubicBezTo>
                  <a:pt x="2945" y="2184"/>
                  <a:pt x="2725" y="1964"/>
                  <a:pt x="2455" y="19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53" name="Shape 2678"/>
          <p:cNvSpPr/>
          <p:nvPr/>
        </p:nvSpPr>
        <p:spPr>
          <a:xfrm>
            <a:off x="2089606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218" y="5891"/>
                </a:moveTo>
                <a:lnTo>
                  <a:pt x="8345" y="5891"/>
                </a:lnTo>
                <a:cubicBezTo>
                  <a:pt x="8075" y="5891"/>
                  <a:pt x="7855" y="6111"/>
                  <a:pt x="7855" y="6382"/>
                </a:cubicBezTo>
                <a:cubicBezTo>
                  <a:pt x="7855" y="6653"/>
                  <a:pt x="8075" y="6873"/>
                  <a:pt x="8345" y="6873"/>
                </a:cubicBezTo>
                <a:lnTo>
                  <a:pt x="15218" y="6873"/>
                </a:lnTo>
                <a:cubicBezTo>
                  <a:pt x="15489" y="6873"/>
                  <a:pt x="15709" y="6653"/>
                  <a:pt x="15709" y="6382"/>
                </a:cubicBezTo>
                <a:cubicBezTo>
                  <a:pt x="15709" y="6111"/>
                  <a:pt x="15489" y="5891"/>
                  <a:pt x="15218" y="5891"/>
                </a:cubicBezTo>
                <a:moveTo>
                  <a:pt x="6382" y="5891"/>
                </a:moveTo>
                <a:cubicBezTo>
                  <a:pt x="6111" y="5891"/>
                  <a:pt x="5891" y="6111"/>
                  <a:pt x="5891" y="6382"/>
                </a:cubicBezTo>
                <a:cubicBezTo>
                  <a:pt x="5891" y="6653"/>
                  <a:pt x="6111" y="6873"/>
                  <a:pt x="6382" y="6873"/>
                </a:cubicBezTo>
                <a:cubicBezTo>
                  <a:pt x="6653" y="6873"/>
                  <a:pt x="6873" y="6653"/>
                  <a:pt x="6873" y="6382"/>
                </a:cubicBezTo>
                <a:cubicBezTo>
                  <a:pt x="6873" y="6111"/>
                  <a:pt x="6653" y="5891"/>
                  <a:pt x="6382" y="5891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89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5" y="16691"/>
                  <a:pt x="18655" y="16910"/>
                  <a:pt x="18655" y="17182"/>
                </a:cubicBezTo>
                <a:cubicBezTo>
                  <a:pt x="18655" y="17453"/>
                  <a:pt x="18875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2455" y="5891"/>
                </a:moveTo>
                <a:cubicBezTo>
                  <a:pt x="2184" y="5891"/>
                  <a:pt x="1964" y="6111"/>
                  <a:pt x="1964" y="6382"/>
                </a:cubicBezTo>
                <a:cubicBezTo>
                  <a:pt x="1964" y="6653"/>
                  <a:pt x="2184" y="6873"/>
                  <a:pt x="2455" y="6873"/>
                </a:cubicBezTo>
                <a:cubicBezTo>
                  <a:pt x="2725" y="6873"/>
                  <a:pt x="2945" y="6653"/>
                  <a:pt x="2945" y="6382"/>
                </a:cubicBezTo>
                <a:cubicBezTo>
                  <a:pt x="2945" y="6111"/>
                  <a:pt x="2725" y="5891"/>
                  <a:pt x="2455" y="5891"/>
                </a:cubicBezTo>
                <a:moveTo>
                  <a:pt x="4418" y="5891"/>
                </a:moveTo>
                <a:cubicBezTo>
                  <a:pt x="4147" y="5891"/>
                  <a:pt x="3927" y="6111"/>
                  <a:pt x="3927" y="6382"/>
                </a:cubicBezTo>
                <a:cubicBezTo>
                  <a:pt x="3927" y="6653"/>
                  <a:pt x="4147" y="6873"/>
                  <a:pt x="4418" y="6873"/>
                </a:cubicBezTo>
                <a:cubicBezTo>
                  <a:pt x="4689" y="6873"/>
                  <a:pt x="4909" y="6653"/>
                  <a:pt x="4909" y="6382"/>
                </a:cubicBezTo>
                <a:cubicBezTo>
                  <a:pt x="4909" y="6111"/>
                  <a:pt x="4689" y="5891"/>
                  <a:pt x="4418" y="5891"/>
                </a:cubicBezTo>
                <a:moveTo>
                  <a:pt x="16691" y="7855"/>
                </a:moveTo>
                <a:lnTo>
                  <a:pt x="982" y="7855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7855"/>
                  <a:pt x="16691" y="7855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8836"/>
                </a:lnTo>
                <a:lnTo>
                  <a:pt x="16691" y="8836"/>
                </a:lnTo>
                <a:cubicBezTo>
                  <a:pt x="16691" y="8836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54" name="Shape 2679"/>
          <p:cNvSpPr/>
          <p:nvPr/>
        </p:nvSpPr>
        <p:spPr>
          <a:xfrm>
            <a:off x="2505575" y="3001225"/>
            <a:ext cx="217889" cy="158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55" name="Shape 2680"/>
          <p:cNvSpPr/>
          <p:nvPr/>
        </p:nvSpPr>
        <p:spPr>
          <a:xfrm>
            <a:off x="2921544" y="2996274"/>
            <a:ext cx="217889" cy="1683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8667"/>
                </a:moveTo>
                <a:lnTo>
                  <a:pt x="12576" y="13341"/>
                </a:lnTo>
                <a:lnTo>
                  <a:pt x="16691" y="8016"/>
                </a:lnTo>
                <a:cubicBezTo>
                  <a:pt x="16691" y="8016"/>
                  <a:pt x="16691" y="18667"/>
                  <a:pt x="16691" y="18667"/>
                </a:cubicBezTo>
                <a:close/>
                <a:moveTo>
                  <a:pt x="15709" y="20329"/>
                </a:moveTo>
                <a:lnTo>
                  <a:pt x="1964" y="20329"/>
                </a:lnTo>
                <a:cubicBezTo>
                  <a:pt x="1719" y="20329"/>
                  <a:pt x="1498" y="20210"/>
                  <a:pt x="1326" y="20018"/>
                </a:cubicBezTo>
                <a:lnTo>
                  <a:pt x="5791" y="14240"/>
                </a:lnTo>
                <a:lnTo>
                  <a:pt x="7477" y="16421"/>
                </a:lnTo>
                <a:cubicBezTo>
                  <a:pt x="7853" y="16907"/>
                  <a:pt x="8344" y="17150"/>
                  <a:pt x="8836" y="17150"/>
                </a:cubicBezTo>
                <a:cubicBezTo>
                  <a:pt x="9329" y="17150"/>
                  <a:pt x="9821" y="16907"/>
                  <a:pt x="10195" y="16421"/>
                </a:cubicBezTo>
                <a:lnTo>
                  <a:pt x="11882" y="14240"/>
                </a:lnTo>
                <a:lnTo>
                  <a:pt x="16347" y="20018"/>
                </a:lnTo>
                <a:cubicBezTo>
                  <a:pt x="16175" y="20210"/>
                  <a:pt x="15954" y="20329"/>
                  <a:pt x="15709" y="20329"/>
                </a:cubicBezTo>
                <a:moveTo>
                  <a:pt x="982" y="8016"/>
                </a:moveTo>
                <a:lnTo>
                  <a:pt x="5097" y="13341"/>
                </a:lnTo>
                <a:lnTo>
                  <a:pt x="982" y="18667"/>
                </a:lnTo>
                <a:cubicBezTo>
                  <a:pt x="982" y="18667"/>
                  <a:pt x="982" y="8016"/>
                  <a:pt x="982" y="8016"/>
                </a:cubicBezTo>
                <a:close/>
                <a:moveTo>
                  <a:pt x="1964" y="6353"/>
                </a:moveTo>
                <a:lnTo>
                  <a:pt x="15709" y="6353"/>
                </a:lnTo>
                <a:cubicBezTo>
                  <a:pt x="15954" y="6353"/>
                  <a:pt x="16175" y="6474"/>
                  <a:pt x="16347" y="6665"/>
                </a:cubicBezTo>
                <a:lnTo>
                  <a:pt x="9502" y="15523"/>
                </a:lnTo>
                <a:cubicBezTo>
                  <a:pt x="9324" y="15752"/>
                  <a:pt x="9088" y="15880"/>
                  <a:pt x="8836" y="15880"/>
                </a:cubicBezTo>
                <a:cubicBezTo>
                  <a:pt x="8585" y="15880"/>
                  <a:pt x="8349" y="15752"/>
                  <a:pt x="8170" y="15523"/>
                </a:cubicBezTo>
                <a:lnTo>
                  <a:pt x="1326" y="6664"/>
                </a:lnTo>
                <a:cubicBezTo>
                  <a:pt x="1498" y="6474"/>
                  <a:pt x="1719" y="6353"/>
                  <a:pt x="1964" y="6353"/>
                </a:cubicBezTo>
                <a:moveTo>
                  <a:pt x="15709" y="5082"/>
                </a:moveTo>
                <a:lnTo>
                  <a:pt x="1964" y="5082"/>
                </a:lnTo>
                <a:cubicBezTo>
                  <a:pt x="879" y="5082"/>
                  <a:pt x="0" y="6220"/>
                  <a:pt x="0" y="7624"/>
                </a:cubicBezTo>
                <a:lnTo>
                  <a:pt x="0" y="19059"/>
                </a:lnTo>
                <a:cubicBezTo>
                  <a:pt x="0" y="20462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462"/>
                  <a:pt x="17673" y="19059"/>
                </a:cubicBezTo>
                <a:lnTo>
                  <a:pt x="17673" y="7624"/>
                </a:lnTo>
                <a:cubicBezTo>
                  <a:pt x="17673" y="6220"/>
                  <a:pt x="16794" y="5082"/>
                  <a:pt x="15709" y="5082"/>
                </a:cubicBezTo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1138"/>
                  <a:pt x="3927" y="2541"/>
                </a:cubicBezTo>
                <a:lnTo>
                  <a:pt x="3927" y="3176"/>
                </a:lnTo>
                <a:cubicBezTo>
                  <a:pt x="3927" y="3528"/>
                  <a:pt x="4147" y="3812"/>
                  <a:pt x="4418" y="3812"/>
                </a:cubicBezTo>
                <a:cubicBezTo>
                  <a:pt x="4690" y="3812"/>
                  <a:pt x="4909" y="3528"/>
                  <a:pt x="4909" y="3176"/>
                </a:cubicBezTo>
                <a:lnTo>
                  <a:pt x="4909" y="2541"/>
                </a:lnTo>
                <a:cubicBezTo>
                  <a:pt x="4909" y="1840"/>
                  <a:pt x="5348" y="1271"/>
                  <a:pt x="5891" y="1271"/>
                </a:cubicBezTo>
                <a:lnTo>
                  <a:pt x="19636" y="1271"/>
                </a:lnTo>
                <a:cubicBezTo>
                  <a:pt x="20178" y="1271"/>
                  <a:pt x="20618" y="1840"/>
                  <a:pt x="20618" y="2541"/>
                </a:cubicBezTo>
                <a:lnTo>
                  <a:pt x="20618" y="13976"/>
                </a:lnTo>
                <a:cubicBezTo>
                  <a:pt x="20618" y="14678"/>
                  <a:pt x="20178" y="15247"/>
                  <a:pt x="19636" y="15247"/>
                </a:cubicBezTo>
                <a:lnTo>
                  <a:pt x="19145" y="15247"/>
                </a:lnTo>
                <a:cubicBezTo>
                  <a:pt x="18874" y="15247"/>
                  <a:pt x="18655" y="15532"/>
                  <a:pt x="18655" y="15882"/>
                </a:cubicBezTo>
                <a:cubicBezTo>
                  <a:pt x="18655" y="16234"/>
                  <a:pt x="18874" y="16518"/>
                  <a:pt x="19145" y="16518"/>
                </a:cubicBezTo>
                <a:lnTo>
                  <a:pt x="19636" y="16518"/>
                </a:lnTo>
                <a:cubicBezTo>
                  <a:pt x="20721" y="16518"/>
                  <a:pt x="21600" y="15380"/>
                  <a:pt x="21600" y="13976"/>
                </a:cubicBezTo>
                <a:lnTo>
                  <a:pt x="21600" y="2541"/>
                </a:lnTo>
                <a:cubicBezTo>
                  <a:pt x="21600" y="1138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56" name="Shape 2681"/>
          <p:cNvSpPr/>
          <p:nvPr/>
        </p:nvSpPr>
        <p:spPr>
          <a:xfrm>
            <a:off x="3337514" y="2991321"/>
            <a:ext cx="217889" cy="1782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4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5" y="12000"/>
                  <a:pt x="13745" y="12269"/>
                  <a:pt x="13745" y="12600"/>
                </a:cubicBezTo>
                <a:cubicBezTo>
                  <a:pt x="13745" y="14589"/>
                  <a:pt x="12426" y="16200"/>
                  <a:pt x="10800" y="16200"/>
                </a:cubicBezTo>
                <a:cubicBezTo>
                  <a:pt x="9173" y="16200"/>
                  <a:pt x="7855" y="14589"/>
                  <a:pt x="7855" y="12600"/>
                </a:cubicBezTo>
                <a:cubicBezTo>
                  <a:pt x="7855" y="12269"/>
                  <a:pt x="7635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5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5"/>
                </a:lnTo>
                <a:cubicBezTo>
                  <a:pt x="23" y="12415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5"/>
                  <a:pt x="21543" y="1233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57" name="Shape 2682"/>
          <p:cNvSpPr/>
          <p:nvPr/>
        </p:nvSpPr>
        <p:spPr>
          <a:xfrm>
            <a:off x="3753483" y="2981418"/>
            <a:ext cx="217889" cy="198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4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3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4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2764" y="2160"/>
                </a:lnTo>
                <a:cubicBezTo>
                  <a:pt x="12492" y="2160"/>
                  <a:pt x="12273" y="2402"/>
                  <a:pt x="12273" y="2700"/>
                </a:cubicBezTo>
                <a:cubicBezTo>
                  <a:pt x="12273" y="2999"/>
                  <a:pt x="12492" y="3240"/>
                  <a:pt x="12764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8836" y="3240"/>
                </a:lnTo>
                <a:cubicBezTo>
                  <a:pt x="9108" y="3240"/>
                  <a:pt x="9327" y="2999"/>
                  <a:pt x="9327" y="2700"/>
                </a:cubicBezTo>
                <a:cubicBezTo>
                  <a:pt x="9327" y="2402"/>
                  <a:pt x="9108" y="2160"/>
                  <a:pt x="8836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3" y="13261"/>
                </a:cubicBezTo>
                <a:moveTo>
                  <a:pt x="7855" y="8640"/>
                </a:moveTo>
                <a:cubicBezTo>
                  <a:pt x="7583" y="8640"/>
                  <a:pt x="7364" y="8882"/>
                  <a:pt x="7364" y="9180"/>
                </a:cubicBezTo>
                <a:cubicBezTo>
                  <a:pt x="7364" y="9329"/>
                  <a:pt x="7418" y="9464"/>
                  <a:pt x="7507" y="9562"/>
                </a:cubicBezTo>
                <a:lnTo>
                  <a:pt x="10453" y="12802"/>
                </a:lnTo>
                <a:cubicBezTo>
                  <a:pt x="10542" y="12900"/>
                  <a:pt x="10665" y="12960"/>
                  <a:pt x="10800" y="12960"/>
                </a:cubicBezTo>
                <a:cubicBezTo>
                  <a:pt x="10936" y="12960"/>
                  <a:pt x="11058" y="12900"/>
                  <a:pt x="11147" y="12802"/>
                </a:cubicBezTo>
                <a:lnTo>
                  <a:pt x="14093" y="9562"/>
                </a:lnTo>
                <a:cubicBezTo>
                  <a:pt x="14182" y="9464"/>
                  <a:pt x="14236" y="9329"/>
                  <a:pt x="14236" y="9180"/>
                </a:cubicBezTo>
                <a:cubicBezTo>
                  <a:pt x="14236" y="8882"/>
                  <a:pt x="14017" y="8640"/>
                  <a:pt x="13745" y="8640"/>
                </a:cubicBezTo>
                <a:cubicBezTo>
                  <a:pt x="13610" y="8640"/>
                  <a:pt x="13487" y="8701"/>
                  <a:pt x="13398" y="8798"/>
                </a:cubicBezTo>
                <a:lnTo>
                  <a:pt x="11291" y="11116"/>
                </a:lnTo>
                <a:lnTo>
                  <a:pt x="11291" y="540"/>
                </a:lnTo>
                <a:cubicBezTo>
                  <a:pt x="11291" y="242"/>
                  <a:pt x="11071" y="0"/>
                  <a:pt x="10800" y="0"/>
                </a:cubicBezTo>
                <a:cubicBezTo>
                  <a:pt x="10529" y="0"/>
                  <a:pt x="10309" y="242"/>
                  <a:pt x="10309" y="540"/>
                </a:cubicBezTo>
                <a:lnTo>
                  <a:pt x="10309" y="11116"/>
                </a:lnTo>
                <a:lnTo>
                  <a:pt x="8202" y="8798"/>
                </a:lnTo>
                <a:cubicBezTo>
                  <a:pt x="8113" y="8701"/>
                  <a:pt x="7990" y="8640"/>
                  <a:pt x="7855" y="864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58" name="Shape 2683"/>
          <p:cNvSpPr/>
          <p:nvPr/>
        </p:nvSpPr>
        <p:spPr>
          <a:xfrm>
            <a:off x="4169452" y="2981418"/>
            <a:ext cx="217889" cy="198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520"/>
                </a:moveTo>
                <a:lnTo>
                  <a:pt x="982" y="20520"/>
                </a:lnTo>
                <a:lnTo>
                  <a:pt x="982" y="14040"/>
                </a:lnTo>
                <a:lnTo>
                  <a:pt x="6907" y="14040"/>
                </a:lnTo>
                <a:cubicBezTo>
                  <a:pt x="7149" y="16170"/>
                  <a:pt x="8798" y="17820"/>
                  <a:pt x="10800" y="17820"/>
                </a:cubicBezTo>
                <a:cubicBezTo>
                  <a:pt x="12802" y="17820"/>
                  <a:pt x="14451" y="16170"/>
                  <a:pt x="14693" y="14040"/>
                </a:cubicBezTo>
                <a:lnTo>
                  <a:pt x="20618" y="14040"/>
                </a:lnTo>
                <a:cubicBezTo>
                  <a:pt x="20618" y="14040"/>
                  <a:pt x="20618" y="20520"/>
                  <a:pt x="20618" y="20520"/>
                </a:cubicBezTo>
                <a:close/>
                <a:moveTo>
                  <a:pt x="21544" y="13261"/>
                </a:moveTo>
                <a:lnTo>
                  <a:pt x="21548" y="13259"/>
                </a:lnTo>
                <a:lnTo>
                  <a:pt x="16639" y="2459"/>
                </a:lnTo>
                <a:lnTo>
                  <a:pt x="16635" y="2461"/>
                </a:lnTo>
                <a:cubicBezTo>
                  <a:pt x="16554" y="2284"/>
                  <a:pt x="16392" y="2160"/>
                  <a:pt x="16200" y="2160"/>
                </a:cubicBezTo>
                <a:lnTo>
                  <a:pt x="15709" y="2160"/>
                </a:lnTo>
                <a:cubicBezTo>
                  <a:pt x="15438" y="2160"/>
                  <a:pt x="15218" y="2402"/>
                  <a:pt x="15218" y="2700"/>
                </a:cubicBezTo>
                <a:cubicBezTo>
                  <a:pt x="15218" y="2999"/>
                  <a:pt x="15438" y="3240"/>
                  <a:pt x="15709" y="3240"/>
                </a:cubicBezTo>
                <a:lnTo>
                  <a:pt x="15897" y="3240"/>
                </a:lnTo>
                <a:lnTo>
                  <a:pt x="20315" y="12960"/>
                </a:lnTo>
                <a:lnTo>
                  <a:pt x="14236" y="12960"/>
                </a:lnTo>
                <a:cubicBezTo>
                  <a:pt x="13965" y="12960"/>
                  <a:pt x="13745" y="13202"/>
                  <a:pt x="13745" y="13500"/>
                </a:cubicBezTo>
                <a:cubicBezTo>
                  <a:pt x="13745" y="15290"/>
                  <a:pt x="12426" y="16740"/>
                  <a:pt x="10800" y="16740"/>
                </a:cubicBezTo>
                <a:cubicBezTo>
                  <a:pt x="9173" y="16740"/>
                  <a:pt x="7855" y="15290"/>
                  <a:pt x="7855" y="13500"/>
                </a:cubicBezTo>
                <a:cubicBezTo>
                  <a:pt x="7855" y="13202"/>
                  <a:pt x="7635" y="12960"/>
                  <a:pt x="7364" y="12960"/>
                </a:cubicBezTo>
                <a:lnTo>
                  <a:pt x="1285" y="12960"/>
                </a:lnTo>
                <a:lnTo>
                  <a:pt x="5703" y="3240"/>
                </a:lnTo>
                <a:lnTo>
                  <a:pt x="5891" y="3240"/>
                </a:lnTo>
                <a:cubicBezTo>
                  <a:pt x="6162" y="3240"/>
                  <a:pt x="6382" y="2999"/>
                  <a:pt x="6382" y="2700"/>
                </a:cubicBezTo>
                <a:cubicBezTo>
                  <a:pt x="6382" y="2402"/>
                  <a:pt x="6162" y="2160"/>
                  <a:pt x="5891" y="2160"/>
                </a:cubicBezTo>
                <a:lnTo>
                  <a:pt x="5400" y="2160"/>
                </a:lnTo>
                <a:cubicBezTo>
                  <a:pt x="5208" y="2160"/>
                  <a:pt x="5046" y="2284"/>
                  <a:pt x="4966" y="2461"/>
                </a:cubicBezTo>
                <a:lnTo>
                  <a:pt x="4961" y="2459"/>
                </a:lnTo>
                <a:lnTo>
                  <a:pt x="52" y="13259"/>
                </a:lnTo>
                <a:lnTo>
                  <a:pt x="57" y="13261"/>
                </a:lnTo>
                <a:cubicBezTo>
                  <a:pt x="23" y="13334"/>
                  <a:pt x="0" y="13413"/>
                  <a:pt x="0" y="13500"/>
                </a:cubicBezTo>
                <a:lnTo>
                  <a:pt x="0" y="21060"/>
                </a:lnTo>
                <a:cubicBezTo>
                  <a:pt x="0" y="21359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59"/>
                  <a:pt x="21600" y="21060"/>
                </a:cubicBezTo>
                <a:lnTo>
                  <a:pt x="21600" y="13500"/>
                </a:lnTo>
                <a:cubicBezTo>
                  <a:pt x="21600" y="13413"/>
                  <a:pt x="21577" y="13334"/>
                  <a:pt x="21544" y="13261"/>
                </a:cubicBezTo>
                <a:moveTo>
                  <a:pt x="7855" y="4320"/>
                </a:moveTo>
                <a:cubicBezTo>
                  <a:pt x="7990" y="4320"/>
                  <a:pt x="8113" y="4260"/>
                  <a:pt x="8202" y="4162"/>
                </a:cubicBezTo>
                <a:lnTo>
                  <a:pt x="10309" y="1844"/>
                </a:lnTo>
                <a:lnTo>
                  <a:pt x="10309" y="12420"/>
                </a:lnTo>
                <a:cubicBezTo>
                  <a:pt x="10309" y="12719"/>
                  <a:pt x="10529" y="12960"/>
                  <a:pt x="10800" y="12960"/>
                </a:cubicBezTo>
                <a:cubicBezTo>
                  <a:pt x="11071" y="12960"/>
                  <a:pt x="11291" y="12719"/>
                  <a:pt x="11291" y="12420"/>
                </a:cubicBezTo>
                <a:lnTo>
                  <a:pt x="11291" y="1844"/>
                </a:lnTo>
                <a:lnTo>
                  <a:pt x="13398" y="4162"/>
                </a:lnTo>
                <a:cubicBezTo>
                  <a:pt x="13487" y="4260"/>
                  <a:pt x="13610" y="4320"/>
                  <a:pt x="13745" y="4320"/>
                </a:cubicBezTo>
                <a:cubicBezTo>
                  <a:pt x="14017" y="4320"/>
                  <a:pt x="14236" y="4079"/>
                  <a:pt x="14236" y="3780"/>
                </a:cubicBezTo>
                <a:cubicBezTo>
                  <a:pt x="14236" y="3631"/>
                  <a:pt x="14181" y="3497"/>
                  <a:pt x="14093" y="3398"/>
                </a:cubicBezTo>
                <a:lnTo>
                  <a:pt x="11147" y="158"/>
                </a:lnTo>
                <a:cubicBezTo>
                  <a:pt x="11058" y="61"/>
                  <a:pt x="10936" y="0"/>
                  <a:pt x="10800" y="0"/>
                </a:cubicBezTo>
                <a:cubicBezTo>
                  <a:pt x="10664" y="0"/>
                  <a:pt x="10542" y="61"/>
                  <a:pt x="10453" y="158"/>
                </a:cubicBezTo>
                <a:lnTo>
                  <a:pt x="7507" y="3398"/>
                </a:lnTo>
                <a:cubicBezTo>
                  <a:pt x="7419" y="3497"/>
                  <a:pt x="7364" y="3631"/>
                  <a:pt x="7364" y="3780"/>
                </a:cubicBezTo>
                <a:cubicBezTo>
                  <a:pt x="7364" y="4079"/>
                  <a:pt x="7583" y="4320"/>
                  <a:pt x="7855" y="432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59" name="Shape 2684"/>
          <p:cNvSpPr/>
          <p:nvPr/>
        </p:nvSpPr>
        <p:spPr>
          <a:xfrm>
            <a:off x="425731" y="3407258"/>
            <a:ext cx="217889" cy="1782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982" y="20400"/>
                </a:lnTo>
                <a:lnTo>
                  <a:pt x="982" y="13200"/>
                </a:lnTo>
                <a:lnTo>
                  <a:pt x="6907" y="13200"/>
                </a:lnTo>
                <a:cubicBezTo>
                  <a:pt x="7149" y="15567"/>
                  <a:pt x="8798" y="17400"/>
                  <a:pt x="10800" y="17400"/>
                </a:cubicBezTo>
                <a:cubicBezTo>
                  <a:pt x="12802" y="17400"/>
                  <a:pt x="14451" y="15567"/>
                  <a:pt x="14693" y="13200"/>
                </a:cubicBezTo>
                <a:lnTo>
                  <a:pt x="20618" y="13200"/>
                </a:lnTo>
                <a:cubicBezTo>
                  <a:pt x="20618" y="13200"/>
                  <a:pt x="20618" y="20400"/>
                  <a:pt x="20618" y="20400"/>
                </a:cubicBezTo>
                <a:close/>
                <a:moveTo>
                  <a:pt x="5703" y="1200"/>
                </a:moveTo>
                <a:lnTo>
                  <a:pt x="15897" y="1200"/>
                </a:lnTo>
                <a:lnTo>
                  <a:pt x="20315" y="12000"/>
                </a:lnTo>
                <a:lnTo>
                  <a:pt x="14236" y="12000"/>
                </a:lnTo>
                <a:cubicBezTo>
                  <a:pt x="13966" y="12000"/>
                  <a:pt x="13745" y="12269"/>
                  <a:pt x="13745" y="12600"/>
                </a:cubicBezTo>
                <a:cubicBezTo>
                  <a:pt x="13745" y="14588"/>
                  <a:pt x="12427" y="16200"/>
                  <a:pt x="10800" y="16200"/>
                </a:cubicBezTo>
                <a:cubicBezTo>
                  <a:pt x="9173" y="16200"/>
                  <a:pt x="7855" y="14588"/>
                  <a:pt x="7855" y="12600"/>
                </a:cubicBezTo>
                <a:cubicBezTo>
                  <a:pt x="7855" y="12269"/>
                  <a:pt x="7634" y="12000"/>
                  <a:pt x="7364" y="12000"/>
                </a:cubicBezTo>
                <a:lnTo>
                  <a:pt x="1285" y="12000"/>
                </a:lnTo>
                <a:cubicBezTo>
                  <a:pt x="1285" y="12000"/>
                  <a:pt x="5703" y="1200"/>
                  <a:pt x="5703" y="1200"/>
                </a:cubicBezTo>
                <a:close/>
                <a:moveTo>
                  <a:pt x="21543" y="12334"/>
                </a:moveTo>
                <a:lnTo>
                  <a:pt x="21548" y="12332"/>
                </a:lnTo>
                <a:lnTo>
                  <a:pt x="16639" y="332"/>
                </a:lnTo>
                <a:lnTo>
                  <a:pt x="16634" y="335"/>
                </a:lnTo>
                <a:cubicBezTo>
                  <a:pt x="16554" y="138"/>
                  <a:pt x="16392" y="0"/>
                  <a:pt x="16200" y="0"/>
                </a:cubicBezTo>
                <a:lnTo>
                  <a:pt x="5400" y="0"/>
                </a:lnTo>
                <a:cubicBezTo>
                  <a:pt x="5208" y="0"/>
                  <a:pt x="5046" y="138"/>
                  <a:pt x="4966" y="335"/>
                </a:cubicBezTo>
                <a:lnTo>
                  <a:pt x="4961" y="332"/>
                </a:lnTo>
                <a:lnTo>
                  <a:pt x="52" y="12332"/>
                </a:lnTo>
                <a:lnTo>
                  <a:pt x="57" y="12334"/>
                </a:lnTo>
                <a:cubicBezTo>
                  <a:pt x="23" y="12416"/>
                  <a:pt x="0" y="12503"/>
                  <a:pt x="0" y="126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12600"/>
                </a:lnTo>
                <a:cubicBezTo>
                  <a:pt x="21600" y="12503"/>
                  <a:pt x="21577" y="12416"/>
                  <a:pt x="21543" y="12334"/>
                </a:cubicBezTo>
                <a:moveTo>
                  <a:pt x="16691" y="9000"/>
                </a:moveTo>
                <a:cubicBezTo>
                  <a:pt x="16691" y="8669"/>
                  <a:pt x="16471" y="8400"/>
                  <a:pt x="16200" y="8400"/>
                </a:cubicBezTo>
                <a:lnTo>
                  <a:pt x="5400" y="8400"/>
                </a:lnTo>
                <a:cubicBezTo>
                  <a:pt x="5129" y="8400"/>
                  <a:pt x="4909" y="8669"/>
                  <a:pt x="4909" y="9000"/>
                </a:cubicBezTo>
                <a:cubicBezTo>
                  <a:pt x="4909" y="9332"/>
                  <a:pt x="5129" y="9600"/>
                  <a:pt x="5400" y="9600"/>
                </a:cubicBez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moveTo>
                  <a:pt x="6382" y="7200"/>
                </a:moveTo>
                <a:lnTo>
                  <a:pt x="15218" y="7200"/>
                </a:lnTo>
                <a:cubicBezTo>
                  <a:pt x="15489" y="7200"/>
                  <a:pt x="15709" y="6932"/>
                  <a:pt x="15709" y="6600"/>
                </a:cubicBezTo>
                <a:cubicBezTo>
                  <a:pt x="15709" y="6269"/>
                  <a:pt x="15489" y="6000"/>
                  <a:pt x="15218" y="6000"/>
                </a:cubicBezTo>
                <a:lnTo>
                  <a:pt x="6382" y="6000"/>
                </a:lnTo>
                <a:cubicBezTo>
                  <a:pt x="6111" y="6000"/>
                  <a:pt x="5891" y="6269"/>
                  <a:pt x="5891" y="6600"/>
                </a:cubicBezTo>
                <a:cubicBezTo>
                  <a:pt x="5891" y="6932"/>
                  <a:pt x="6111" y="7200"/>
                  <a:pt x="6382" y="7200"/>
                </a:cubicBezTo>
                <a:moveTo>
                  <a:pt x="7364" y="4800"/>
                </a:moveTo>
                <a:lnTo>
                  <a:pt x="14236" y="4800"/>
                </a:lnTo>
                <a:cubicBezTo>
                  <a:pt x="14507" y="4800"/>
                  <a:pt x="14727" y="4532"/>
                  <a:pt x="14727" y="4200"/>
                </a:cubicBezTo>
                <a:cubicBezTo>
                  <a:pt x="14727" y="3869"/>
                  <a:pt x="14507" y="3600"/>
                  <a:pt x="14236" y="3600"/>
                </a:cubicBezTo>
                <a:lnTo>
                  <a:pt x="7364" y="3600"/>
                </a:lnTo>
                <a:cubicBezTo>
                  <a:pt x="7093" y="3600"/>
                  <a:pt x="6873" y="3869"/>
                  <a:pt x="6873" y="4200"/>
                </a:cubicBezTo>
                <a:cubicBezTo>
                  <a:pt x="6873" y="4532"/>
                  <a:pt x="7093" y="4800"/>
                  <a:pt x="7364" y="4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60" name="Shape 2685"/>
          <p:cNvSpPr/>
          <p:nvPr/>
        </p:nvSpPr>
        <p:spPr>
          <a:xfrm>
            <a:off x="841699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6907" y="6873"/>
                </a:lnTo>
                <a:cubicBezTo>
                  <a:pt x="7149" y="8810"/>
                  <a:pt x="8798" y="10309"/>
                  <a:pt x="10800" y="10309"/>
                </a:cubicBezTo>
                <a:cubicBezTo>
                  <a:pt x="12802" y="10309"/>
                  <a:pt x="14451" y="8810"/>
                  <a:pt x="14693" y="6873"/>
                </a:cubicBezTo>
                <a:lnTo>
                  <a:pt x="20618" y="6873"/>
                </a:lnTo>
                <a:cubicBezTo>
                  <a:pt x="20618" y="6873"/>
                  <a:pt x="20618" y="11782"/>
                  <a:pt x="20618" y="11782"/>
                </a:cubicBezTo>
                <a:close/>
                <a:moveTo>
                  <a:pt x="20264" y="14727"/>
                </a:moveTo>
                <a:lnTo>
                  <a:pt x="14236" y="14727"/>
                </a:lnTo>
                <a:cubicBezTo>
                  <a:pt x="13966" y="14727"/>
                  <a:pt x="13745" y="14947"/>
                  <a:pt x="13745" y="15218"/>
                </a:cubicBezTo>
                <a:cubicBezTo>
                  <a:pt x="13745" y="16845"/>
                  <a:pt x="12427" y="18164"/>
                  <a:pt x="10800" y="18164"/>
                </a:cubicBezTo>
                <a:cubicBezTo>
                  <a:pt x="9173" y="18164"/>
                  <a:pt x="7855" y="16845"/>
                  <a:pt x="7855" y="15218"/>
                </a:cubicBezTo>
                <a:cubicBezTo>
                  <a:pt x="7855" y="14947"/>
                  <a:pt x="7634" y="14727"/>
                  <a:pt x="7364" y="14727"/>
                </a:cubicBezTo>
                <a:lnTo>
                  <a:pt x="1336" y="14727"/>
                </a:lnTo>
                <a:lnTo>
                  <a:pt x="2682" y="12764"/>
                </a:lnTo>
                <a:lnTo>
                  <a:pt x="18918" y="12764"/>
                </a:lnTo>
                <a:cubicBezTo>
                  <a:pt x="18918" y="12764"/>
                  <a:pt x="20264" y="14727"/>
                  <a:pt x="20264" y="14727"/>
                </a:cubicBezTo>
                <a:close/>
                <a:moveTo>
                  <a:pt x="20618" y="20618"/>
                </a:moveTo>
                <a:lnTo>
                  <a:pt x="982" y="20618"/>
                </a:lnTo>
                <a:lnTo>
                  <a:pt x="982" y="15709"/>
                </a:lnTo>
                <a:lnTo>
                  <a:pt x="6907" y="15709"/>
                </a:lnTo>
                <a:cubicBezTo>
                  <a:pt x="7149" y="17646"/>
                  <a:pt x="8798" y="19145"/>
                  <a:pt x="10800" y="19145"/>
                </a:cubicBezTo>
                <a:cubicBezTo>
                  <a:pt x="12802" y="19145"/>
                  <a:pt x="14451" y="17646"/>
                  <a:pt x="14693" y="15709"/>
                </a:cubicBezTo>
                <a:lnTo>
                  <a:pt x="20618" y="15709"/>
                </a:lnTo>
                <a:cubicBezTo>
                  <a:pt x="20618" y="15709"/>
                  <a:pt x="20618" y="20618"/>
                  <a:pt x="20618" y="20618"/>
                </a:cubicBezTo>
                <a:close/>
                <a:moveTo>
                  <a:pt x="4702" y="982"/>
                </a:moveTo>
                <a:lnTo>
                  <a:pt x="16898" y="982"/>
                </a:lnTo>
                <a:lnTo>
                  <a:pt x="20264" y="5891"/>
                </a:lnTo>
                <a:lnTo>
                  <a:pt x="14236" y="5891"/>
                </a:lnTo>
                <a:cubicBezTo>
                  <a:pt x="13966" y="5891"/>
                  <a:pt x="13745" y="6111"/>
                  <a:pt x="13745" y="6382"/>
                </a:cubicBezTo>
                <a:cubicBezTo>
                  <a:pt x="13745" y="8009"/>
                  <a:pt x="12427" y="9327"/>
                  <a:pt x="10800" y="9327"/>
                </a:cubicBezTo>
                <a:cubicBezTo>
                  <a:pt x="9173" y="9327"/>
                  <a:pt x="7855" y="8009"/>
                  <a:pt x="7855" y="6382"/>
                </a:cubicBezTo>
                <a:cubicBezTo>
                  <a:pt x="7855" y="6111"/>
                  <a:pt x="7634" y="5891"/>
                  <a:pt x="7364" y="5891"/>
                </a:cubicBezTo>
                <a:lnTo>
                  <a:pt x="1336" y="5891"/>
                </a:lnTo>
                <a:cubicBezTo>
                  <a:pt x="1336" y="5891"/>
                  <a:pt x="4702" y="982"/>
                  <a:pt x="4702" y="982"/>
                </a:cubicBezTo>
                <a:close/>
                <a:moveTo>
                  <a:pt x="21600" y="12273"/>
                </a:moveTo>
                <a:lnTo>
                  <a:pt x="21600" y="6382"/>
                </a:lnTo>
                <a:cubicBezTo>
                  <a:pt x="21600" y="6303"/>
                  <a:pt x="21577" y="6231"/>
                  <a:pt x="21543" y="6165"/>
                </a:cubicBezTo>
                <a:lnTo>
                  <a:pt x="21548" y="6162"/>
                </a:lnTo>
                <a:lnTo>
                  <a:pt x="17621" y="272"/>
                </a:lnTo>
                <a:lnTo>
                  <a:pt x="17616" y="274"/>
                </a:lnTo>
                <a:cubicBezTo>
                  <a:pt x="17536" y="113"/>
                  <a:pt x="17374" y="0"/>
                  <a:pt x="17182" y="0"/>
                </a:cubicBezTo>
                <a:lnTo>
                  <a:pt x="4418" y="0"/>
                </a:lnTo>
                <a:cubicBezTo>
                  <a:pt x="4226" y="0"/>
                  <a:pt x="4064" y="113"/>
                  <a:pt x="3984" y="274"/>
                </a:cubicBezTo>
                <a:lnTo>
                  <a:pt x="3979" y="272"/>
                </a:lnTo>
                <a:lnTo>
                  <a:pt x="52" y="6162"/>
                </a:lnTo>
                <a:lnTo>
                  <a:pt x="57" y="6165"/>
                </a:lnTo>
                <a:cubicBezTo>
                  <a:pt x="23" y="6231"/>
                  <a:pt x="0" y="6303"/>
                  <a:pt x="0" y="6382"/>
                </a:cubicBezTo>
                <a:lnTo>
                  <a:pt x="0" y="12273"/>
                </a:lnTo>
                <a:cubicBezTo>
                  <a:pt x="0" y="12544"/>
                  <a:pt x="220" y="12764"/>
                  <a:pt x="491" y="12764"/>
                </a:cubicBezTo>
                <a:lnTo>
                  <a:pt x="1542" y="12764"/>
                </a:lnTo>
                <a:lnTo>
                  <a:pt x="52" y="14999"/>
                </a:lnTo>
                <a:lnTo>
                  <a:pt x="57" y="15001"/>
                </a:lnTo>
                <a:cubicBezTo>
                  <a:pt x="23" y="15067"/>
                  <a:pt x="0" y="15139"/>
                  <a:pt x="0" y="152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15218"/>
                </a:lnTo>
                <a:cubicBezTo>
                  <a:pt x="21600" y="15139"/>
                  <a:pt x="21577" y="15067"/>
                  <a:pt x="21543" y="15001"/>
                </a:cubicBezTo>
                <a:lnTo>
                  <a:pt x="21548" y="14999"/>
                </a:lnTo>
                <a:lnTo>
                  <a:pt x="20058" y="12764"/>
                </a:lnTo>
                <a:lnTo>
                  <a:pt x="21109" y="12764"/>
                </a:lnTo>
                <a:cubicBezTo>
                  <a:pt x="21380" y="12764"/>
                  <a:pt x="21600" y="12544"/>
                  <a:pt x="216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61" name="Shape 2686"/>
          <p:cNvSpPr/>
          <p:nvPr/>
        </p:nvSpPr>
        <p:spPr>
          <a:xfrm>
            <a:off x="1257668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62" name="Shape 2687"/>
          <p:cNvSpPr/>
          <p:nvPr/>
        </p:nvSpPr>
        <p:spPr>
          <a:xfrm>
            <a:off x="1673637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63" name="Shape 2688"/>
          <p:cNvSpPr/>
          <p:nvPr/>
        </p:nvSpPr>
        <p:spPr>
          <a:xfrm>
            <a:off x="2109414" y="3387452"/>
            <a:ext cx="178273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64" name="Shape 2689"/>
          <p:cNvSpPr/>
          <p:nvPr/>
        </p:nvSpPr>
        <p:spPr>
          <a:xfrm>
            <a:off x="2525383" y="3387452"/>
            <a:ext cx="178273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65" name="Shape 2690"/>
          <p:cNvSpPr/>
          <p:nvPr/>
        </p:nvSpPr>
        <p:spPr>
          <a:xfrm>
            <a:off x="2921544" y="3387453"/>
            <a:ext cx="217889" cy="217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66" name="Shape 2691"/>
          <p:cNvSpPr/>
          <p:nvPr/>
        </p:nvSpPr>
        <p:spPr>
          <a:xfrm>
            <a:off x="3337514" y="3387453"/>
            <a:ext cx="217889" cy="217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67" name="Shape 2692"/>
          <p:cNvSpPr/>
          <p:nvPr/>
        </p:nvSpPr>
        <p:spPr>
          <a:xfrm>
            <a:off x="3753483" y="3402308"/>
            <a:ext cx="217889" cy="188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2" extrusionOk="0">
                <a:moveTo>
                  <a:pt x="13421" y="20466"/>
                </a:moveTo>
                <a:lnTo>
                  <a:pt x="12630" y="20221"/>
                </a:lnTo>
                <a:cubicBezTo>
                  <a:pt x="13305" y="19604"/>
                  <a:pt x="13745" y="18664"/>
                  <a:pt x="13745" y="17589"/>
                </a:cubicBezTo>
                <a:cubicBezTo>
                  <a:pt x="13745" y="16189"/>
                  <a:pt x="13013" y="14988"/>
                  <a:pt x="11967" y="14465"/>
                </a:cubicBezTo>
                <a:lnTo>
                  <a:pt x="11702" y="15585"/>
                </a:lnTo>
                <a:cubicBezTo>
                  <a:pt x="12330" y="15964"/>
                  <a:pt x="12764" y="16715"/>
                  <a:pt x="12764" y="17589"/>
                </a:cubicBezTo>
                <a:cubicBezTo>
                  <a:pt x="12764" y="18299"/>
                  <a:pt x="12477" y="18923"/>
                  <a:pt x="12035" y="19336"/>
                </a:cubicBezTo>
                <a:lnTo>
                  <a:pt x="12296" y="18213"/>
                </a:lnTo>
                <a:cubicBezTo>
                  <a:pt x="12327" y="18073"/>
                  <a:pt x="12314" y="17918"/>
                  <a:pt x="12246" y="17782"/>
                </a:cubicBezTo>
                <a:cubicBezTo>
                  <a:pt x="12111" y="17511"/>
                  <a:pt x="11811" y="17418"/>
                  <a:pt x="11576" y="17574"/>
                </a:cubicBezTo>
                <a:cubicBezTo>
                  <a:pt x="11459" y="17653"/>
                  <a:pt x="11380" y="17779"/>
                  <a:pt x="11347" y="17920"/>
                </a:cubicBezTo>
                <a:lnTo>
                  <a:pt x="10808" y="20244"/>
                </a:lnTo>
                <a:cubicBezTo>
                  <a:pt x="10776" y="20384"/>
                  <a:pt x="10789" y="20539"/>
                  <a:pt x="10857" y="20675"/>
                </a:cubicBezTo>
                <a:cubicBezTo>
                  <a:pt x="10920" y="20802"/>
                  <a:pt x="11021" y="20885"/>
                  <a:pt x="11133" y="20927"/>
                </a:cubicBezTo>
                <a:lnTo>
                  <a:pt x="11126" y="20956"/>
                </a:lnTo>
                <a:cubicBezTo>
                  <a:pt x="11142" y="20954"/>
                  <a:pt x="11158" y="20948"/>
                  <a:pt x="11173" y="20945"/>
                </a:cubicBezTo>
                <a:lnTo>
                  <a:pt x="13166" y="21562"/>
                </a:lnTo>
                <a:cubicBezTo>
                  <a:pt x="13288" y="21600"/>
                  <a:pt x="13422" y="21584"/>
                  <a:pt x="13539" y="21506"/>
                </a:cubicBezTo>
                <a:cubicBezTo>
                  <a:pt x="13774" y="21350"/>
                  <a:pt x="13855" y="21002"/>
                  <a:pt x="13719" y="20730"/>
                </a:cubicBezTo>
                <a:cubicBezTo>
                  <a:pt x="13651" y="20595"/>
                  <a:pt x="13542" y="20503"/>
                  <a:pt x="13421" y="20466"/>
                </a:cubicBezTo>
                <a:moveTo>
                  <a:pt x="18634" y="7273"/>
                </a:moveTo>
                <a:cubicBezTo>
                  <a:pt x="18643" y="7119"/>
                  <a:pt x="18655" y="6966"/>
                  <a:pt x="18655" y="6809"/>
                </a:cubicBezTo>
                <a:cubicBezTo>
                  <a:pt x="18655" y="3049"/>
                  <a:pt x="16017" y="0"/>
                  <a:pt x="12764" y="0"/>
                </a:cubicBezTo>
                <a:cubicBezTo>
                  <a:pt x="10499" y="0"/>
                  <a:pt x="8536" y="1479"/>
                  <a:pt x="7550" y="3645"/>
                </a:cubicBezTo>
                <a:cubicBezTo>
                  <a:pt x="7185" y="3492"/>
                  <a:pt x="6793" y="3404"/>
                  <a:pt x="6382" y="3404"/>
                </a:cubicBezTo>
                <a:cubicBezTo>
                  <a:pt x="4484" y="3404"/>
                  <a:pt x="2945" y="5183"/>
                  <a:pt x="2945" y="7376"/>
                </a:cubicBezTo>
                <a:cubicBezTo>
                  <a:pt x="2945" y="7662"/>
                  <a:pt x="2973" y="7940"/>
                  <a:pt x="3022" y="8208"/>
                </a:cubicBezTo>
                <a:cubicBezTo>
                  <a:pt x="1267" y="8884"/>
                  <a:pt x="0" y="10794"/>
                  <a:pt x="0" y="13050"/>
                </a:cubicBezTo>
                <a:cubicBezTo>
                  <a:pt x="0" y="15871"/>
                  <a:pt x="1978" y="18157"/>
                  <a:pt x="4418" y="18157"/>
                </a:cubicBezTo>
                <a:lnTo>
                  <a:pt x="6382" y="18157"/>
                </a:lnTo>
                <a:cubicBezTo>
                  <a:pt x="6653" y="18157"/>
                  <a:pt x="6873" y="17903"/>
                  <a:pt x="6873" y="17589"/>
                </a:cubicBezTo>
                <a:cubicBezTo>
                  <a:pt x="6873" y="17276"/>
                  <a:pt x="6653" y="17022"/>
                  <a:pt x="6382" y="17022"/>
                </a:cubicBezTo>
                <a:lnTo>
                  <a:pt x="4418" y="17022"/>
                </a:lnTo>
                <a:cubicBezTo>
                  <a:pt x="2524" y="17022"/>
                  <a:pt x="982" y="15240"/>
                  <a:pt x="982" y="13050"/>
                </a:cubicBezTo>
                <a:cubicBezTo>
                  <a:pt x="982" y="11339"/>
                  <a:pt x="1926" y="9826"/>
                  <a:pt x="3333" y="9284"/>
                </a:cubicBezTo>
                <a:lnTo>
                  <a:pt x="4165" y="8964"/>
                </a:lnTo>
                <a:lnTo>
                  <a:pt x="3982" y="7971"/>
                </a:lnTo>
                <a:cubicBezTo>
                  <a:pt x="3946" y="7773"/>
                  <a:pt x="3927" y="7572"/>
                  <a:pt x="3927" y="7376"/>
                </a:cubicBezTo>
                <a:cubicBezTo>
                  <a:pt x="3927" y="5812"/>
                  <a:pt x="5028" y="4539"/>
                  <a:pt x="6382" y="4539"/>
                </a:cubicBezTo>
                <a:cubicBezTo>
                  <a:pt x="6661" y="4539"/>
                  <a:pt x="6942" y="4597"/>
                  <a:pt x="7215" y="4712"/>
                </a:cubicBezTo>
                <a:lnTo>
                  <a:pt x="8019" y="5049"/>
                </a:lnTo>
                <a:lnTo>
                  <a:pt x="8418" y="4173"/>
                </a:lnTo>
                <a:cubicBezTo>
                  <a:pt x="9272" y="2299"/>
                  <a:pt x="10937" y="1135"/>
                  <a:pt x="12764" y="1135"/>
                </a:cubicBezTo>
                <a:cubicBezTo>
                  <a:pt x="15470" y="1135"/>
                  <a:pt x="17673" y="3680"/>
                  <a:pt x="17673" y="6809"/>
                </a:cubicBezTo>
                <a:cubicBezTo>
                  <a:pt x="17673" y="6908"/>
                  <a:pt x="17666" y="7005"/>
                  <a:pt x="17660" y="7102"/>
                </a:cubicBezTo>
                <a:lnTo>
                  <a:pt x="17655" y="7199"/>
                </a:lnTo>
                <a:lnTo>
                  <a:pt x="17610" y="7998"/>
                </a:lnTo>
                <a:lnTo>
                  <a:pt x="18245" y="8315"/>
                </a:lnTo>
                <a:cubicBezTo>
                  <a:pt x="19687" y="9034"/>
                  <a:pt x="20618" y="10670"/>
                  <a:pt x="20618" y="12483"/>
                </a:cubicBezTo>
                <a:cubicBezTo>
                  <a:pt x="20618" y="14986"/>
                  <a:pt x="18856" y="17022"/>
                  <a:pt x="16691" y="17022"/>
                </a:cubicBezTo>
                <a:lnTo>
                  <a:pt x="15218" y="17022"/>
                </a:lnTo>
                <a:cubicBezTo>
                  <a:pt x="14947" y="17022"/>
                  <a:pt x="14727" y="17276"/>
                  <a:pt x="14727" y="17589"/>
                </a:cubicBezTo>
                <a:cubicBezTo>
                  <a:pt x="14727" y="17903"/>
                  <a:pt x="14947" y="18157"/>
                  <a:pt x="15218" y="18157"/>
                </a:cubicBezTo>
                <a:lnTo>
                  <a:pt x="16691" y="18157"/>
                </a:lnTo>
                <a:cubicBezTo>
                  <a:pt x="19402" y="18157"/>
                  <a:pt x="21600" y="15617"/>
                  <a:pt x="21600" y="12483"/>
                </a:cubicBezTo>
                <a:cubicBezTo>
                  <a:pt x="21600" y="10147"/>
                  <a:pt x="20378" y="8143"/>
                  <a:pt x="18634" y="7273"/>
                </a:cubicBezTo>
                <a:moveTo>
                  <a:pt x="10773" y="14522"/>
                </a:moveTo>
                <a:cubicBezTo>
                  <a:pt x="10711" y="14398"/>
                  <a:pt x="10613" y="14316"/>
                  <a:pt x="10504" y="14274"/>
                </a:cubicBezTo>
                <a:lnTo>
                  <a:pt x="10517" y="14218"/>
                </a:lnTo>
                <a:cubicBezTo>
                  <a:pt x="10484" y="14221"/>
                  <a:pt x="10451" y="14231"/>
                  <a:pt x="10418" y="14240"/>
                </a:cubicBezTo>
                <a:lnTo>
                  <a:pt x="8463" y="13634"/>
                </a:lnTo>
                <a:lnTo>
                  <a:pt x="8463" y="13635"/>
                </a:lnTo>
                <a:cubicBezTo>
                  <a:pt x="8343" y="13598"/>
                  <a:pt x="8209" y="13613"/>
                  <a:pt x="8091" y="13692"/>
                </a:cubicBezTo>
                <a:cubicBezTo>
                  <a:pt x="7856" y="13848"/>
                  <a:pt x="7776" y="14195"/>
                  <a:pt x="7911" y="14466"/>
                </a:cubicBezTo>
                <a:cubicBezTo>
                  <a:pt x="7979" y="14602"/>
                  <a:pt x="8088" y="14693"/>
                  <a:pt x="8210" y="14731"/>
                </a:cubicBezTo>
                <a:lnTo>
                  <a:pt x="8965" y="14964"/>
                </a:lnTo>
                <a:cubicBezTo>
                  <a:pt x="8292" y="15580"/>
                  <a:pt x="7855" y="16518"/>
                  <a:pt x="7855" y="17589"/>
                </a:cubicBezTo>
                <a:cubicBezTo>
                  <a:pt x="7855" y="19007"/>
                  <a:pt x="8604" y="20220"/>
                  <a:pt x="9671" y="20732"/>
                </a:cubicBezTo>
                <a:lnTo>
                  <a:pt x="9934" y="19617"/>
                </a:lnTo>
                <a:cubicBezTo>
                  <a:pt x="9286" y="19246"/>
                  <a:pt x="8836" y="18482"/>
                  <a:pt x="8836" y="17589"/>
                </a:cubicBezTo>
                <a:cubicBezTo>
                  <a:pt x="8836" y="16857"/>
                  <a:pt x="9142" y="16215"/>
                  <a:pt x="9609" y="15802"/>
                </a:cubicBezTo>
                <a:lnTo>
                  <a:pt x="9335" y="16984"/>
                </a:lnTo>
                <a:cubicBezTo>
                  <a:pt x="9303" y="17124"/>
                  <a:pt x="9317" y="17279"/>
                  <a:pt x="9384" y="17415"/>
                </a:cubicBezTo>
                <a:cubicBezTo>
                  <a:pt x="9520" y="17686"/>
                  <a:pt x="9820" y="17779"/>
                  <a:pt x="10055" y="17623"/>
                </a:cubicBezTo>
                <a:cubicBezTo>
                  <a:pt x="10172" y="17544"/>
                  <a:pt x="10251" y="17418"/>
                  <a:pt x="10283" y="17278"/>
                </a:cubicBezTo>
                <a:lnTo>
                  <a:pt x="10823" y="14952"/>
                </a:lnTo>
                <a:cubicBezTo>
                  <a:pt x="10855" y="14812"/>
                  <a:pt x="10841" y="14658"/>
                  <a:pt x="10773" y="1452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68" name="Shape 2693"/>
          <p:cNvSpPr/>
          <p:nvPr/>
        </p:nvSpPr>
        <p:spPr>
          <a:xfrm>
            <a:off x="4169452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91" y="0"/>
                </a:moveTo>
                <a:cubicBezTo>
                  <a:pt x="220" y="0"/>
                  <a:pt x="0" y="220"/>
                  <a:pt x="0" y="491"/>
                </a:cubicBezTo>
                <a:cubicBezTo>
                  <a:pt x="0" y="762"/>
                  <a:pt x="220" y="982"/>
                  <a:pt x="491" y="982"/>
                </a:cubicBezTo>
                <a:cubicBezTo>
                  <a:pt x="11607" y="982"/>
                  <a:pt x="20618" y="9993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9451"/>
                  <a:pt x="12149" y="0"/>
                  <a:pt x="491" y="0"/>
                </a:cubicBezTo>
                <a:moveTo>
                  <a:pt x="491" y="9818"/>
                </a:moveTo>
                <a:cubicBezTo>
                  <a:pt x="220" y="9818"/>
                  <a:pt x="0" y="10038"/>
                  <a:pt x="0" y="10309"/>
                </a:cubicBezTo>
                <a:cubicBezTo>
                  <a:pt x="0" y="10581"/>
                  <a:pt x="220" y="10800"/>
                  <a:pt x="491" y="10800"/>
                </a:cubicBezTo>
                <a:cubicBezTo>
                  <a:pt x="6184" y="10800"/>
                  <a:pt x="10800" y="15416"/>
                  <a:pt x="10800" y="21109"/>
                </a:cubicBezTo>
                <a:cubicBezTo>
                  <a:pt x="10800" y="21380"/>
                  <a:pt x="11020" y="21600"/>
                  <a:pt x="11291" y="21600"/>
                </a:cubicBezTo>
                <a:cubicBezTo>
                  <a:pt x="11562" y="21600"/>
                  <a:pt x="11782" y="21380"/>
                  <a:pt x="11782" y="21109"/>
                </a:cubicBezTo>
                <a:cubicBezTo>
                  <a:pt x="11782" y="14873"/>
                  <a:pt x="6727" y="9818"/>
                  <a:pt x="491" y="9818"/>
                </a:cubicBezTo>
                <a:moveTo>
                  <a:pt x="491" y="4909"/>
                </a:moveTo>
                <a:cubicBezTo>
                  <a:pt x="220" y="4909"/>
                  <a:pt x="0" y="5129"/>
                  <a:pt x="0" y="5400"/>
                </a:cubicBezTo>
                <a:cubicBezTo>
                  <a:pt x="0" y="5672"/>
                  <a:pt x="220" y="5891"/>
                  <a:pt x="491" y="5891"/>
                </a:cubicBezTo>
                <a:cubicBezTo>
                  <a:pt x="8896" y="5891"/>
                  <a:pt x="15709" y="12705"/>
                  <a:pt x="15709" y="21109"/>
                </a:cubicBezTo>
                <a:cubicBezTo>
                  <a:pt x="15709" y="21380"/>
                  <a:pt x="15929" y="21600"/>
                  <a:pt x="16200" y="21600"/>
                </a:cubicBezTo>
                <a:cubicBezTo>
                  <a:pt x="16471" y="21600"/>
                  <a:pt x="16691" y="21380"/>
                  <a:pt x="16691" y="21109"/>
                </a:cubicBezTo>
                <a:cubicBezTo>
                  <a:pt x="16691" y="12162"/>
                  <a:pt x="9438" y="4909"/>
                  <a:pt x="491" y="4909"/>
                </a:cubicBezTo>
                <a:moveTo>
                  <a:pt x="2945" y="20618"/>
                </a:moveTo>
                <a:cubicBezTo>
                  <a:pt x="1861" y="20618"/>
                  <a:pt x="982" y="19739"/>
                  <a:pt x="982" y="18655"/>
                </a:cubicBezTo>
                <a:cubicBezTo>
                  <a:pt x="982" y="17570"/>
                  <a:pt x="1861" y="16691"/>
                  <a:pt x="2945" y="16691"/>
                </a:cubicBezTo>
                <a:cubicBezTo>
                  <a:pt x="4030" y="16691"/>
                  <a:pt x="4909" y="17570"/>
                  <a:pt x="4909" y="18655"/>
                </a:cubicBezTo>
                <a:cubicBezTo>
                  <a:pt x="4909" y="19739"/>
                  <a:pt x="4030" y="20618"/>
                  <a:pt x="2945" y="20618"/>
                </a:cubicBezTo>
                <a:moveTo>
                  <a:pt x="2945" y="15709"/>
                </a:moveTo>
                <a:cubicBezTo>
                  <a:pt x="1319" y="15709"/>
                  <a:pt x="0" y="17028"/>
                  <a:pt x="0" y="18655"/>
                </a:cubicBezTo>
                <a:cubicBezTo>
                  <a:pt x="0" y="20281"/>
                  <a:pt x="1319" y="21600"/>
                  <a:pt x="2945" y="21600"/>
                </a:cubicBezTo>
                <a:cubicBezTo>
                  <a:pt x="4573" y="21600"/>
                  <a:pt x="5891" y="20281"/>
                  <a:pt x="5891" y="18655"/>
                </a:cubicBezTo>
                <a:cubicBezTo>
                  <a:pt x="5891" y="17028"/>
                  <a:pt x="4573" y="15709"/>
                  <a:pt x="2945" y="157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69" name="Shape 2694"/>
          <p:cNvSpPr/>
          <p:nvPr/>
        </p:nvSpPr>
        <p:spPr>
          <a:xfrm>
            <a:off x="425731" y="3803390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70" name="Shape 2695"/>
          <p:cNvSpPr/>
          <p:nvPr/>
        </p:nvSpPr>
        <p:spPr>
          <a:xfrm>
            <a:off x="851603" y="3803390"/>
            <a:ext cx="198080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44" y="12617"/>
                </a:moveTo>
                <a:cubicBezTo>
                  <a:pt x="14459" y="12872"/>
                  <a:pt x="14634" y="13163"/>
                  <a:pt x="14771" y="13485"/>
                </a:cubicBezTo>
                <a:cubicBezTo>
                  <a:pt x="16295" y="12407"/>
                  <a:pt x="17280" y="10728"/>
                  <a:pt x="17280" y="8836"/>
                </a:cubicBezTo>
                <a:cubicBezTo>
                  <a:pt x="17280" y="5583"/>
                  <a:pt x="14379" y="2945"/>
                  <a:pt x="10800" y="2945"/>
                </a:cubicBezTo>
                <a:cubicBezTo>
                  <a:pt x="7221" y="2945"/>
                  <a:pt x="4320" y="5583"/>
                  <a:pt x="4320" y="8836"/>
                </a:cubicBezTo>
                <a:cubicBezTo>
                  <a:pt x="4320" y="10714"/>
                  <a:pt x="5289" y="12382"/>
                  <a:pt x="6794" y="13461"/>
                </a:cubicBezTo>
                <a:cubicBezTo>
                  <a:pt x="6928" y="13135"/>
                  <a:pt x="7106" y="12845"/>
                  <a:pt x="7323" y="12590"/>
                </a:cubicBezTo>
                <a:cubicBezTo>
                  <a:pt x="6148" y="11689"/>
                  <a:pt x="5400" y="10343"/>
                  <a:pt x="5400" y="8836"/>
                </a:cubicBezTo>
                <a:cubicBezTo>
                  <a:pt x="5400" y="6125"/>
                  <a:pt x="7818" y="3927"/>
                  <a:pt x="10800" y="3927"/>
                </a:cubicBezTo>
                <a:cubicBezTo>
                  <a:pt x="13782" y="3927"/>
                  <a:pt x="16200" y="6125"/>
                  <a:pt x="16200" y="8836"/>
                </a:cubicBezTo>
                <a:cubicBezTo>
                  <a:pt x="16200" y="10358"/>
                  <a:pt x="15439" y="11717"/>
                  <a:pt x="14244" y="12617"/>
                </a:cubicBezTo>
                <a:moveTo>
                  <a:pt x="10800" y="0"/>
                </a:moveTo>
                <a:cubicBezTo>
                  <a:pt x="4836" y="0"/>
                  <a:pt x="0" y="4396"/>
                  <a:pt x="0" y="9818"/>
                </a:cubicBezTo>
                <a:cubicBezTo>
                  <a:pt x="0" y="14007"/>
                  <a:pt x="2891" y="17573"/>
                  <a:pt x="6953" y="18983"/>
                </a:cubicBezTo>
                <a:cubicBezTo>
                  <a:pt x="6874" y="18609"/>
                  <a:pt x="6803" y="18223"/>
                  <a:pt x="6741" y="17840"/>
                </a:cubicBezTo>
                <a:cubicBezTo>
                  <a:pt x="3402" y="16441"/>
                  <a:pt x="1080" y="13379"/>
                  <a:pt x="1080" y="9818"/>
                </a:cubicBezTo>
                <a:cubicBezTo>
                  <a:pt x="1080" y="4938"/>
                  <a:pt x="5432" y="982"/>
                  <a:pt x="10800" y="982"/>
                </a:cubicBezTo>
                <a:cubicBezTo>
                  <a:pt x="16168" y="982"/>
                  <a:pt x="20520" y="4938"/>
                  <a:pt x="20520" y="9818"/>
                </a:cubicBezTo>
                <a:cubicBezTo>
                  <a:pt x="20520" y="13374"/>
                  <a:pt x="18204" y="16431"/>
                  <a:pt x="14874" y="17833"/>
                </a:cubicBezTo>
                <a:cubicBezTo>
                  <a:pt x="14812" y="18216"/>
                  <a:pt x="14740" y="18603"/>
                  <a:pt x="14660" y="18979"/>
                </a:cubicBezTo>
                <a:cubicBezTo>
                  <a:pt x="18716" y="17565"/>
                  <a:pt x="21600" y="14002"/>
                  <a:pt x="21600" y="9818"/>
                </a:cubicBezTo>
                <a:cubicBezTo>
                  <a:pt x="21600" y="4396"/>
                  <a:pt x="16765" y="0"/>
                  <a:pt x="10800" y="0"/>
                </a:cubicBezTo>
                <a:moveTo>
                  <a:pt x="10800" y="7364"/>
                </a:moveTo>
                <a:cubicBezTo>
                  <a:pt x="11695" y="7364"/>
                  <a:pt x="12420" y="8023"/>
                  <a:pt x="12420" y="8836"/>
                </a:cubicBezTo>
                <a:cubicBezTo>
                  <a:pt x="12420" y="9649"/>
                  <a:pt x="11695" y="10309"/>
                  <a:pt x="10800" y="10309"/>
                </a:cubicBezTo>
                <a:cubicBezTo>
                  <a:pt x="9905" y="10309"/>
                  <a:pt x="9180" y="9649"/>
                  <a:pt x="9180" y="8836"/>
                </a:cubicBezTo>
                <a:cubicBezTo>
                  <a:pt x="9180" y="8023"/>
                  <a:pt x="9905" y="7364"/>
                  <a:pt x="10800" y="7364"/>
                </a:cubicBezTo>
                <a:moveTo>
                  <a:pt x="10800" y="11291"/>
                </a:moveTo>
                <a:cubicBezTo>
                  <a:pt x="12292" y="11291"/>
                  <a:pt x="13500" y="10192"/>
                  <a:pt x="13500" y="8836"/>
                </a:cubicBezTo>
                <a:cubicBezTo>
                  <a:pt x="13500" y="7481"/>
                  <a:pt x="12292" y="6382"/>
                  <a:pt x="10800" y="6382"/>
                </a:cubicBezTo>
                <a:cubicBezTo>
                  <a:pt x="9309" y="6382"/>
                  <a:pt x="8100" y="7481"/>
                  <a:pt x="8100" y="8836"/>
                </a:cubicBezTo>
                <a:cubicBezTo>
                  <a:pt x="8100" y="10192"/>
                  <a:pt x="9309" y="11291"/>
                  <a:pt x="10800" y="11291"/>
                </a:cubicBezTo>
                <a:moveTo>
                  <a:pt x="11994" y="20179"/>
                </a:moveTo>
                <a:cubicBezTo>
                  <a:pt x="11855" y="20433"/>
                  <a:pt x="11737" y="20560"/>
                  <a:pt x="11673" y="20618"/>
                </a:cubicBezTo>
                <a:lnTo>
                  <a:pt x="9927" y="20618"/>
                </a:lnTo>
                <a:cubicBezTo>
                  <a:pt x="9862" y="20560"/>
                  <a:pt x="9745" y="20433"/>
                  <a:pt x="9606" y="20179"/>
                </a:cubicBezTo>
                <a:cubicBezTo>
                  <a:pt x="9182" y="19408"/>
                  <a:pt x="8640" y="16626"/>
                  <a:pt x="8640" y="15218"/>
                </a:cubicBezTo>
                <a:cubicBezTo>
                  <a:pt x="8640" y="13768"/>
                  <a:pt x="9205" y="13255"/>
                  <a:pt x="10800" y="13255"/>
                </a:cubicBezTo>
                <a:cubicBezTo>
                  <a:pt x="12395" y="13255"/>
                  <a:pt x="12960" y="13768"/>
                  <a:pt x="12960" y="15218"/>
                </a:cubicBezTo>
                <a:cubicBezTo>
                  <a:pt x="12960" y="16626"/>
                  <a:pt x="12418" y="19408"/>
                  <a:pt x="11994" y="20179"/>
                </a:cubicBezTo>
                <a:moveTo>
                  <a:pt x="10800" y="12273"/>
                </a:moveTo>
                <a:cubicBezTo>
                  <a:pt x="8100" y="12273"/>
                  <a:pt x="7560" y="13745"/>
                  <a:pt x="7560" y="15218"/>
                </a:cubicBezTo>
                <a:cubicBezTo>
                  <a:pt x="7560" y="16691"/>
                  <a:pt x="8100" y="19636"/>
                  <a:pt x="8640" y="20618"/>
                </a:cubicBezTo>
                <a:cubicBezTo>
                  <a:pt x="9180" y="21600"/>
                  <a:pt x="9720" y="21600"/>
                  <a:pt x="9720" y="21600"/>
                </a:cubicBezTo>
                <a:lnTo>
                  <a:pt x="11880" y="21600"/>
                </a:lnTo>
                <a:cubicBezTo>
                  <a:pt x="11880" y="21600"/>
                  <a:pt x="12420" y="21600"/>
                  <a:pt x="12960" y="20618"/>
                </a:cubicBezTo>
                <a:cubicBezTo>
                  <a:pt x="13500" y="19636"/>
                  <a:pt x="14040" y="16691"/>
                  <a:pt x="14040" y="15218"/>
                </a:cubicBezTo>
                <a:cubicBezTo>
                  <a:pt x="14040" y="13745"/>
                  <a:pt x="13500" y="12273"/>
                  <a:pt x="108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71" name="Shape 2696"/>
          <p:cNvSpPr/>
          <p:nvPr/>
        </p:nvSpPr>
        <p:spPr>
          <a:xfrm>
            <a:off x="1277476" y="3803390"/>
            <a:ext cx="178273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8836"/>
                </a:moveTo>
                <a:cubicBezTo>
                  <a:pt x="9600" y="8295"/>
                  <a:pt x="10138" y="7855"/>
                  <a:pt x="10800" y="7855"/>
                </a:cubicBezTo>
                <a:cubicBezTo>
                  <a:pt x="11462" y="7855"/>
                  <a:pt x="12000" y="8295"/>
                  <a:pt x="12000" y="8836"/>
                </a:cubicBezTo>
                <a:cubicBezTo>
                  <a:pt x="12000" y="9378"/>
                  <a:pt x="11462" y="9818"/>
                  <a:pt x="10800" y="9818"/>
                </a:cubicBezTo>
                <a:cubicBezTo>
                  <a:pt x="10138" y="9818"/>
                  <a:pt x="9600" y="9378"/>
                  <a:pt x="9600" y="8836"/>
                </a:cubicBezTo>
                <a:moveTo>
                  <a:pt x="13200" y="8836"/>
                </a:moveTo>
                <a:cubicBezTo>
                  <a:pt x="13200" y="7752"/>
                  <a:pt x="12125" y="6873"/>
                  <a:pt x="10800" y="6873"/>
                </a:cubicBezTo>
                <a:cubicBezTo>
                  <a:pt x="9475" y="6873"/>
                  <a:pt x="8400" y="7752"/>
                  <a:pt x="8400" y="8836"/>
                </a:cubicBezTo>
                <a:cubicBezTo>
                  <a:pt x="8400" y="9921"/>
                  <a:pt x="9475" y="10800"/>
                  <a:pt x="10800" y="10800"/>
                </a:cubicBezTo>
                <a:cubicBezTo>
                  <a:pt x="12125" y="10800"/>
                  <a:pt x="13200" y="9921"/>
                  <a:pt x="13200" y="8836"/>
                </a:cubicBezTo>
                <a:moveTo>
                  <a:pt x="17400" y="8836"/>
                </a:moveTo>
                <a:cubicBezTo>
                  <a:pt x="17400" y="5854"/>
                  <a:pt x="14445" y="3436"/>
                  <a:pt x="10800" y="3436"/>
                </a:cubicBezTo>
                <a:cubicBezTo>
                  <a:pt x="7155" y="3436"/>
                  <a:pt x="4200" y="5854"/>
                  <a:pt x="4200" y="8836"/>
                </a:cubicBezTo>
                <a:cubicBezTo>
                  <a:pt x="4200" y="10437"/>
                  <a:pt x="5056" y="11870"/>
                  <a:pt x="6408" y="12860"/>
                </a:cubicBezTo>
                <a:cubicBezTo>
                  <a:pt x="6570" y="12537"/>
                  <a:pt x="6778" y="12249"/>
                  <a:pt x="7035" y="12000"/>
                </a:cubicBezTo>
                <a:cubicBezTo>
                  <a:pt x="6028" y="11198"/>
                  <a:pt x="5400" y="10078"/>
                  <a:pt x="5400" y="8836"/>
                </a:cubicBezTo>
                <a:cubicBezTo>
                  <a:pt x="5400" y="6396"/>
                  <a:pt x="7818" y="4418"/>
                  <a:pt x="10800" y="4418"/>
                </a:cubicBezTo>
                <a:cubicBezTo>
                  <a:pt x="13783" y="4418"/>
                  <a:pt x="16200" y="6396"/>
                  <a:pt x="16200" y="8836"/>
                </a:cubicBezTo>
                <a:cubicBezTo>
                  <a:pt x="16200" y="10094"/>
                  <a:pt x="15555" y="11226"/>
                  <a:pt x="14524" y="12030"/>
                </a:cubicBezTo>
                <a:cubicBezTo>
                  <a:pt x="14780" y="12280"/>
                  <a:pt x="14989" y="12568"/>
                  <a:pt x="15154" y="12887"/>
                </a:cubicBezTo>
                <a:cubicBezTo>
                  <a:pt x="16528" y="11898"/>
                  <a:pt x="17400" y="10452"/>
                  <a:pt x="17400" y="8836"/>
                </a:cubicBezTo>
                <a:moveTo>
                  <a:pt x="10800" y="0"/>
                </a:moveTo>
                <a:cubicBezTo>
                  <a:pt x="4835" y="0"/>
                  <a:pt x="0" y="3957"/>
                  <a:pt x="0" y="8836"/>
                </a:cubicBezTo>
                <a:cubicBezTo>
                  <a:pt x="0" y="12363"/>
                  <a:pt x="2531" y="15397"/>
                  <a:pt x="6181" y="16815"/>
                </a:cubicBezTo>
                <a:cubicBezTo>
                  <a:pt x="6125" y="16401"/>
                  <a:pt x="6080" y="16009"/>
                  <a:pt x="6049" y="15656"/>
                </a:cubicBezTo>
                <a:cubicBezTo>
                  <a:pt x="3155" y="14303"/>
                  <a:pt x="1200" y="11759"/>
                  <a:pt x="1200" y="8836"/>
                </a:cubicBezTo>
                <a:cubicBezTo>
                  <a:pt x="1200" y="4499"/>
                  <a:pt x="5498" y="982"/>
                  <a:pt x="10800" y="982"/>
                </a:cubicBezTo>
                <a:cubicBezTo>
                  <a:pt x="16102" y="982"/>
                  <a:pt x="20400" y="4499"/>
                  <a:pt x="20400" y="8836"/>
                </a:cubicBezTo>
                <a:cubicBezTo>
                  <a:pt x="20400" y="11756"/>
                  <a:pt x="18449" y="14298"/>
                  <a:pt x="15560" y="15652"/>
                </a:cubicBezTo>
                <a:cubicBezTo>
                  <a:pt x="15532" y="16000"/>
                  <a:pt x="15490" y="16392"/>
                  <a:pt x="15433" y="16809"/>
                </a:cubicBezTo>
                <a:cubicBezTo>
                  <a:pt x="19076" y="15390"/>
                  <a:pt x="21600" y="12358"/>
                  <a:pt x="21600" y="8836"/>
                </a:cubicBezTo>
                <a:cubicBezTo>
                  <a:pt x="21600" y="3957"/>
                  <a:pt x="16765" y="0"/>
                  <a:pt x="10800" y="0"/>
                </a:cubicBezTo>
                <a:moveTo>
                  <a:pt x="12127" y="20179"/>
                </a:moveTo>
                <a:cubicBezTo>
                  <a:pt x="11972" y="20432"/>
                  <a:pt x="11842" y="20560"/>
                  <a:pt x="11770" y="20618"/>
                </a:cubicBezTo>
                <a:lnTo>
                  <a:pt x="9830" y="20618"/>
                </a:lnTo>
                <a:cubicBezTo>
                  <a:pt x="9758" y="20560"/>
                  <a:pt x="9628" y="20432"/>
                  <a:pt x="9473" y="20179"/>
                </a:cubicBezTo>
                <a:cubicBezTo>
                  <a:pt x="9032" y="19457"/>
                  <a:pt x="8400" y="16247"/>
                  <a:pt x="8400" y="14727"/>
                </a:cubicBezTo>
                <a:cubicBezTo>
                  <a:pt x="8400" y="13278"/>
                  <a:pt x="9028" y="12764"/>
                  <a:pt x="10800" y="12764"/>
                </a:cubicBezTo>
                <a:cubicBezTo>
                  <a:pt x="12572" y="12764"/>
                  <a:pt x="13200" y="13278"/>
                  <a:pt x="13200" y="14727"/>
                </a:cubicBezTo>
                <a:cubicBezTo>
                  <a:pt x="13200" y="16247"/>
                  <a:pt x="12568" y="19457"/>
                  <a:pt x="12127" y="20179"/>
                </a:cubicBezTo>
                <a:moveTo>
                  <a:pt x="10800" y="11782"/>
                </a:moveTo>
                <a:cubicBezTo>
                  <a:pt x="7800" y="11782"/>
                  <a:pt x="7200" y="13255"/>
                  <a:pt x="7200" y="14727"/>
                </a:cubicBezTo>
                <a:cubicBezTo>
                  <a:pt x="7200" y="16200"/>
                  <a:pt x="7800" y="19636"/>
                  <a:pt x="8400" y="20618"/>
                </a:cubicBezTo>
                <a:cubicBezTo>
                  <a:pt x="9000" y="21600"/>
                  <a:pt x="9600" y="21600"/>
                  <a:pt x="9600" y="21600"/>
                </a:cubicBezTo>
                <a:lnTo>
                  <a:pt x="12000" y="21600"/>
                </a:lnTo>
                <a:cubicBezTo>
                  <a:pt x="12000" y="21600"/>
                  <a:pt x="12600" y="21600"/>
                  <a:pt x="13200" y="20618"/>
                </a:cubicBezTo>
                <a:cubicBezTo>
                  <a:pt x="13800" y="19636"/>
                  <a:pt x="14400" y="16200"/>
                  <a:pt x="14400" y="14727"/>
                </a:cubicBezTo>
                <a:cubicBezTo>
                  <a:pt x="14400" y="13255"/>
                  <a:pt x="13800" y="11782"/>
                  <a:pt x="10800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72" name="Shape 2697"/>
          <p:cNvSpPr/>
          <p:nvPr/>
        </p:nvSpPr>
        <p:spPr>
          <a:xfrm>
            <a:off x="1673638" y="3803390"/>
            <a:ext cx="217838" cy="217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73" name="Shape 2698"/>
          <p:cNvSpPr/>
          <p:nvPr/>
        </p:nvSpPr>
        <p:spPr>
          <a:xfrm>
            <a:off x="2099512" y="3803390"/>
            <a:ext cx="198029" cy="217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74" name="Shape 2699"/>
          <p:cNvSpPr/>
          <p:nvPr/>
        </p:nvSpPr>
        <p:spPr>
          <a:xfrm>
            <a:off x="2505577" y="3803390"/>
            <a:ext cx="217995" cy="21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375" y="14735"/>
                </a:moveTo>
                <a:cubicBezTo>
                  <a:pt x="12008" y="15178"/>
                  <a:pt x="11621" y="15531"/>
                  <a:pt x="11226" y="15783"/>
                </a:cubicBezTo>
                <a:cubicBezTo>
                  <a:pt x="10834" y="16035"/>
                  <a:pt x="10421" y="16209"/>
                  <a:pt x="10002" y="16302"/>
                </a:cubicBezTo>
                <a:cubicBezTo>
                  <a:pt x="9027" y="16517"/>
                  <a:pt x="8105" y="16493"/>
                  <a:pt x="7342" y="16179"/>
                </a:cubicBezTo>
                <a:cubicBezTo>
                  <a:pt x="6912" y="16003"/>
                  <a:pt x="6537" y="15755"/>
                  <a:pt x="6227" y="15442"/>
                </a:cubicBezTo>
                <a:cubicBezTo>
                  <a:pt x="5915" y="15129"/>
                  <a:pt x="5669" y="14758"/>
                  <a:pt x="5493" y="14340"/>
                </a:cubicBezTo>
                <a:cubicBezTo>
                  <a:pt x="5317" y="13924"/>
                  <a:pt x="5228" y="13459"/>
                  <a:pt x="5228" y="12958"/>
                </a:cubicBezTo>
                <a:cubicBezTo>
                  <a:pt x="5228" y="12161"/>
                  <a:pt x="5386" y="11302"/>
                  <a:pt x="5698" y="10406"/>
                </a:cubicBezTo>
                <a:cubicBezTo>
                  <a:pt x="6010" y="9509"/>
                  <a:pt x="6454" y="8665"/>
                  <a:pt x="7018" y="7900"/>
                </a:cubicBezTo>
                <a:cubicBezTo>
                  <a:pt x="7579" y="7140"/>
                  <a:pt x="8265" y="6498"/>
                  <a:pt x="9058" y="5993"/>
                </a:cubicBezTo>
                <a:cubicBezTo>
                  <a:pt x="9839" y="5496"/>
                  <a:pt x="10706" y="5245"/>
                  <a:pt x="11636" y="5245"/>
                </a:cubicBezTo>
                <a:cubicBezTo>
                  <a:pt x="12014" y="5245"/>
                  <a:pt x="12413" y="5288"/>
                  <a:pt x="12821" y="5373"/>
                </a:cubicBezTo>
                <a:cubicBezTo>
                  <a:pt x="13224" y="5457"/>
                  <a:pt x="13613" y="5599"/>
                  <a:pt x="13978" y="5795"/>
                </a:cubicBezTo>
                <a:cubicBezTo>
                  <a:pt x="14337" y="5989"/>
                  <a:pt x="14658" y="6246"/>
                  <a:pt x="14931" y="6561"/>
                </a:cubicBezTo>
                <a:cubicBezTo>
                  <a:pt x="15189" y="6858"/>
                  <a:pt x="15389" y="7238"/>
                  <a:pt x="15526" y="7692"/>
                </a:cubicBezTo>
                <a:lnTo>
                  <a:pt x="13353" y="13035"/>
                </a:lnTo>
                <a:cubicBezTo>
                  <a:pt x="13072" y="13720"/>
                  <a:pt x="12743" y="14292"/>
                  <a:pt x="12375" y="14735"/>
                </a:cubicBezTo>
                <a:moveTo>
                  <a:pt x="20215" y="16108"/>
                </a:moveTo>
                <a:cubicBezTo>
                  <a:pt x="19749" y="16741"/>
                  <a:pt x="19196" y="17344"/>
                  <a:pt x="18569" y="17900"/>
                </a:cubicBezTo>
                <a:cubicBezTo>
                  <a:pt x="17943" y="18456"/>
                  <a:pt x="17242" y="18946"/>
                  <a:pt x="16484" y="19359"/>
                </a:cubicBezTo>
                <a:cubicBezTo>
                  <a:pt x="15729" y="19770"/>
                  <a:pt x="14914" y="20096"/>
                  <a:pt x="14064" y="20327"/>
                </a:cubicBezTo>
                <a:cubicBezTo>
                  <a:pt x="13217" y="20556"/>
                  <a:pt x="12316" y="20673"/>
                  <a:pt x="11388" y="20673"/>
                </a:cubicBezTo>
                <a:cubicBezTo>
                  <a:pt x="9991" y="20673"/>
                  <a:pt x="8647" y="20458"/>
                  <a:pt x="7393" y="20036"/>
                </a:cubicBezTo>
                <a:cubicBezTo>
                  <a:pt x="6143" y="19615"/>
                  <a:pt x="5029" y="18981"/>
                  <a:pt x="4083" y="18149"/>
                </a:cubicBezTo>
                <a:cubicBezTo>
                  <a:pt x="3138" y="17320"/>
                  <a:pt x="2378" y="16274"/>
                  <a:pt x="1823" y="15041"/>
                </a:cubicBezTo>
                <a:cubicBezTo>
                  <a:pt x="1269" y="13809"/>
                  <a:pt x="989" y="12357"/>
                  <a:pt x="989" y="10727"/>
                </a:cubicBezTo>
                <a:cubicBezTo>
                  <a:pt x="989" y="9370"/>
                  <a:pt x="1254" y="8086"/>
                  <a:pt x="1777" y="6911"/>
                </a:cubicBezTo>
                <a:cubicBezTo>
                  <a:pt x="2301" y="5736"/>
                  <a:pt x="3037" y="4693"/>
                  <a:pt x="3964" y="3814"/>
                </a:cubicBezTo>
                <a:cubicBezTo>
                  <a:pt x="4892" y="2933"/>
                  <a:pt x="6002" y="2230"/>
                  <a:pt x="7264" y="1722"/>
                </a:cubicBezTo>
                <a:cubicBezTo>
                  <a:pt x="8526" y="1215"/>
                  <a:pt x="9914" y="958"/>
                  <a:pt x="11388" y="958"/>
                </a:cubicBezTo>
                <a:cubicBezTo>
                  <a:pt x="12700" y="958"/>
                  <a:pt x="13940" y="1156"/>
                  <a:pt x="15072" y="1549"/>
                </a:cubicBezTo>
                <a:cubicBezTo>
                  <a:pt x="16200" y="1942"/>
                  <a:pt x="17185" y="2497"/>
                  <a:pt x="17998" y="3203"/>
                </a:cubicBezTo>
                <a:cubicBezTo>
                  <a:pt x="18809" y="3906"/>
                  <a:pt x="19455" y="4765"/>
                  <a:pt x="19917" y="5754"/>
                </a:cubicBezTo>
                <a:cubicBezTo>
                  <a:pt x="20377" y="6743"/>
                  <a:pt x="20611" y="7843"/>
                  <a:pt x="20611" y="9023"/>
                </a:cubicBezTo>
                <a:cubicBezTo>
                  <a:pt x="20611" y="10070"/>
                  <a:pt x="20418" y="11059"/>
                  <a:pt x="20038" y="11962"/>
                </a:cubicBezTo>
                <a:cubicBezTo>
                  <a:pt x="19656" y="12869"/>
                  <a:pt x="19171" y="13663"/>
                  <a:pt x="18598" y="14320"/>
                </a:cubicBezTo>
                <a:cubicBezTo>
                  <a:pt x="18028" y="14976"/>
                  <a:pt x="17393" y="15502"/>
                  <a:pt x="16714" y="15880"/>
                </a:cubicBezTo>
                <a:cubicBezTo>
                  <a:pt x="16044" y="16255"/>
                  <a:pt x="15398" y="16444"/>
                  <a:pt x="14792" y="16444"/>
                </a:cubicBezTo>
                <a:cubicBezTo>
                  <a:pt x="14424" y="16444"/>
                  <a:pt x="14151" y="16374"/>
                  <a:pt x="13980" y="16235"/>
                </a:cubicBezTo>
                <a:cubicBezTo>
                  <a:pt x="13810" y="16098"/>
                  <a:pt x="13710" y="15916"/>
                  <a:pt x="13675" y="15677"/>
                </a:cubicBezTo>
                <a:cubicBezTo>
                  <a:pt x="13638" y="15420"/>
                  <a:pt x="13667" y="15109"/>
                  <a:pt x="13764" y="14754"/>
                </a:cubicBezTo>
                <a:cubicBezTo>
                  <a:pt x="13864" y="14385"/>
                  <a:pt x="14007" y="13983"/>
                  <a:pt x="14190" y="13556"/>
                </a:cubicBezTo>
                <a:lnTo>
                  <a:pt x="17729" y="4845"/>
                </a:lnTo>
                <a:lnTo>
                  <a:pt x="16677" y="4845"/>
                </a:lnTo>
                <a:lnTo>
                  <a:pt x="16026" y="6544"/>
                </a:lnTo>
                <a:cubicBezTo>
                  <a:pt x="15715" y="5890"/>
                  <a:pt x="15207" y="5363"/>
                  <a:pt x="14512" y="4972"/>
                </a:cubicBezTo>
                <a:cubicBezTo>
                  <a:pt x="13703" y="4517"/>
                  <a:pt x="12777" y="4287"/>
                  <a:pt x="11759" y="4287"/>
                </a:cubicBezTo>
                <a:cubicBezTo>
                  <a:pt x="10637" y="4287"/>
                  <a:pt x="9596" y="4568"/>
                  <a:pt x="8663" y="5121"/>
                </a:cubicBezTo>
                <a:cubicBezTo>
                  <a:pt x="7739" y="5669"/>
                  <a:pt x="6940" y="6381"/>
                  <a:pt x="6289" y="7238"/>
                </a:cubicBezTo>
                <a:cubicBezTo>
                  <a:pt x="5641" y="8091"/>
                  <a:pt x="5132" y="9032"/>
                  <a:pt x="4777" y="10034"/>
                </a:cubicBezTo>
                <a:cubicBezTo>
                  <a:pt x="4420" y="11037"/>
                  <a:pt x="4240" y="12021"/>
                  <a:pt x="4240" y="12958"/>
                </a:cubicBezTo>
                <a:cubicBezTo>
                  <a:pt x="4240" y="13568"/>
                  <a:pt x="4354" y="14151"/>
                  <a:pt x="4579" y="14689"/>
                </a:cubicBezTo>
                <a:cubicBezTo>
                  <a:pt x="4804" y="15227"/>
                  <a:pt x="5113" y="15701"/>
                  <a:pt x="5499" y="16097"/>
                </a:cubicBezTo>
                <a:cubicBezTo>
                  <a:pt x="5887" y="16495"/>
                  <a:pt x="6354" y="16815"/>
                  <a:pt x="6889" y="17048"/>
                </a:cubicBezTo>
                <a:cubicBezTo>
                  <a:pt x="8063" y="17561"/>
                  <a:pt x="9489" y="17484"/>
                  <a:pt x="10904" y="17025"/>
                </a:cubicBezTo>
                <a:cubicBezTo>
                  <a:pt x="11562" y="16811"/>
                  <a:pt x="12160" y="16412"/>
                  <a:pt x="12689" y="15835"/>
                </a:cubicBezTo>
                <a:cubicBezTo>
                  <a:pt x="12715" y="16226"/>
                  <a:pt x="12874" y="16561"/>
                  <a:pt x="13164" y="16837"/>
                </a:cubicBezTo>
                <a:cubicBezTo>
                  <a:pt x="13559" y="17211"/>
                  <a:pt x="14086" y="17402"/>
                  <a:pt x="14731" y="17402"/>
                </a:cubicBezTo>
                <a:cubicBezTo>
                  <a:pt x="15501" y="17402"/>
                  <a:pt x="16307" y="17176"/>
                  <a:pt x="17124" y="16733"/>
                </a:cubicBezTo>
                <a:cubicBezTo>
                  <a:pt x="17934" y="16294"/>
                  <a:pt x="18680" y="15687"/>
                  <a:pt x="19342" y="14930"/>
                </a:cubicBezTo>
                <a:cubicBezTo>
                  <a:pt x="20001" y="14176"/>
                  <a:pt x="20548" y="13284"/>
                  <a:pt x="20967" y="12281"/>
                </a:cubicBezTo>
                <a:cubicBezTo>
                  <a:pt x="21387" y="11274"/>
                  <a:pt x="21600" y="10178"/>
                  <a:pt x="21600" y="9023"/>
                </a:cubicBezTo>
                <a:cubicBezTo>
                  <a:pt x="21600" y="7651"/>
                  <a:pt x="21328" y="6389"/>
                  <a:pt x="20793" y="5274"/>
                </a:cubicBezTo>
                <a:cubicBezTo>
                  <a:pt x="20258" y="4158"/>
                  <a:pt x="19518" y="3199"/>
                  <a:pt x="18594" y="2422"/>
                </a:cubicBezTo>
                <a:cubicBezTo>
                  <a:pt x="17672" y="1647"/>
                  <a:pt x="16579" y="1043"/>
                  <a:pt x="15346" y="627"/>
                </a:cubicBezTo>
                <a:cubicBezTo>
                  <a:pt x="14116" y="211"/>
                  <a:pt x="12784" y="0"/>
                  <a:pt x="11388" y="0"/>
                </a:cubicBezTo>
                <a:cubicBezTo>
                  <a:pt x="9845" y="0"/>
                  <a:pt x="8365" y="271"/>
                  <a:pt x="6989" y="805"/>
                </a:cubicBezTo>
                <a:cubicBezTo>
                  <a:pt x="5612" y="1340"/>
                  <a:pt x="4389" y="2093"/>
                  <a:pt x="3356" y="3045"/>
                </a:cubicBezTo>
                <a:cubicBezTo>
                  <a:pt x="2321" y="3996"/>
                  <a:pt x="1495" y="5137"/>
                  <a:pt x="899" y="6436"/>
                </a:cubicBezTo>
                <a:cubicBezTo>
                  <a:pt x="302" y="7737"/>
                  <a:pt x="0" y="9181"/>
                  <a:pt x="0" y="10727"/>
                </a:cubicBezTo>
                <a:cubicBezTo>
                  <a:pt x="0" y="12605"/>
                  <a:pt x="334" y="14252"/>
                  <a:pt x="993" y="15622"/>
                </a:cubicBezTo>
                <a:cubicBezTo>
                  <a:pt x="1652" y="16992"/>
                  <a:pt x="2528" y="18134"/>
                  <a:pt x="3595" y="19018"/>
                </a:cubicBezTo>
                <a:cubicBezTo>
                  <a:pt x="4661" y="19900"/>
                  <a:pt x="5890" y="20559"/>
                  <a:pt x="7249" y="20975"/>
                </a:cubicBezTo>
                <a:cubicBezTo>
                  <a:pt x="8601" y="21390"/>
                  <a:pt x="9994" y="21600"/>
                  <a:pt x="11388" y="21600"/>
                </a:cubicBezTo>
                <a:cubicBezTo>
                  <a:pt x="12348" y="21600"/>
                  <a:pt x="13317" y="21474"/>
                  <a:pt x="14267" y="21228"/>
                </a:cubicBezTo>
                <a:cubicBezTo>
                  <a:pt x="15214" y="20981"/>
                  <a:pt x="16128" y="20624"/>
                  <a:pt x="16983" y="20169"/>
                </a:cubicBezTo>
                <a:cubicBezTo>
                  <a:pt x="17839" y="19713"/>
                  <a:pt x="18642" y="19152"/>
                  <a:pt x="19372" y="18499"/>
                </a:cubicBezTo>
                <a:cubicBezTo>
                  <a:pt x="20104" y="17845"/>
                  <a:pt x="20729" y="17110"/>
                  <a:pt x="21232" y="16316"/>
                </a:cubicBezTo>
                <a:lnTo>
                  <a:pt x="21411" y="16033"/>
                </a:lnTo>
                <a:lnTo>
                  <a:pt x="20270" y="16033"/>
                </a:lnTo>
                <a:cubicBezTo>
                  <a:pt x="20270" y="16033"/>
                  <a:pt x="20215" y="16108"/>
                  <a:pt x="20215" y="16108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75" name="Shape 2700"/>
          <p:cNvSpPr/>
          <p:nvPr/>
        </p:nvSpPr>
        <p:spPr>
          <a:xfrm>
            <a:off x="2921544" y="3803390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76" name="Shape 2701"/>
          <p:cNvSpPr/>
          <p:nvPr/>
        </p:nvSpPr>
        <p:spPr>
          <a:xfrm>
            <a:off x="3357322" y="3803390"/>
            <a:ext cx="178273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77" name="Shape 2702"/>
          <p:cNvSpPr/>
          <p:nvPr/>
        </p:nvSpPr>
        <p:spPr>
          <a:xfrm>
            <a:off x="3753483" y="3803390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78" name="Shape 2703"/>
          <p:cNvSpPr/>
          <p:nvPr/>
        </p:nvSpPr>
        <p:spPr>
          <a:xfrm>
            <a:off x="4169452" y="3803390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79" name="Shape 2704"/>
          <p:cNvSpPr/>
          <p:nvPr/>
        </p:nvSpPr>
        <p:spPr>
          <a:xfrm>
            <a:off x="4615133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80" name="Shape 2705"/>
          <p:cNvSpPr/>
          <p:nvPr/>
        </p:nvSpPr>
        <p:spPr>
          <a:xfrm>
            <a:off x="5031101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0672" y="6382"/>
                </a:moveTo>
                <a:cubicBezTo>
                  <a:pt x="10464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9" y="11643"/>
                </a:cubicBezTo>
                <a:cubicBezTo>
                  <a:pt x="8462" y="11568"/>
                  <a:pt x="8536" y="11425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7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7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7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2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7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1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81" name="Shape 2706"/>
          <p:cNvSpPr/>
          <p:nvPr/>
        </p:nvSpPr>
        <p:spPr>
          <a:xfrm>
            <a:off x="5447071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5" y="8897"/>
                  <a:pt x="11997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4" y="9937"/>
                  <a:pt x="12643" y="10393"/>
                  <a:pt x="12232" y="10991"/>
                </a:cubicBezTo>
                <a:cubicBezTo>
                  <a:pt x="11821" y="11589"/>
                  <a:pt x="11513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5"/>
                  <a:pt x="8774" y="6973"/>
                </a:cubicBezTo>
                <a:cubicBezTo>
                  <a:pt x="8450" y="7000"/>
                  <a:pt x="7966" y="7272"/>
                  <a:pt x="7320" y="7789"/>
                </a:cubicBezTo>
                <a:cubicBezTo>
                  <a:pt x="6849" y="8183"/>
                  <a:pt x="6372" y="8577"/>
                  <a:pt x="5888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2"/>
                </a:cubicBezTo>
                <a:cubicBezTo>
                  <a:pt x="8333" y="11460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2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8"/>
                  <a:pt x="14281" y="687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82" name="Shape 2707"/>
          <p:cNvSpPr/>
          <p:nvPr/>
        </p:nvSpPr>
        <p:spPr>
          <a:xfrm>
            <a:off x="5863040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5" y="7359"/>
                </a:moveTo>
                <a:lnTo>
                  <a:pt x="13743" y="7359"/>
                </a:lnTo>
                <a:lnTo>
                  <a:pt x="13743" y="8833"/>
                </a:lnTo>
                <a:lnTo>
                  <a:pt x="12265" y="8833"/>
                </a:lnTo>
                <a:lnTo>
                  <a:pt x="12265" y="9816"/>
                </a:lnTo>
                <a:lnTo>
                  <a:pt x="13743" y="9816"/>
                </a:lnTo>
                <a:lnTo>
                  <a:pt x="13743" y="11283"/>
                </a:lnTo>
                <a:lnTo>
                  <a:pt x="14725" y="11283"/>
                </a:lnTo>
                <a:lnTo>
                  <a:pt x="14725" y="9816"/>
                </a:lnTo>
                <a:lnTo>
                  <a:pt x="16205" y="9816"/>
                </a:lnTo>
                <a:lnTo>
                  <a:pt x="16205" y="8833"/>
                </a:lnTo>
                <a:lnTo>
                  <a:pt x="14725" y="8833"/>
                </a:lnTo>
                <a:cubicBezTo>
                  <a:pt x="14725" y="8833"/>
                  <a:pt x="14725" y="7359"/>
                  <a:pt x="14725" y="7359"/>
                </a:cubicBezTo>
                <a:close/>
                <a:moveTo>
                  <a:pt x="9321" y="13946"/>
                </a:moveTo>
                <a:cubicBezTo>
                  <a:pt x="8620" y="13946"/>
                  <a:pt x="8071" y="13495"/>
                  <a:pt x="8071" y="12919"/>
                </a:cubicBezTo>
                <a:cubicBezTo>
                  <a:pt x="8071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47" y="11723"/>
                </a:lnTo>
                <a:lnTo>
                  <a:pt x="9465" y="11929"/>
                </a:lnTo>
                <a:cubicBezTo>
                  <a:pt x="9624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40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5" y="8362"/>
                  <a:pt x="8574" y="8014"/>
                  <a:pt x="8754" y="7806"/>
                </a:cubicBezTo>
                <a:cubicBezTo>
                  <a:pt x="8864" y="7680"/>
                  <a:pt x="9006" y="7613"/>
                  <a:pt x="9164" y="7613"/>
                </a:cubicBez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5" y="9596"/>
                  <a:pt x="9970" y="9809"/>
                </a:cubicBezTo>
                <a:cubicBezTo>
                  <a:pt x="9860" y="9935"/>
                  <a:pt x="9722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6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6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5"/>
                  <a:pt x="11386" y="8784"/>
                </a:cubicBezTo>
                <a:cubicBezTo>
                  <a:pt x="11386" y="8342"/>
                  <a:pt x="11262" y="7947"/>
                  <a:pt x="11050" y="7659"/>
                </a:cubicBezTo>
                <a:lnTo>
                  <a:pt x="11238" y="7659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5" y="6873"/>
                  <a:pt x="7345" y="7759"/>
                  <a:pt x="7345" y="8769"/>
                </a:cubicBezTo>
                <a:cubicBezTo>
                  <a:pt x="7345" y="9812"/>
                  <a:pt x="8109" y="10605"/>
                  <a:pt x="9137" y="10648"/>
                </a:cubicBezTo>
                <a:cubicBezTo>
                  <a:pt x="9121" y="10722"/>
                  <a:pt x="9113" y="10795"/>
                  <a:pt x="9113" y="10868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3" y="11309"/>
                  <a:pt x="6870" y="12161"/>
                  <a:pt x="6870" y="13167"/>
                </a:cubicBezTo>
                <a:cubicBezTo>
                  <a:pt x="6870" y="14071"/>
                  <a:pt x="7903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83" name="Shape 2708"/>
          <p:cNvSpPr/>
          <p:nvPr/>
        </p:nvSpPr>
        <p:spPr>
          <a:xfrm>
            <a:off x="6279009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84" name="Shape 2709"/>
          <p:cNvSpPr/>
          <p:nvPr/>
        </p:nvSpPr>
        <p:spPr>
          <a:xfrm>
            <a:off x="6694978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591" y="13291"/>
                </a:moveTo>
                <a:cubicBezTo>
                  <a:pt x="11452" y="13214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9" y="13478"/>
                  <a:pt x="9448" y="13667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20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6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1" y="132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85" name="Shape 2710"/>
          <p:cNvSpPr/>
          <p:nvPr/>
        </p:nvSpPr>
        <p:spPr>
          <a:xfrm>
            <a:off x="7110946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2"/>
                </a:lnTo>
                <a:cubicBezTo>
                  <a:pt x="13281" y="13032"/>
                  <a:pt x="13386" y="13050"/>
                  <a:pt x="13473" y="13085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7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8" y="14187"/>
                  <a:pt x="12550" y="14335"/>
                  <a:pt x="12631" y="14459"/>
                </a:cubicBezTo>
                <a:cubicBezTo>
                  <a:pt x="12706" y="14574"/>
                  <a:pt x="12831" y="14661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6"/>
                  <a:pt x="13722" y="13990"/>
                  <a:pt x="13643" y="13857"/>
                </a:cubicBezTo>
                <a:cubicBezTo>
                  <a:pt x="13567" y="13732"/>
                  <a:pt x="13439" y="13644"/>
                  <a:pt x="13280" y="13606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98" y="6884"/>
                </a:moveTo>
                <a:lnTo>
                  <a:pt x="12930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2" y="6884"/>
                </a:lnTo>
                <a:lnTo>
                  <a:pt x="9988" y="10156"/>
                </a:lnTo>
                <a:lnTo>
                  <a:pt x="8067" y="6873"/>
                </a:lnTo>
                <a:lnTo>
                  <a:pt x="8000" y="6891"/>
                </a:lnTo>
                <a:cubicBezTo>
                  <a:pt x="7739" y="6962"/>
                  <a:pt x="7347" y="6960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6"/>
                  <a:pt x="10190" y="14646"/>
                  <a:pt x="10449" y="14719"/>
                </a:cubicBezTo>
                <a:lnTo>
                  <a:pt x="10573" y="14722"/>
                </a:lnTo>
                <a:lnTo>
                  <a:pt x="10512" y="11391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5" y="7029"/>
                </a:cubicBezTo>
                <a:cubicBezTo>
                  <a:pt x="13015" y="7029"/>
                  <a:pt x="13098" y="6884"/>
                  <a:pt x="13098" y="688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86" name="Shape 2711"/>
          <p:cNvSpPr/>
          <p:nvPr/>
        </p:nvSpPr>
        <p:spPr>
          <a:xfrm>
            <a:off x="7526916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2965" y="14699"/>
                </a:moveTo>
                <a:lnTo>
                  <a:pt x="12958" y="14707"/>
                </a:lnTo>
                <a:lnTo>
                  <a:pt x="10801" y="13100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0" y="14627"/>
                </a:lnTo>
                <a:lnTo>
                  <a:pt x="14000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2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75" y="13002"/>
                </a:lnTo>
                <a:lnTo>
                  <a:pt x="8631" y="13516"/>
                </a:lnTo>
                <a:lnTo>
                  <a:pt x="10063" y="12429"/>
                </a:lnTo>
                <a:lnTo>
                  <a:pt x="10780" y="11880"/>
                </a:lnTo>
                <a:lnTo>
                  <a:pt x="10782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5" y="11880"/>
                </a:lnTo>
                <a:lnTo>
                  <a:pt x="12509" y="13148"/>
                </a:lnTo>
                <a:lnTo>
                  <a:pt x="13007" y="13515"/>
                </a:lnTo>
                <a:lnTo>
                  <a:pt x="16198" y="11575"/>
                </a:lnTo>
                <a:lnTo>
                  <a:pt x="13925" y="9727"/>
                </a:lnTo>
                <a:lnTo>
                  <a:pt x="10788" y="11715"/>
                </a:lnTo>
                <a:cubicBezTo>
                  <a:pt x="10788" y="11715"/>
                  <a:pt x="7642" y="9766"/>
                  <a:pt x="7642" y="9766"/>
                </a:cubicBezTo>
                <a:close/>
                <a:moveTo>
                  <a:pt x="13925" y="9727"/>
                </a:moveTo>
                <a:lnTo>
                  <a:pt x="13925" y="9725"/>
                </a:ln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7"/>
                  <a:pt x="13925" y="9727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87" name="Shape 2712"/>
          <p:cNvSpPr/>
          <p:nvPr/>
        </p:nvSpPr>
        <p:spPr>
          <a:xfrm>
            <a:off x="7942885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7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7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6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88" name="Shape 2713"/>
          <p:cNvSpPr/>
          <p:nvPr/>
        </p:nvSpPr>
        <p:spPr>
          <a:xfrm>
            <a:off x="8358854" y="2971514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7"/>
                </a:lnTo>
                <a:cubicBezTo>
                  <a:pt x="15118" y="9995"/>
                  <a:pt x="15213" y="9425"/>
                  <a:pt x="15213" y="8919"/>
                </a:cubicBezTo>
                <a:cubicBezTo>
                  <a:pt x="15213" y="8812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7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1" y="8413"/>
                </a:cubicBezTo>
                <a:cubicBezTo>
                  <a:pt x="9351" y="8413"/>
                  <a:pt x="9605" y="8444"/>
                  <a:pt x="9874" y="8460"/>
                </a:cubicBezTo>
                <a:lnTo>
                  <a:pt x="10651" y="10590"/>
                </a:lnTo>
                <a:lnTo>
                  <a:pt x="9559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1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5" y="8063"/>
                  <a:pt x="6726" y="8060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90" y="12162"/>
                </a:cubicBezTo>
                <a:lnTo>
                  <a:pt x="13291" y="13825"/>
                </a:lnTo>
                <a:cubicBezTo>
                  <a:pt x="13291" y="13825"/>
                  <a:pt x="11487" y="8460"/>
                  <a:pt x="11487" y="8460"/>
                </a:cubicBezTo>
                <a:close/>
                <a:moveTo>
                  <a:pt x="10800" y="15709"/>
                </a:moveTo>
                <a:cubicBezTo>
                  <a:pt x="10320" y="15709"/>
                  <a:pt x="9857" y="15637"/>
                  <a:pt x="9417" y="15508"/>
                </a:cubicBezTo>
                <a:lnTo>
                  <a:pt x="10887" y="11237"/>
                </a:lnTo>
                <a:cubicBezTo>
                  <a:pt x="10887" y="11237"/>
                  <a:pt x="12211" y="14864"/>
                  <a:pt x="12426" y="15428"/>
                </a:cubicBezTo>
                <a:cubicBezTo>
                  <a:pt x="11916" y="15607"/>
                  <a:pt x="11370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8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4" y="16691"/>
                  <a:pt x="16691" y="14054"/>
                  <a:pt x="16691" y="10800"/>
                </a:cubicBezTo>
                <a:cubicBezTo>
                  <a:pt x="16691" y="7547"/>
                  <a:pt x="14054" y="4909"/>
                  <a:pt x="10800" y="49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89" name="Shape 2714"/>
          <p:cNvSpPr/>
          <p:nvPr/>
        </p:nvSpPr>
        <p:spPr>
          <a:xfrm>
            <a:off x="4615133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236" y="10309"/>
                </a:moveTo>
                <a:cubicBezTo>
                  <a:pt x="13552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9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9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1" y="10800"/>
                  <a:pt x="9313" y="10470"/>
                  <a:pt x="10852" y="9873"/>
                </a:cubicBezTo>
                <a:cubicBezTo>
                  <a:pt x="11016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9"/>
                  <a:pt x="10353" y="9000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3"/>
                  <a:pt x="7547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90" name="Shape 2715"/>
          <p:cNvSpPr/>
          <p:nvPr/>
        </p:nvSpPr>
        <p:spPr>
          <a:xfrm>
            <a:off x="5031101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5929" y="7018"/>
                </a:moveTo>
                <a:cubicBezTo>
                  <a:pt x="15540" y="7246"/>
                  <a:pt x="15108" y="7411"/>
                  <a:pt x="14650" y="7499"/>
                </a:cubicBezTo>
                <a:cubicBezTo>
                  <a:pt x="14282" y="7114"/>
                  <a:pt x="13759" y="6874"/>
                  <a:pt x="13180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6" y="7236"/>
                </a:cubicBezTo>
                <a:cubicBezTo>
                  <a:pt x="6892" y="7529"/>
                  <a:pt x="6793" y="7870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7" y="9635"/>
                </a:cubicBezTo>
                <a:cubicBezTo>
                  <a:pt x="6776" y="9644"/>
                  <a:pt x="6776" y="9652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6" y="11661"/>
                  <a:pt x="7483" y="11638"/>
                </a:cubicBezTo>
                <a:cubicBezTo>
                  <a:pt x="7739" y="12426"/>
                  <a:pt x="8482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39" y="13855"/>
                  <a:pt x="6382" y="13837"/>
                </a:cubicBezTo>
                <a:cubicBezTo>
                  <a:pt x="7273" y="14398"/>
                  <a:pt x="8332" y="14727"/>
                  <a:pt x="9470" y="14727"/>
                </a:cubicBezTo>
                <a:cubicBezTo>
                  <a:pt x="13174" y="14727"/>
                  <a:pt x="15200" y="11706"/>
                  <a:pt x="15200" y="9086"/>
                </a:cubicBezTo>
                <a:cubicBezTo>
                  <a:pt x="15200" y="9000"/>
                  <a:pt x="15199" y="8914"/>
                  <a:pt x="15195" y="8829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0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91" name="Shape 2716"/>
          <p:cNvSpPr/>
          <p:nvPr/>
        </p:nvSpPr>
        <p:spPr>
          <a:xfrm>
            <a:off x="5447071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5" y="7858"/>
                </a:lnTo>
                <a:lnTo>
                  <a:pt x="13245" y="6381"/>
                </a:lnTo>
                <a:lnTo>
                  <a:pt x="11938" y="6381"/>
                </a:lnTo>
                <a:cubicBezTo>
                  <a:pt x="10368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92" name="Shape 2717"/>
          <p:cNvSpPr/>
          <p:nvPr/>
        </p:nvSpPr>
        <p:spPr>
          <a:xfrm>
            <a:off x="5863040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20" y="12090"/>
                  <a:pt x="14020" y="12429"/>
                  <a:pt x="14020" y="12429"/>
                </a:cubicBezTo>
                <a:lnTo>
                  <a:pt x="14020" y="12863"/>
                </a:lnTo>
                <a:lnTo>
                  <a:pt x="14629" y="12863"/>
                </a:lnTo>
                <a:lnTo>
                  <a:pt x="14629" y="12429"/>
                </a:lnTo>
                <a:cubicBezTo>
                  <a:pt x="14629" y="12429"/>
                  <a:pt x="14629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20" y="13348"/>
                </a:lnTo>
                <a:lnTo>
                  <a:pt x="14020" y="14072"/>
                </a:lnTo>
                <a:cubicBezTo>
                  <a:pt x="14020" y="14072"/>
                  <a:pt x="14020" y="14411"/>
                  <a:pt x="14324" y="14411"/>
                </a:cubicBezTo>
                <a:cubicBezTo>
                  <a:pt x="14629" y="14411"/>
                  <a:pt x="14629" y="14072"/>
                  <a:pt x="14629" y="14072"/>
                </a:cubicBezTo>
                <a:lnTo>
                  <a:pt x="14629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2" y="14266"/>
                  <a:pt x="13412" y="14266"/>
                </a:cubicBezTo>
                <a:lnTo>
                  <a:pt x="13412" y="12380"/>
                </a:lnTo>
                <a:cubicBezTo>
                  <a:pt x="13412" y="12380"/>
                  <a:pt x="13412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5" y="14169"/>
                </a:moveTo>
                <a:cubicBezTo>
                  <a:pt x="12905" y="14169"/>
                  <a:pt x="12905" y="14943"/>
                  <a:pt x="12347" y="14943"/>
                </a:cubicBezTo>
                <a:cubicBezTo>
                  <a:pt x="12005" y="14943"/>
                  <a:pt x="11798" y="14762"/>
                  <a:pt x="11688" y="14621"/>
                </a:cubicBezTo>
                <a:lnTo>
                  <a:pt x="11688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8" y="10446"/>
                </a:lnTo>
                <a:lnTo>
                  <a:pt x="11688" y="11888"/>
                </a:lnTo>
                <a:cubicBezTo>
                  <a:pt x="11788" y="11782"/>
                  <a:pt x="12037" y="11558"/>
                  <a:pt x="12347" y="11558"/>
                </a:cubicBezTo>
                <a:cubicBezTo>
                  <a:pt x="12752" y="11558"/>
                  <a:pt x="12905" y="11896"/>
                  <a:pt x="12905" y="12332"/>
                </a:cubicBezTo>
                <a:cubicBezTo>
                  <a:pt x="12905" y="12332"/>
                  <a:pt x="12905" y="14169"/>
                  <a:pt x="12905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4" y="11074"/>
                </a:lnTo>
                <a:lnTo>
                  <a:pt x="6364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1" y="9334"/>
                  <a:pt x="7074" y="9430"/>
                  <a:pt x="7074" y="9430"/>
                </a:cubicBezTo>
                <a:cubicBezTo>
                  <a:pt x="6234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4" y="16104"/>
                  <a:pt x="7074" y="16104"/>
                </a:cubicBezTo>
                <a:cubicBezTo>
                  <a:pt x="7074" y="16104"/>
                  <a:pt x="8905" y="16200"/>
                  <a:pt x="10800" y="16200"/>
                </a:cubicBezTo>
                <a:cubicBezTo>
                  <a:pt x="12631" y="16200"/>
                  <a:pt x="14527" y="16104"/>
                  <a:pt x="14527" y="16104"/>
                </a:cubicBezTo>
                <a:cubicBezTo>
                  <a:pt x="15367" y="16104"/>
                  <a:pt x="16049" y="15454"/>
                  <a:pt x="16049" y="14652"/>
                </a:cubicBezTo>
                <a:cubicBezTo>
                  <a:pt x="16049" y="14652"/>
                  <a:pt x="16200" y="13700"/>
                  <a:pt x="16200" y="12767"/>
                </a:cubicBezTo>
                <a:cubicBezTo>
                  <a:pt x="16200" y="11814"/>
                  <a:pt x="16049" y="10881"/>
                  <a:pt x="16049" y="10881"/>
                </a:cubicBezTo>
                <a:cubicBezTo>
                  <a:pt x="16049" y="10080"/>
                  <a:pt x="15367" y="9430"/>
                  <a:pt x="14527" y="9430"/>
                </a:cubicBezTo>
                <a:moveTo>
                  <a:pt x="11992" y="12090"/>
                </a:moveTo>
                <a:cubicBezTo>
                  <a:pt x="11860" y="12090"/>
                  <a:pt x="11757" y="12167"/>
                  <a:pt x="11688" y="12243"/>
                </a:cubicBezTo>
                <a:lnTo>
                  <a:pt x="11688" y="14276"/>
                </a:lnTo>
                <a:cubicBezTo>
                  <a:pt x="11751" y="14345"/>
                  <a:pt x="11848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9"/>
                </a:lnTo>
                <a:cubicBezTo>
                  <a:pt x="12296" y="12429"/>
                  <a:pt x="12245" y="12090"/>
                  <a:pt x="11992" y="12090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0166" y="6634"/>
                </a:moveTo>
                <a:cubicBezTo>
                  <a:pt x="10166" y="6467"/>
                  <a:pt x="10303" y="6332"/>
                  <a:pt x="10471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1" y="8348"/>
                </a:cubicBezTo>
                <a:cubicBezTo>
                  <a:pt x="10303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7"/>
                  <a:pt x="10572" y="5877"/>
                </a:cubicBezTo>
                <a:lnTo>
                  <a:pt x="10369" y="5877"/>
                </a:lnTo>
                <a:cubicBezTo>
                  <a:pt x="9921" y="5877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  <a:moveTo>
                  <a:pt x="12398" y="8801"/>
                </a:moveTo>
                <a:cubicBezTo>
                  <a:pt x="12803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7" y="8751"/>
                </a:lnTo>
                <a:lnTo>
                  <a:pt x="13767" y="5877"/>
                </a:lnTo>
                <a:lnTo>
                  <a:pt x="13158" y="5877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50" y="8348"/>
                  <a:pt x="12550" y="8197"/>
                  <a:pt x="12550" y="8197"/>
                </a:cubicBezTo>
                <a:lnTo>
                  <a:pt x="12550" y="5877"/>
                </a:lnTo>
                <a:lnTo>
                  <a:pt x="11941" y="5877"/>
                </a:lnTo>
                <a:lnTo>
                  <a:pt x="11941" y="8398"/>
                </a:lnTo>
                <a:cubicBezTo>
                  <a:pt x="11941" y="8398"/>
                  <a:pt x="11992" y="8801"/>
                  <a:pt x="12398" y="880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93" name="Shape 2718"/>
          <p:cNvSpPr/>
          <p:nvPr/>
        </p:nvSpPr>
        <p:spPr>
          <a:xfrm>
            <a:off x="6279009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0672" y="6382"/>
                </a:moveTo>
                <a:cubicBezTo>
                  <a:pt x="10463" y="6409"/>
                  <a:pt x="10255" y="6435"/>
                  <a:pt x="10045" y="6460"/>
                </a:cubicBezTo>
                <a:cubicBezTo>
                  <a:pt x="9652" y="6558"/>
                  <a:pt x="9223" y="6650"/>
                  <a:pt x="8905" y="6836"/>
                </a:cubicBezTo>
                <a:cubicBezTo>
                  <a:pt x="8055" y="7333"/>
                  <a:pt x="7467" y="7913"/>
                  <a:pt x="7073" y="8856"/>
                </a:cubicBezTo>
                <a:cubicBezTo>
                  <a:pt x="7009" y="9009"/>
                  <a:pt x="7007" y="9157"/>
                  <a:pt x="6960" y="9326"/>
                </a:cubicBezTo>
                <a:cubicBezTo>
                  <a:pt x="6658" y="10425"/>
                  <a:pt x="7194" y="11563"/>
                  <a:pt x="7844" y="11956"/>
                </a:cubicBezTo>
                <a:cubicBezTo>
                  <a:pt x="7969" y="12032"/>
                  <a:pt x="8254" y="12166"/>
                  <a:pt x="8358" y="11987"/>
                </a:cubicBezTo>
                <a:cubicBezTo>
                  <a:pt x="8416" y="11889"/>
                  <a:pt x="8403" y="11758"/>
                  <a:pt x="8438" y="11643"/>
                </a:cubicBezTo>
                <a:cubicBezTo>
                  <a:pt x="8462" y="11568"/>
                  <a:pt x="8536" y="11424"/>
                  <a:pt x="8519" y="11330"/>
                </a:cubicBezTo>
                <a:cubicBezTo>
                  <a:pt x="8490" y="11170"/>
                  <a:pt x="8318" y="11068"/>
                  <a:pt x="8246" y="10939"/>
                </a:cubicBezTo>
                <a:cubicBezTo>
                  <a:pt x="8099" y="10676"/>
                  <a:pt x="8092" y="10444"/>
                  <a:pt x="8020" y="10093"/>
                </a:cubicBezTo>
                <a:cubicBezTo>
                  <a:pt x="8026" y="10046"/>
                  <a:pt x="8031" y="9999"/>
                  <a:pt x="8037" y="9952"/>
                </a:cubicBezTo>
                <a:cubicBezTo>
                  <a:pt x="8058" y="9559"/>
                  <a:pt x="8124" y="9276"/>
                  <a:pt x="8246" y="8997"/>
                </a:cubicBezTo>
                <a:cubicBezTo>
                  <a:pt x="8601" y="8177"/>
                  <a:pt x="9172" y="7720"/>
                  <a:pt x="10094" y="7447"/>
                </a:cubicBezTo>
                <a:cubicBezTo>
                  <a:pt x="10300" y="7386"/>
                  <a:pt x="10882" y="7288"/>
                  <a:pt x="11187" y="7353"/>
                </a:cubicBezTo>
                <a:cubicBezTo>
                  <a:pt x="11369" y="7385"/>
                  <a:pt x="11551" y="7415"/>
                  <a:pt x="11733" y="7447"/>
                </a:cubicBezTo>
                <a:cubicBezTo>
                  <a:pt x="12393" y="7655"/>
                  <a:pt x="12874" y="8038"/>
                  <a:pt x="13131" y="8637"/>
                </a:cubicBezTo>
                <a:cubicBezTo>
                  <a:pt x="13292" y="9010"/>
                  <a:pt x="13339" y="9724"/>
                  <a:pt x="13227" y="10203"/>
                </a:cubicBezTo>
                <a:cubicBezTo>
                  <a:pt x="13174" y="10429"/>
                  <a:pt x="13183" y="10624"/>
                  <a:pt x="13115" y="10829"/>
                </a:cubicBezTo>
                <a:cubicBezTo>
                  <a:pt x="12865" y="11589"/>
                  <a:pt x="12498" y="12293"/>
                  <a:pt x="11668" y="12488"/>
                </a:cubicBezTo>
                <a:cubicBezTo>
                  <a:pt x="11121" y="12618"/>
                  <a:pt x="10711" y="12284"/>
                  <a:pt x="10576" y="11941"/>
                </a:cubicBezTo>
                <a:cubicBezTo>
                  <a:pt x="10538" y="11846"/>
                  <a:pt x="10474" y="11676"/>
                  <a:pt x="10512" y="11518"/>
                </a:cubicBezTo>
                <a:cubicBezTo>
                  <a:pt x="10656" y="10901"/>
                  <a:pt x="10865" y="10349"/>
                  <a:pt x="11026" y="9733"/>
                </a:cubicBezTo>
                <a:cubicBezTo>
                  <a:pt x="11179" y="9146"/>
                  <a:pt x="10888" y="8683"/>
                  <a:pt x="10431" y="8575"/>
                </a:cubicBezTo>
                <a:cubicBezTo>
                  <a:pt x="9863" y="8439"/>
                  <a:pt x="9424" y="8966"/>
                  <a:pt x="9274" y="9310"/>
                </a:cubicBezTo>
                <a:cubicBezTo>
                  <a:pt x="9155" y="9584"/>
                  <a:pt x="9083" y="10089"/>
                  <a:pt x="9177" y="10453"/>
                </a:cubicBezTo>
                <a:cubicBezTo>
                  <a:pt x="9208" y="10569"/>
                  <a:pt x="9347" y="10878"/>
                  <a:pt x="9322" y="10986"/>
                </a:cubicBezTo>
                <a:cubicBezTo>
                  <a:pt x="9213" y="11462"/>
                  <a:pt x="9088" y="11974"/>
                  <a:pt x="8953" y="12441"/>
                </a:cubicBezTo>
                <a:cubicBezTo>
                  <a:pt x="8812" y="12929"/>
                  <a:pt x="8736" y="13427"/>
                  <a:pt x="8599" y="13898"/>
                </a:cubicBezTo>
                <a:cubicBezTo>
                  <a:pt x="8536" y="14114"/>
                  <a:pt x="8539" y="14346"/>
                  <a:pt x="8487" y="14571"/>
                </a:cubicBezTo>
                <a:lnTo>
                  <a:pt x="8487" y="14900"/>
                </a:lnTo>
                <a:cubicBezTo>
                  <a:pt x="8440" y="15108"/>
                  <a:pt x="8475" y="15478"/>
                  <a:pt x="8519" y="15683"/>
                </a:cubicBezTo>
                <a:cubicBezTo>
                  <a:pt x="8548" y="15815"/>
                  <a:pt x="8502" y="15978"/>
                  <a:pt x="8567" y="16074"/>
                </a:cubicBezTo>
                <a:cubicBezTo>
                  <a:pt x="8568" y="16144"/>
                  <a:pt x="8577" y="16160"/>
                  <a:pt x="8599" y="16200"/>
                </a:cubicBezTo>
                <a:cubicBezTo>
                  <a:pt x="8800" y="16194"/>
                  <a:pt x="9078" y="15665"/>
                  <a:pt x="9177" y="15511"/>
                </a:cubicBezTo>
                <a:cubicBezTo>
                  <a:pt x="9369" y="15216"/>
                  <a:pt x="9546" y="14901"/>
                  <a:pt x="9692" y="14556"/>
                </a:cubicBezTo>
                <a:cubicBezTo>
                  <a:pt x="9823" y="14245"/>
                  <a:pt x="9844" y="13901"/>
                  <a:pt x="9949" y="13569"/>
                </a:cubicBezTo>
                <a:cubicBezTo>
                  <a:pt x="10025" y="13329"/>
                  <a:pt x="10133" y="13049"/>
                  <a:pt x="10158" y="12786"/>
                </a:cubicBezTo>
                <a:lnTo>
                  <a:pt x="10174" y="12786"/>
                </a:lnTo>
                <a:cubicBezTo>
                  <a:pt x="10216" y="12930"/>
                  <a:pt x="10367" y="13035"/>
                  <a:pt x="10480" y="13115"/>
                </a:cubicBezTo>
                <a:cubicBezTo>
                  <a:pt x="10833" y="13367"/>
                  <a:pt x="11442" y="13600"/>
                  <a:pt x="12102" y="13444"/>
                </a:cubicBezTo>
                <a:cubicBezTo>
                  <a:pt x="12850" y="13267"/>
                  <a:pt x="13446" y="12916"/>
                  <a:pt x="13838" y="12394"/>
                </a:cubicBezTo>
                <a:cubicBezTo>
                  <a:pt x="14127" y="12011"/>
                  <a:pt x="14345" y="11567"/>
                  <a:pt x="14513" y="11064"/>
                </a:cubicBezTo>
                <a:cubicBezTo>
                  <a:pt x="14596" y="10817"/>
                  <a:pt x="14613" y="10543"/>
                  <a:pt x="14674" y="10281"/>
                </a:cubicBezTo>
                <a:cubicBezTo>
                  <a:pt x="14827" y="9624"/>
                  <a:pt x="14623" y="8833"/>
                  <a:pt x="14433" y="8402"/>
                </a:cubicBezTo>
                <a:cubicBezTo>
                  <a:pt x="13856" y="7098"/>
                  <a:pt x="12630" y="6354"/>
                  <a:pt x="10672" y="63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94" name="Shape 2719"/>
          <p:cNvSpPr/>
          <p:nvPr/>
        </p:nvSpPr>
        <p:spPr>
          <a:xfrm>
            <a:off x="6694978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81" y="6871"/>
                </a:moveTo>
                <a:cubicBezTo>
                  <a:pt x="12915" y="6830"/>
                  <a:pt x="11990" y="7537"/>
                  <a:pt x="11505" y="8992"/>
                </a:cubicBezTo>
                <a:cubicBezTo>
                  <a:pt x="11754" y="8897"/>
                  <a:pt x="11998" y="8849"/>
                  <a:pt x="12232" y="8849"/>
                </a:cubicBezTo>
                <a:cubicBezTo>
                  <a:pt x="12732" y="8849"/>
                  <a:pt x="12952" y="9108"/>
                  <a:pt x="12893" y="9624"/>
                </a:cubicBezTo>
                <a:cubicBezTo>
                  <a:pt x="12863" y="9937"/>
                  <a:pt x="12643" y="10393"/>
                  <a:pt x="12232" y="10991"/>
                </a:cubicBezTo>
                <a:cubicBezTo>
                  <a:pt x="11821" y="11589"/>
                  <a:pt x="11512" y="11888"/>
                  <a:pt x="11307" y="11888"/>
                </a:cubicBezTo>
                <a:cubicBezTo>
                  <a:pt x="11043" y="11888"/>
                  <a:pt x="10800" y="11426"/>
                  <a:pt x="10580" y="10502"/>
                </a:cubicBezTo>
                <a:cubicBezTo>
                  <a:pt x="10506" y="10230"/>
                  <a:pt x="10374" y="9536"/>
                  <a:pt x="10183" y="8421"/>
                </a:cubicBezTo>
                <a:cubicBezTo>
                  <a:pt x="10007" y="7388"/>
                  <a:pt x="9537" y="6904"/>
                  <a:pt x="8773" y="6972"/>
                </a:cubicBezTo>
                <a:cubicBezTo>
                  <a:pt x="8450" y="7000"/>
                  <a:pt x="7966" y="7272"/>
                  <a:pt x="7320" y="7788"/>
                </a:cubicBezTo>
                <a:cubicBezTo>
                  <a:pt x="6849" y="8183"/>
                  <a:pt x="6372" y="8577"/>
                  <a:pt x="5887" y="8972"/>
                </a:cubicBezTo>
                <a:lnTo>
                  <a:pt x="6350" y="9522"/>
                </a:lnTo>
                <a:cubicBezTo>
                  <a:pt x="6790" y="9237"/>
                  <a:pt x="7047" y="9094"/>
                  <a:pt x="7121" y="9094"/>
                </a:cubicBezTo>
                <a:cubicBezTo>
                  <a:pt x="7459" y="9094"/>
                  <a:pt x="7774" y="9583"/>
                  <a:pt x="8068" y="10563"/>
                </a:cubicBezTo>
                <a:cubicBezTo>
                  <a:pt x="8333" y="11461"/>
                  <a:pt x="8597" y="12358"/>
                  <a:pt x="8861" y="13255"/>
                </a:cubicBezTo>
                <a:cubicBezTo>
                  <a:pt x="9258" y="14234"/>
                  <a:pt x="9743" y="14723"/>
                  <a:pt x="10316" y="14723"/>
                </a:cubicBezTo>
                <a:cubicBezTo>
                  <a:pt x="11241" y="14723"/>
                  <a:pt x="12371" y="13921"/>
                  <a:pt x="13709" y="12317"/>
                </a:cubicBezTo>
                <a:cubicBezTo>
                  <a:pt x="15001" y="10780"/>
                  <a:pt x="15669" y="9570"/>
                  <a:pt x="15713" y="8686"/>
                </a:cubicBezTo>
                <a:cubicBezTo>
                  <a:pt x="15772" y="7503"/>
                  <a:pt x="15295" y="6899"/>
                  <a:pt x="14281" y="6871"/>
                </a:cubicBezTo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95" name="Shape 2720"/>
          <p:cNvSpPr/>
          <p:nvPr/>
        </p:nvSpPr>
        <p:spPr>
          <a:xfrm>
            <a:off x="7110946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4" y="7360"/>
                </a:moveTo>
                <a:lnTo>
                  <a:pt x="13742" y="7360"/>
                </a:lnTo>
                <a:lnTo>
                  <a:pt x="13742" y="8833"/>
                </a:lnTo>
                <a:lnTo>
                  <a:pt x="12265" y="8833"/>
                </a:lnTo>
                <a:lnTo>
                  <a:pt x="12265" y="9815"/>
                </a:lnTo>
                <a:lnTo>
                  <a:pt x="13742" y="9815"/>
                </a:lnTo>
                <a:lnTo>
                  <a:pt x="13742" y="11283"/>
                </a:lnTo>
                <a:lnTo>
                  <a:pt x="14724" y="11283"/>
                </a:lnTo>
                <a:lnTo>
                  <a:pt x="14724" y="9815"/>
                </a:lnTo>
                <a:lnTo>
                  <a:pt x="16204" y="9815"/>
                </a:lnTo>
                <a:lnTo>
                  <a:pt x="16204" y="8833"/>
                </a:lnTo>
                <a:lnTo>
                  <a:pt x="14724" y="8833"/>
                </a:lnTo>
                <a:cubicBezTo>
                  <a:pt x="14724" y="8833"/>
                  <a:pt x="14724" y="7360"/>
                  <a:pt x="14724" y="7360"/>
                </a:cubicBezTo>
                <a:close/>
                <a:moveTo>
                  <a:pt x="9321" y="13946"/>
                </a:moveTo>
                <a:cubicBezTo>
                  <a:pt x="8620" y="13946"/>
                  <a:pt x="8070" y="13495"/>
                  <a:pt x="8070" y="12919"/>
                </a:cubicBezTo>
                <a:cubicBezTo>
                  <a:pt x="8070" y="12392"/>
                  <a:pt x="8713" y="11929"/>
                  <a:pt x="9446" y="11929"/>
                </a:cubicBezTo>
                <a:lnTo>
                  <a:pt x="9446" y="11723"/>
                </a:lnTo>
                <a:lnTo>
                  <a:pt x="9465" y="11929"/>
                </a:lnTo>
                <a:cubicBezTo>
                  <a:pt x="9623" y="11930"/>
                  <a:pt x="9777" y="11954"/>
                  <a:pt x="9922" y="12000"/>
                </a:cubicBezTo>
                <a:lnTo>
                  <a:pt x="10067" y="12104"/>
                </a:lnTo>
                <a:cubicBezTo>
                  <a:pt x="10439" y="12371"/>
                  <a:pt x="10637" y="12521"/>
                  <a:pt x="10695" y="12764"/>
                </a:cubicBezTo>
                <a:cubicBezTo>
                  <a:pt x="10710" y="12827"/>
                  <a:pt x="10717" y="12891"/>
                  <a:pt x="10717" y="12954"/>
                </a:cubicBezTo>
                <a:cubicBezTo>
                  <a:pt x="10717" y="13612"/>
                  <a:pt x="10247" y="13946"/>
                  <a:pt x="9321" y="13946"/>
                </a:cubicBezTo>
                <a:moveTo>
                  <a:pt x="8542" y="8739"/>
                </a:moveTo>
                <a:cubicBezTo>
                  <a:pt x="8494" y="8362"/>
                  <a:pt x="8574" y="8014"/>
                  <a:pt x="8754" y="7806"/>
                </a:cubicBezTo>
                <a:cubicBezTo>
                  <a:pt x="8864" y="7680"/>
                  <a:pt x="9006" y="7612"/>
                  <a:pt x="9163" y="7612"/>
                </a:cubicBezTo>
                <a:lnTo>
                  <a:pt x="9163" y="7409"/>
                </a:lnTo>
                <a:lnTo>
                  <a:pt x="9164" y="7409"/>
                </a:lnTo>
                <a:lnTo>
                  <a:pt x="9182" y="7613"/>
                </a:lnTo>
                <a:cubicBezTo>
                  <a:pt x="9653" y="7628"/>
                  <a:pt x="10105" y="8185"/>
                  <a:pt x="10189" y="8855"/>
                </a:cubicBezTo>
                <a:cubicBezTo>
                  <a:pt x="10237" y="9239"/>
                  <a:pt x="10154" y="9595"/>
                  <a:pt x="9969" y="9809"/>
                </a:cubicBezTo>
                <a:cubicBezTo>
                  <a:pt x="9860" y="9935"/>
                  <a:pt x="9721" y="10002"/>
                  <a:pt x="9550" y="10001"/>
                </a:cubicBezTo>
                <a:lnTo>
                  <a:pt x="9549" y="10001"/>
                </a:lnTo>
                <a:cubicBezTo>
                  <a:pt x="9087" y="9988"/>
                  <a:pt x="8625" y="9409"/>
                  <a:pt x="8542" y="8739"/>
                </a:cubicBezTo>
                <a:moveTo>
                  <a:pt x="10838" y="11196"/>
                </a:moveTo>
                <a:cubicBezTo>
                  <a:pt x="10586" y="11009"/>
                  <a:pt x="10351" y="10732"/>
                  <a:pt x="10342" y="10647"/>
                </a:cubicBezTo>
                <a:cubicBezTo>
                  <a:pt x="10342" y="10499"/>
                  <a:pt x="10342" y="10431"/>
                  <a:pt x="10689" y="10148"/>
                </a:cubicBezTo>
                <a:cubicBezTo>
                  <a:pt x="11138" y="9780"/>
                  <a:pt x="11386" y="9296"/>
                  <a:pt x="11386" y="8784"/>
                </a:cubicBezTo>
                <a:cubicBezTo>
                  <a:pt x="11386" y="8342"/>
                  <a:pt x="11262" y="7947"/>
                  <a:pt x="11049" y="7660"/>
                </a:cubicBezTo>
                <a:lnTo>
                  <a:pt x="11238" y="7660"/>
                </a:lnTo>
                <a:lnTo>
                  <a:pt x="12276" y="6873"/>
                </a:lnTo>
                <a:lnTo>
                  <a:pt x="9463" y="6873"/>
                </a:lnTo>
                <a:cubicBezTo>
                  <a:pt x="8334" y="6873"/>
                  <a:pt x="7345" y="7760"/>
                  <a:pt x="7345" y="8769"/>
                </a:cubicBezTo>
                <a:cubicBezTo>
                  <a:pt x="7345" y="9812"/>
                  <a:pt x="8109" y="10605"/>
                  <a:pt x="9136" y="10648"/>
                </a:cubicBezTo>
                <a:cubicBezTo>
                  <a:pt x="9121" y="10722"/>
                  <a:pt x="9113" y="10795"/>
                  <a:pt x="9113" y="10867"/>
                </a:cubicBezTo>
                <a:cubicBezTo>
                  <a:pt x="9113" y="11018"/>
                  <a:pt x="9147" y="11162"/>
                  <a:pt x="9216" y="11300"/>
                </a:cubicBezTo>
                <a:cubicBezTo>
                  <a:pt x="7942" y="11309"/>
                  <a:pt x="6869" y="12161"/>
                  <a:pt x="6869" y="13167"/>
                </a:cubicBezTo>
                <a:cubicBezTo>
                  <a:pt x="6869" y="14071"/>
                  <a:pt x="7902" y="14727"/>
                  <a:pt x="9325" y="14727"/>
                </a:cubicBezTo>
                <a:cubicBezTo>
                  <a:pt x="10861" y="14727"/>
                  <a:pt x="11690" y="13766"/>
                  <a:pt x="11690" y="12860"/>
                </a:cubicBezTo>
                <a:cubicBezTo>
                  <a:pt x="11690" y="12108"/>
                  <a:pt x="11459" y="11656"/>
                  <a:pt x="10838" y="1119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96" name="Shape 2721"/>
          <p:cNvSpPr/>
          <p:nvPr/>
        </p:nvSpPr>
        <p:spPr>
          <a:xfrm>
            <a:off x="7526916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30" y="9321"/>
                </a:moveTo>
                <a:cubicBezTo>
                  <a:pt x="11975" y="9321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1"/>
                  <a:pt x="13430" y="9321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1"/>
                </a:lnTo>
                <a:lnTo>
                  <a:pt x="6873" y="9321"/>
                </a:lnTo>
                <a:cubicBezTo>
                  <a:pt x="6873" y="9321"/>
                  <a:pt x="6873" y="14727"/>
                  <a:pt x="6873" y="14727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1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 dirty="0">
              <a:latin typeface="Arial"/>
              <a:ea typeface="Arial"/>
              <a:cs typeface="Arial"/>
            </a:endParaRPr>
          </a:p>
        </p:txBody>
      </p:sp>
      <p:sp>
        <p:nvSpPr>
          <p:cNvPr id="97" name="Shape 2722"/>
          <p:cNvSpPr/>
          <p:nvPr/>
        </p:nvSpPr>
        <p:spPr>
          <a:xfrm>
            <a:off x="7942885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1592" y="13291"/>
                </a:moveTo>
                <a:cubicBezTo>
                  <a:pt x="11452" y="13213"/>
                  <a:pt x="11342" y="13108"/>
                  <a:pt x="11291" y="12978"/>
                </a:cubicBezTo>
                <a:cubicBezTo>
                  <a:pt x="11284" y="12956"/>
                  <a:pt x="11290" y="10299"/>
                  <a:pt x="11290" y="10299"/>
                </a:cubicBezTo>
                <a:lnTo>
                  <a:pt x="13256" y="10299"/>
                </a:lnTo>
                <a:lnTo>
                  <a:pt x="13256" y="8836"/>
                </a:lnTo>
                <a:lnTo>
                  <a:pt x="11292" y="8836"/>
                </a:lnTo>
                <a:lnTo>
                  <a:pt x="11292" y="6873"/>
                </a:lnTo>
                <a:lnTo>
                  <a:pt x="10042" y="6879"/>
                </a:lnTo>
                <a:cubicBezTo>
                  <a:pt x="9988" y="7284"/>
                  <a:pt x="9891" y="7618"/>
                  <a:pt x="9750" y="7879"/>
                </a:cubicBezTo>
                <a:cubicBezTo>
                  <a:pt x="9608" y="8142"/>
                  <a:pt x="9420" y="8366"/>
                  <a:pt x="9187" y="8553"/>
                </a:cubicBezTo>
                <a:cubicBezTo>
                  <a:pt x="8953" y="8740"/>
                  <a:pt x="8672" y="8883"/>
                  <a:pt x="8344" y="8984"/>
                </a:cubicBezTo>
                <a:lnTo>
                  <a:pt x="8345" y="10309"/>
                </a:lnTo>
                <a:lnTo>
                  <a:pt x="9328" y="10299"/>
                </a:lnTo>
                <a:lnTo>
                  <a:pt x="9328" y="12846"/>
                </a:lnTo>
                <a:cubicBezTo>
                  <a:pt x="9328" y="13204"/>
                  <a:pt x="9368" y="13478"/>
                  <a:pt x="9448" y="13666"/>
                </a:cubicBezTo>
                <a:cubicBezTo>
                  <a:pt x="9528" y="13856"/>
                  <a:pt x="9671" y="14034"/>
                  <a:pt x="9879" y="14202"/>
                </a:cubicBezTo>
                <a:cubicBezTo>
                  <a:pt x="10086" y="14370"/>
                  <a:pt x="10336" y="14498"/>
                  <a:pt x="10629" y="14589"/>
                </a:cubicBezTo>
                <a:cubicBezTo>
                  <a:pt x="10922" y="14679"/>
                  <a:pt x="11238" y="14727"/>
                  <a:pt x="11619" y="14727"/>
                </a:cubicBezTo>
                <a:cubicBezTo>
                  <a:pt x="11955" y="14727"/>
                  <a:pt x="12228" y="14693"/>
                  <a:pt x="12517" y="14629"/>
                </a:cubicBezTo>
                <a:cubicBezTo>
                  <a:pt x="12806" y="14565"/>
                  <a:pt x="13221" y="14455"/>
                  <a:pt x="13578" y="14297"/>
                </a:cubicBezTo>
                <a:lnTo>
                  <a:pt x="13583" y="13091"/>
                </a:lnTo>
                <a:cubicBezTo>
                  <a:pt x="13165" y="13349"/>
                  <a:pt x="12648" y="13447"/>
                  <a:pt x="12225" y="13447"/>
                </a:cubicBezTo>
                <a:cubicBezTo>
                  <a:pt x="11987" y="13447"/>
                  <a:pt x="11776" y="13395"/>
                  <a:pt x="11592" y="132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98" name="Shape 2723"/>
          <p:cNvSpPr/>
          <p:nvPr/>
        </p:nvSpPr>
        <p:spPr>
          <a:xfrm>
            <a:off x="8358854" y="3387452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291" y="6986"/>
                </a:moveTo>
                <a:cubicBezTo>
                  <a:pt x="14241" y="6976"/>
                  <a:pt x="14187" y="6971"/>
                  <a:pt x="14134" y="6971"/>
                </a:cubicBezTo>
                <a:cubicBezTo>
                  <a:pt x="13808" y="6971"/>
                  <a:pt x="13598" y="7166"/>
                  <a:pt x="13572" y="7494"/>
                </a:cubicBezTo>
                <a:cubicBezTo>
                  <a:pt x="13242" y="11704"/>
                  <a:pt x="13044" y="12909"/>
                  <a:pt x="13042" y="12921"/>
                </a:cubicBezTo>
                <a:lnTo>
                  <a:pt x="13046" y="13020"/>
                </a:lnTo>
                <a:lnTo>
                  <a:pt x="13142" y="13032"/>
                </a:lnTo>
                <a:lnTo>
                  <a:pt x="13172" y="13031"/>
                </a:lnTo>
                <a:cubicBezTo>
                  <a:pt x="13281" y="13031"/>
                  <a:pt x="13386" y="13050"/>
                  <a:pt x="13473" y="13084"/>
                </a:cubicBezTo>
                <a:lnTo>
                  <a:pt x="13579" y="13126"/>
                </a:lnTo>
                <a:lnTo>
                  <a:pt x="13598" y="13012"/>
                </a:lnTo>
                <a:cubicBezTo>
                  <a:pt x="13837" y="11522"/>
                  <a:pt x="14296" y="9525"/>
                  <a:pt x="14542" y="8453"/>
                </a:cubicBezTo>
                <a:cubicBezTo>
                  <a:pt x="14618" y="8121"/>
                  <a:pt x="14675" y="7877"/>
                  <a:pt x="14698" y="7763"/>
                </a:cubicBezTo>
                <a:cubicBezTo>
                  <a:pt x="14745" y="7530"/>
                  <a:pt x="14724" y="7343"/>
                  <a:pt x="14636" y="7206"/>
                </a:cubicBezTo>
                <a:cubicBezTo>
                  <a:pt x="14563" y="7092"/>
                  <a:pt x="14447" y="7018"/>
                  <a:pt x="14291" y="6986"/>
                </a:cubicBezTo>
                <a:moveTo>
                  <a:pt x="13280" y="13606"/>
                </a:moveTo>
                <a:cubicBezTo>
                  <a:pt x="12921" y="13524"/>
                  <a:pt x="12660" y="13682"/>
                  <a:pt x="12569" y="14030"/>
                </a:cubicBezTo>
                <a:cubicBezTo>
                  <a:pt x="12529" y="14187"/>
                  <a:pt x="12549" y="14335"/>
                  <a:pt x="12630" y="14459"/>
                </a:cubicBezTo>
                <a:cubicBezTo>
                  <a:pt x="12706" y="14574"/>
                  <a:pt x="12831" y="14660"/>
                  <a:pt x="12982" y="14701"/>
                </a:cubicBezTo>
                <a:cubicBezTo>
                  <a:pt x="13045" y="14719"/>
                  <a:pt x="13109" y="14728"/>
                  <a:pt x="13172" y="14728"/>
                </a:cubicBezTo>
                <a:cubicBezTo>
                  <a:pt x="13438" y="14728"/>
                  <a:pt x="13639" y="14578"/>
                  <a:pt x="13698" y="14338"/>
                </a:cubicBezTo>
                <a:cubicBezTo>
                  <a:pt x="13741" y="14155"/>
                  <a:pt x="13722" y="13989"/>
                  <a:pt x="13642" y="13858"/>
                </a:cubicBezTo>
                <a:cubicBezTo>
                  <a:pt x="13567" y="13733"/>
                  <a:pt x="13439" y="13643"/>
                  <a:pt x="13280" y="13606"/>
                </a:cubicBezTo>
                <a:moveTo>
                  <a:pt x="13014" y="7028"/>
                </a:moveTo>
                <a:lnTo>
                  <a:pt x="13098" y="6884"/>
                </a:lnTo>
                <a:lnTo>
                  <a:pt x="12931" y="6884"/>
                </a:lnTo>
                <a:lnTo>
                  <a:pt x="12906" y="6887"/>
                </a:lnTo>
                <a:cubicBezTo>
                  <a:pt x="12646" y="6961"/>
                  <a:pt x="12244" y="6961"/>
                  <a:pt x="11983" y="6887"/>
                </a:cubicBezTo>
                <a:lnTo>
                  <a:pt x="11901" y="6884"/>
                </a:lnTo>
                <a:lnTo>
                  <a:pt x="9988" y="10156"/>
                </a:lnTo>
                <a:lnTo>
                  <a:pt x="8067" y="6872"/>
                </a:lnTo>
                <a:lnTo>
                  <a:pt x="8000" y="6890"/>
                </a:lnTo>
                <a:cubicBezTo>
                  <a:pt x="7739" y="6962"/>
                  <a:pt x="7347" y="6961"/>
                  <a:pt x="7088" y="6887"/>
                </a:cubicBezTo>
                <a:lnTo>
                  <a:pt x="6878" y="6884"/>
                </a:lnTo>
                <a:lnTo>
                  <a:pt x="9482" y="11392"/>
                </a:lnTo>
                <a:lnTo>
                  <a:pt x="9404" y="14626"/>
                </a:lnTo>
                <a:lnTo>
                  <a:pt x="9407" y="14722"/>
                </a:lnTo>
                <a:lnTo>
                  <a:pt x="9502" y="14722"/>
                </a:lnTo>
                <a:lnTo>
                  <a:pt x="9526" y="14719"/>
                </a:lnTo>
                <a:cubicBezTo>
                  <a:pt x="9786" y="14645"/>
                  <a:pt x="10190" y="14645"/>
                  <a:pt x="10449" y="14719"/>
                </a:cubicBezTo>
                <a:lnTo>
                  <a:pt x="10573" y="14722"/>
                </a:lnTo>
                <a:lnTo>
                  <a:pt x="10512" y="11390"/>
                </a:lnTo>
                <a:cubicBezTo>
                  <a:pt x="10600" y="11229"/>
                  <a:pt x="11150" y="10205"/>
                  <a:pt x="11738" y="9180"/>
                </a:cubicBezTo>
                <a:cubicBezTo>
                  <a:pt x="12342" y="8126"/>
                  <a:pt x="13008" y="7040"/>
                  <a:pt x="13014" y="702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99" name="Shape 2724"/>
          <p:cNvSpPr/>
          <p:nvPr/>
        </p:nvSpPr>
        <p:spPr>
          <a:xfrm>
            <a:off x="4615133" y="3803390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062" y="5890"/>
                </a:moveTo>
                <a:lnTo>
                  <a:pt x="10786" y="7776"/>
                </a:lnTo>
                <a:lnTo>
                  <a:pt x="13925" y="9725"/>
                </a:lnTo>
                <a:lnTo>
                  <a:pt x="16200" y="7926"/>
                </a:lnTo>
                <a:cubicBezTo>
                  <a:pt x="16200" y="7926"/>
                  <a:pt x="13062" y="5890"/>
                  <a:pt x="13062" y="5890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5400" y="8027"/>
                </a:moveTo>
                <a:lnTo>
                  <a:pt x="7647" y="9763"/>
                </a:lnTo>
                <a:lnTo>
                  <a:pt x="10786" y="7776"/>
                </a:lnTo>
                <a:lnTo>
                  <a:pt x="8630" y="5891"/>
                </a:lnTo>
                <a:cubicBezTo>
                  <a:pt x="8630" y="5891"/>
                  <a:pt x="5400" y="8027"/>
                  <a:pt x="5400" y="8027"/>
                </a:cubicBezTo>
                <a:close/>
                <a:moveTo>
                  <a:pt x="13925" y="9726"/>
                </a:moveTo>
                <a:lnTo>
                  <a:pt x="13925" y="9725"/>
                </a:lnTo>
                <a:lnTo>
                  <a:pt x="13925" y="9725"/>
                </a:lnTo>
                <a:lnTo>
                  <a:pt x="13924" y="9725"/>
                </a:lnTo>
                <a:cubicBezTo>
                  <a:pt x="13924" y="9725"/>
                  <a:pt x="13925" y="9726"/>
                  <a:pt x="13925" y="9726"/>
                </a:cubicBezTo>
                <a:close/>
                <a:moveTo>
                  <a:pt x="12965" y="14699"/>
                </a:moveTo>
                <a:lnTo>
                  <a:pt x="12959" y="14707"/>
                </a:lnTo>
                <a:lnTo>
                  <a:pt x="10801" y="13101"/>
                </a:lnTo>
                <a:lnTo>
                  <a:pt x="8731" y="14685"/>
                </a:lnTo>
                <a:lnTo>
                  <a:pt x="8712" y="14715"/>
                </a:lnTo>
                <a:lnTo>
                  <a:pt x="7571" y="14025"/>
                </a:lnTo>
                <a:lnTo>
                  <a:pt x="7571" y="14627"/>
                </a:lnTo>
                <a:lnTo>
                  <a:pt x="10799" y="16692"/>
                </a:lnTo>
                <a:lnTo>
                  <a:pt x="14001" y="14627"/>
                </a:lnTo>
                <a:lnTo>
                  <a:pt x="14001" y="14067"/>
                </a:lnTo>
                <a:lnTo>
                  <a:pt x="12965" y="14699"/>
                </a:lnTo>
                <a:cubicBezTo>
                  <a:pt x="12965" y="14699"/>
                  <a:pt x="12965" y="14699"/>
                  <a:pt x="12965" y="14699"/>
                </a:cubicBezTo>
                <a:close/>
                <a:moveTo>
                  <a:pt x="7641" y="9766"/>
                </a:moveTo>
                <a:lnTo>
                  <a:pt x="5404" y="11577"/>
                </a:lnTo>
                <a:lnTo>
                  <a:pt x="7350" y="12746"/>
                </a:lnTo>
                <a:lnTo>
                  <a:pt x="7351" y="12745"/>
                </a:lnTo>
                <a:lnTo>
                  <a:pt x="7742" y="12982"/>
                </a:lnTo>
                <a:lnTo>
                  <a:pt x="8631" y="13516"/>
                </a:lnTo>
                <a:lnTo>
                  <a:pt x="10060" y="12431"/>
                </a:lnTo>
                <a:lnTo>
                  <a:pt x="10780" y="11879"/>
                </a:lnTo>
                <a:lnTo>
                  <a:pt x="10783" y="11882"/>
                </a:lnTo>
                <a:lnTo>
                  <a:pt x="10786" y="11880"/>
                </a:lnTo>
                <a:lnTo>
                  <a:pt x="10798" y="11888"/>
                </a:lnTo>
                <a:lnTo>
                  <a:pt x="10804" y="11879"/>
                </a:lnTo>
                <a:lnTo>
                  <a:pt x="12515" y="13153"/>
                </a:lnTo>
                <a:lnTo>
                  <a:pt x="13007" y="13515"/>
                </a:lnTo>
                <a:lnTo>
                  <a:pt x="16199" y="11575"/>
                </a:lnTo>
                <a:lnTo>
                  <a:pt x="13925" y="9726"/>
                </a:lnTo>
                <a:lnTo>
                  <a:pt x="10787" y="11715"/>
                </a:lnTo>
                <a:cubicBezTo>
                  <a:pt x="10787" y="11715"/>
                  <a:pt x="7641" y="9766"/>
                  <a:pt x="7641" y="976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00" name="Shape 2725"/>
          <p:cNvSpPr/>
          <p:nvPr/>
        </p:nvSpPr>
        <p:spPr>
          <a:xfrm>
            <a:off x="5031101" y="3803390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8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8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7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01" name="Shape 2726"/>
          <p:cNvSpPr/>
          <p:nvPr/>
        </p:nvSpPr>
        <p:spPr>
          <a:xfrm>
            <a:off x="5447071" y="3803390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800"/>
                </a:moveTo>
                <a:cubicBezTo>
                  <a:pt x="15709" y="12575"/>
                  <a:pt x="14764" y="14125"/>
                  <a:pt x="13353" y="14987"/>
                </a:cubicBezTo>
                <a:lnTo>
                  <a:pt x="14834" y="10706"/>
                </a:lnTo>
                <a:cubicBezTo>
                  <a:pt x="15118" y="9994"/>
                  <a:pt x="15213" y="9425"/>
                  <a:pt x="15213" y="8918"/>
                </a:cubicBezTo>
                <a:cubicBezTo>
                  <a:pt x="15213" y="8811"/>
                  <a:pt x="15201" y="8718"/>
                  <a:pt x="15194" y="8620"/>
                </a:cubicBezTo>
                <a:cubicBezTo>
                  <a:pt x="15521" y="9277"/>
                  <a:pt x="15709" y="10016"/>
                  <a:pt x="15709" y="10800"/>
                </a:cubicBezTo>
                <a:moveTo>
                  <a:pt x="11488" y="8460"/>
                </a:moveTo>
                <a:cubicBezTo>
                  <a:pt x="11788" y="8444"/>
                  <a:pt x="12059" y="8413"/>
                  <a:pt x="12059" y="8413"/>
                </a:cubicBezTo>
                <a:cubicBezTo>
                  <a:pt x="12328" y="8380"/>
                  <a:pt x="12296" y="7986"/>
                  <a:pt x="12027" y="8001"/>
                </a:cubicBezTo>
                <a:cubicBezTo>
                  <a:pt x="12027" y="8001"/>
                  <a:pt x="11219" y="8065"/>
                  <a:pt x="10697" y="8065"/>
                </a:cubicBezTo>
                <a:cubicBezTo>
                  <a:pt x="10206" y="8065"/>
                  <a:pt x="9382" y="8001"/>
                  <a:pt x="9382" y="8001"/>
                </a:cubicBezTo>
                <a:cubicBezTo>
                  <a:pt x="9113" y="7986"/>
                  <a:pt x="9082" y="8396"/>
                  <a:pt x="9350" y="8413"/>
                </a:cubicBezTo>
                <a:cubicBezTo>
                  <a:pt x="9350" y="8413"/>
                  <a:pt x="9605" y="8444"/>
                  <a:pt x="9874" y="8460"/>
                </a:cubicBezTo>
                <a:lnTo>
                  <a:pt x="10652" y="10591"/>
                </a:lnTo>
                <a:lnTo>
                  <a:pt x="9560" y="13866"/>
                </a:lnTo>
                <a:lnTo>
                  <a:pt x="7742" y="8460"/>
                </a:lnTo>
                <a:cubicBezTo>
                  <a:pt x="8042" y="8444"/>
                  <a:pt x="8313" y="8413"/>
                  <a:pt x="8313" y="8413"/>
                </a:cubicBezTo>
                <a:cubicBezTo>
                  <a:pt x="8582" y="8380"/>
                  <a:pt x="8550" y="7986"/>
                  <a:pt x="8281" y="8001"/>
                </a:cubicBezTo>
                <a:cubicBezTo>
                  <a:pt x="8281" y="8001"/>
                  <a:pt x="7473" y="8065"/>
                  <a:pt x="6951" y="8065"/>
                </a:cubicBezTo>
                <a:cubicBezTo>
                  <a:pt x="6885" y="8065"/>
                  <a:pt x="6804" y="8063"/>
                  <a:pt x="6727" y="8061"/>
                </a:cubicBezTo>
                <a:cubicBezTo>
                  <a:pt x="7608" y="6752"/>
                  <a:pt x="9103" y="5891"/>
                  <a:pt x="10800" y="5891"/>
                </a:cubicBezTo>
                <a:cubicBezTo>
                  <a:pt x="12045" y="5891"/>
                  <a:pt x="13178" y="6358"/>
                  <a:pt x="14044" y="7122"/>
                </a:cubicBezTo>
                <a:cubicBezTo>
                  <a:pt x="13590" y="7157"/>
                  <a:pt x="13299" y="7563"/>
                  <a:pt x="13299" y="8001"/>
                </a:cubicBezTo>
                <a:cubicBezTo>
                  <a:pt x="13299" y="8413"/>
                  <a:pt x="13505" y="8761"/>
                  <a:pt x="13758" y="9172"/>
                </a:cubicBezTo>
                <a:cubicBezTo>
                  <a:pt x="13948" y="9504"/>
                  <a:pt x="14169" y="9931"/>
                  <a:pt x="14169" y="10548"/>
                </a:cubicBezTo>
                <a:cubicBezTo>
                  <a:pt x="14169" y="10975"/>
                  <a:pt x="14005" y="11471"/>
                  <a:pt x="13789" y="12162"/>
                </a:cubicBezTo>
                <a:lnTo>
                  <a:pt x="13291" y="13825"/>
                </a:lnTo>
                <a:cubicBezTo>
                  <a:pt x="13291" y="13825"/>
                  <a:pt x="11488" y="8460"/>
                  <a:pt x="11488" y="8460"/>
                </a:cubicBezTo>
                <a:close/>
                <a:moveTo>
                  <a:pt x="10800" y="15709"/>
                </a:moveTo>
                <a:cubicBezTo>
                  <a:pt x="10319" y="15709"/>
                  <a:pt x="9857" y="15637"/>
                  <a:pt x="9418" y="15508"/>
                </a:cubicBezTo>
                <a:lnTo>
                  <a:pt x="10887" y="11236"/>
                </a:lnTo>
                <a:cubicBezTo>
                  <a:pt x="10887" y="11236"/>
                  <a:pt x="12211" y="14865"/>
                  <a:pt x="12425" y="15428"/>
                </a:cubicBezTo>
                <a:cubicBezTo>
                  <a:pt x="11916" y="15607"/>
                  <a:pt x="11371" y="15709"/>
                  <a:pt x="10800" y="15709"/>
                </a:cubicBezTo>
                <a:moveTo>
                  <a:pt x="5891" y="10800"/>
                </a:moveTo>
                <a:cubicBezTo>
                  <a:pt x="5891" y="10118"/>
                  <a:pt x="6030" y="9470"/>
                  <a:pt x="6281" y="8880"/>
                </a:cubicBezTo>
                <a:lnTo>
                  <a:pt x="8579" y="15174"/>
                </a:lnTo>
                <a:cubicBezTo>
                  <a:pt x="6985" y="14362"/>
                  <a:pt x="5891" y="12711"/>
                  <a:pt x="5891" y="10800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02" name="Shape 2727"/>
          <p:cNvSpPr/>
          <p:nvPr/>
        </p:nvSpPr>
        <p:spPr>
          <a:xfrm>
            <a:off x="5863040" y="3803390"/>
            <a:ext cx="217889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36" y="10309"/>
                </a:moveTo>
                <a:cubicBezTo>
                  <a:pt x="13551" y="10309"/>
                  <a:pt x="12889" y="10401"/>
                  <a:pt x="12252" y="10556"/>
                </a:cubicBezTo>
                <a:cubicBezTo>
                  <a:pt x="12104" y="10191"/>
                  <a:pt x="11941" y="9834"/>
                  <a:pt x="11763" y="9484"/>
                </a:cubicBezTo>
                <a:cubicBezTo>
                  <a:pt x="12783" y="9001"/>
                  <a:pt x="13728" y="8390"/>
                  <a:pt x="14592" y="7682"/>
                </a:cubicBezTo>
                <a:cubicBezTo>
                  <a:pt x="15222" y="8448"/>
                  <a:pt x="15619" y="9407"/>
                  <a:pt x="15692" y="10457"/>
                </a:cubicBezTo>
                <a:cubicBezTo>
                  <a:pt x="15218" y="10370"/>
                  <a:pt x="14736" y="10309"/>
                  <a:pt x="14236" y="10309"/>
                </a:cubicBezTo>
                <a:moveTo>
                  <a:pt x="13226" y="15065"/>
                </a:moveTo>
                <a:cubicBezTo>
                  <a:pt x="13168" y="13821"/>
                  <a:pt x="12957" y="12618"/>
                  <a:pt x="12590" y="11483"/>
                </a:cubicBezTo>
                <a:cubicBezTo>
                  <a:pt x="13120" y="11361"/>
                  <a:pt x="13669" y="11291"/>
                  <a:pt x="14236" y="11291"/>
                </a:cubicBezTo>
                <a:cubicBezTo>
                  <a:pt x="14726" y="11291"/>
                  <a:pt x="15199" y="11358"/>
                  <a:pt x="15661" y="11451"/>
                </a:cubicBezTo>
                <a:cubicBezTo>
                  <a:pt x="15455" y="13001"/>
                  <a:pt x="14528" y="14322"/>
                  <a:pt x="13226" y="15065"/>
                </a:cubicBezTo>
                <a:moveTo>
                  <a:pt x="10800" y="15709"/>
                </a:moveTo>
                <a:cubicBezTo>
                  <a:pt x="9746" y="15709"/>
                  <a:pt x="8772" y="15374"/>
                  <a:pt x="7971" y="14808"/>
                </a:cubicBezTo>
                <a:cubicBezTo>
                  <a:pt x="8822" y="13429"/>
                  <a:pt x="10108" y="12348"/>
                  <a:pt x="11646" y="11768"/>
                </a:cubicBezTo>
                <a:cubicBezTo>
                  <a:pt x="12027" y="12943"/>
                  <a:pt x="12241" y="14191"/>
                  <a:pt x="12264" y="15487"/>
                </a:cubicBezTo>
                <a:cubicBezTo>
                  <a:pt x="11801" y="15631"/>
                  <a:pt x="11310" y="15709"/>
                  <a:pt x="10800" y="15709"/>
                </a:cubicBezTo>
                <a:moveTo>
                  <a:pt x="5891" y="10800"/>
                </a:moveTo>
                <a:cubicBezTo>
                  <a:pt x="7640" y="10800"/>
                  <a:pt x="9312" y="10469"/>
                  <a:pt x="10852" y="9873"/>
                </a:cubicBezTo>
                <a:cubicBezTo>
                  <a:pt x="11015" y="10192"/>
                  <a:pt x="11171" y="10515"/>
                  <a:pt x="11309" y="10848"/>
                </a:cubicBezTo>
                <a:cubicBezTo>
                  <a:pt x="9614" y="11484"/>
                  <a:pt x="8190" y="12658"/>
                  <a:pt x="7225" y="14157"/>
                </a:cubicBezTo>
                <a:cubicBezTo>
                  <a:pt x="6400" y="13279"/>
                  <a:pt x="5891" y="12100"/>
                  <a:pt x="5891" y="10800"/>
                </a:cubicBezTo>
                <a:moveTo>
                  <a:pt x="8358" y="6546"/>
                </a:moveTo>
                <a:cubicBezTo>
                  <a:pt x="9117" y="7279"/>
                  <a:pt x="9793" y="8098"/>
                  <a:pt x="10353" y="9001"/>
                </a:cubicBezTo>
                <a:cubicBezTo>
                  <a:pt x="8991" y="9509"/>
                  <a:pt x="7526" y="9801"/>
                  <a:pt x="5990" y="9813"/>
                </a:cubicBezTo>
                <a:cubicBezTo>
                  <a:pt x="6276" y="8414"/>
                  <a:pt x="7158" y="7236"/>
                  <a:pt x="8358" y="6546"/>
                </a:cubicBezTo>
                <a:moveTo>
                  <a:pt x="10800" y="5891"/>
                </a:moveTo>
                <a:cubicBezTo>
                  <a:pt x="11968" y="5891"/>
                  <a:pt x="13040" y="6300"/>
                  <a:pt x="13882" y="6982"/>
                </a:cubicBezTo>
                <a:cubicBezTo>
                  <a:pt x="13087" y="7622"/>
                  <a:pt x="12217" y="8174"/>
                  <a:pt x="11282" y="8612"/>
                </a:cubicBezTo>
                <a:cubicBezTo>
                  <a:pt x="10732" y="7702"/>
                  <a:pt x="10073" y="6869"/>
                  <a:pt x="9333" y="6114"/>
                </a:cubicBezTo>
                <a:cubicBezTo>
                  <a:pt x="9797" y="5970"/>
                  <a:pt x="10289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03" name="Shape 2728"/>
          <p:cNvSpPr/>
          <p:nvPr/>
        </p:nvSpPr>
        <p:spPr>
          <a:xfrm>
            <a:off x="6298817" y="3803390"/>
            <a:ext cx="178273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500" y="13698"/>
                </a:moveTo>
                <a:cubicBezTo>
                  <a:pt x="15500" y="14629"/>
                  <a:pt x="14906" y="15067"/>
                  <a:pt x="13996" y="15061"/>
                </a:cubicBezTo>
                <a:cubicBezTo>
                  <a:pt x="13870" y="15061"/>
                  <a:pt x="13731" y="15061"/>
                  <a:pt x="13646" y="15044"/>
                </a:cubicBezTo>
                <a:lnTo>
                  <a:pt x="13646" y="12497"/>
                </a:lnTo>
                <a:cubicBezTo>
                  <a:pt x="13731" y="12480"/>
                  <a:pt x="13877" y="12463"/>
                  <a:pt x="14101" y="12463"/>
                </a:cubicBezTo>
                <a:cubicBezTo>
                  <a:pt x="14966" y="12463"/>
                  <a:pt x="15507" y="12890"/>
                  <a:pt x="15500" y="13698"/>
                </a:cubicBezTo>
                <a:moveTo>
                  <a:pt x="12636" y="11868"/>
                </a:moveTo>
                <a:lnTo>
                  <a:pt x="12636" y="15691"/>
                </a:lnTo>
                <a:cubicBezTo>
                  <a:pt x="12886" y="15720"/>
                  <a:pt x="13256" y="15748"/>
                  <a:pt x="13778" y="15748"/>
                </a:cubicBezTo>
                <a:cubicBezTo>
                  <a:pt x="14649" y="15748"/>
                  <a:pt x="15362" y="15587"/>
                  <a:pt x="15830" y="15246"/>
                </a:cubicBezTo>
                <a:cubicBezTo>
                  <a:pt x="16260" y="14929"/>
                  <a:pt x="16570" y="14415"/>
                  <a:pt x="16570" y="13670"/>
                </a:cubicBezTo>
                <a:cubicBezTo>
                  <a:pt x="16570" y="12982"/>
                  <a:pt x="16279" y="12503"/>
                  <a:pt x="15817" y="12203"/>
                </a:cubicBezTo>
                <a:cubicBezTo>
                  <a:pt x="15388" y="11919"/>
                  <a:pt x="14840" y="11787"/>
                  <a:pt x="13996" y="11787"/>
                </a:cubicBezTo>
                <a:cubicBezTo>
                  <a:pt x="13487" y="11787"/>
                  <a:pt x="13005" y="11815"/>
                  <a:pt x="12636" y="11868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5"/>
                </a:moveTo>
                <a:cubicBezTo>
                  <a:pt x="20400" y="20178"/>
                  <a:pt x="19863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5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5"/>
                  <a:pt x="20400" y="19635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8"/>
                  <a:pt x="0" y="1964"/>
                </a:cubicBezTo>
                <a:lnTo>
                  <a:pt x="0" y="19635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5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769" y="13658"/>
                </a:moveTo>
                <a:cubicBezTo>
                  <a:pt x="6624" y="13658"/>
                  <a:pt x="6519" y="13652"/>
                  <a:pt x="6433" y="13635"/>
                </a:cubicBezTo>
                <a:lnTo>
                  <a:pt x="6433" y="12486"/>
                </a:lnTo>
                <a:cubicBezTo>
                  <a:pt x="6505" y="12468"/>
                  <a:pt x="6644" y="12451"/>
                  <a:pt x="6848" y="12451"/>
                </a:cubicBezTo>
                <a:cubicBezTo>
                  <a:pt x="7350" y="12451"/>
                  <a:pt x="7634" y="12665"/>
                  <a:pt x="7634" y="13023"/>
                </a:cubicBezTo>
                <a:cubicBezTo>
                  <a:pt x="7634" y="13421"/>
                  <a:pt x="7304" y="13658"/>
                  <a:pt x="6769" y="13658"/>
                </a:cubicBezTo>
                <a:moveTo>
                  <a:pt x="6796" y="11787"/>
                </a:moveTo>
                <a:cubicBezTo>
                  <a:pt x="6182" y="11787"/>
                  <a:pt x="5746" y="11821"/>
                  <a:pt x="5436" y="11868"/>
                </a:cubicBezTo>
                <a:lnTo>
                  <a:pt x="5436" y="15708"/>
                </a:lnTo>
                <a:lnTo>
                  <a:pt x="6433" y="15708"/>
                </a:lnTo>
                <a:lnTo>
                  <a:pt x="6433" y="14316"/>
                </a:lnTo>
                <a:cubicBezTo>
                  <a:pt x="6524" y="14328"/>
                  <a:pt x="6644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5" y="13704"/>
                  <a:pt x="8630" y="13381"/>
                  <a:pt x="8630" y="13000"/>
                </a:cubicBezTo>
                <a:cubicBezTo>
                  <a:pt x="8630" y="12618"/>
                  <a:pt x="8439" y="12296"/>
                  <a:pt x="8155" y="12099"/>
                </a:cubicBezTo>
                <a:cubicBezTo>
                  <a:pt x="7858" y="11891"/>
                  <a:pt x="7416" y="11787"/>
                  <a:pt x="6796" y="11787"/>
                </a:cubicBezTo>
                <a:moveTo>
                  <a:pt x="10765" y="13398"/>
                </a:moveTo>
                <a:cubicBezTo>
                  <a:pt x="10191" y="13208"/>
                  <a:pt x="9940" y="13098"/>
                  <a:pt x="9940" y="12850"/>
                </a:cubicBezTo>
                <a:cubicBezTo>
                  <a:pt x="9940" y="12648"/>
                  <a:pt x="10151" y="12474"/>
                  <a:pt x="10587" y="12474"/>
                </a:cubicBezTo>
                <a:cubicBezTo>
                  <a:pt x="11023" y="12474"/>
                  <a:pt x="11339" y="12583"/>
                  <a:pt x="11517" y="12659"/>
                </a:cubicBezTo>
                <a:lnTo>
                  <a:pt x="11742" y="11949"/>
                </a:lnTo>
                <a:cubicBezTo>
                  <a:pt x="11478" y="11845"/>
                  <a:pt x="11108" y="11752"/>
                  <a:pt x="10607" y="11752"/>
                </a:cubicBezTo>
                <a:cubicBezTo>
                  <a:pt x="9558" y="11752"/>
                  <a:pt x="8924" y="12260"/>
                  <a:pt x="8924" y="12924"/>
                </a:cubicBezTo>
                <a:cubicBezTo>
                  <a:pt x="8924" y="13490"/>
                  <a:pt x="9405" y="13849"/>
                  <a:pt x="10145" y="14074"/>
                </a:cubicBezTo>
                <a:cubicBezTo>
                  <a:pt x="10679" y="14241"/>
                  <a:pt x="10891" y="14380"/>
                  <a:pt x="10891" y="14623"/>
                </a:cubicBezTo>
                <a:cubicBezTo>
                  <a:pt x="10891" y="14877"/>
                  <a:pt x="10646" y="15044"/>
                  <a:pt x="10184" y="15044"/>
                </a:cubicBezTo>
                <a:cubicBezTo>
                  <a:pt x="9755" y="15044"/>
                  <a:pt x="9339" y="14923"/>
                  <a:pt x="9069" y="14802"/>
                </a:cubicBezTo>
                <a:lnTo>
                  <a:pt x="8864" y="15529"/>
                </a:lnTo>
                <a:cubicBezTo>
                  <a:pt x="9115" y="15651"/>
                  <a:pt x="9616" y="15766"/>
                  <a:pt x="10124" y="15766"/>
                </a:cubicBezTo>
                <a:cubicBezTo>
                  <a:pt x="11346" y="15766"/>
                  <a:pt x="11920" y="15211"/>
                  <a:pt x="11920" y="14559"/>
                </a:cubicBezTo>
                <a:cubicBezTo>
                  <a:pt x="11920" y="14010"/>
                  <a:pt x="11551" y="13652"/>
                  <a:pt x="10765" y="1339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04" name="Shape 2729"/>
          <p:cNvSpPr/>
          <p:nvPr/>
        </p:nvSpPr>
        <p:spPr>
          <a:xfrm>
            <a:off x="6714786" y="3803390"/>
            <a:ext cx="178273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36" y="15709"/>
                </a:moveTo>
                <a:lnTo>
                  <a:pt x="13646" y="15709"/>
                </a:lnTo>
                <a:lnTo>
                  <a:pt x="13646" y="11816"/>
                </a:lnTo>
                <a:lnTo>
                  <a:pt x="12636" y="11816"/>
                </a:lnTo>
                <a:cubicBezTo>
                  <a:pt x="12636" y="11816"/>
                  <a:pt x="12636" y="15709"/>
                  <a:pt x="126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9618" y="14051"/>
                </a:moveTo>
                <a:lnTo>
                  <a:pt x="9881" y="13225"/>
                </a:lnTo>
                <a:cubicBezTo>
                  <a:pt x="9954" y="13000"/>
                  <a:pt x="10020" y="12706"/>
                  <a:pt x="10086" y="12475"/>
                </a:cubicBezTo>
                <a:lnTo>
                  <a:pt x="10099" y="12475"/>
                </a:lnTo>
                <a:cubicBezTo>
                  <a:pt x="10165" y="12706"/>
                  <a:pt x="10245" y="12994"/>
                  <a:pt x="10324" y="13225"/>
                </a:cubicBezTo>
                <a:lnTo>
                  <a:pt x="10601" y="14051"/>
                </a:lnTo>
                <a:cubicBezTo>
                  <a:pt x="10601" y="14051"/>
                  <a:pt x="9618" y="14051"/>
                  <a:pt x="9618" y="14051"/>
                </a:cubicBezTo>
                <a:close/>
                <a:moveTo>
                  <a:pt x="9472" y="11816"/>
                </a:moveTo>
                <a:lnTo>
                  <a:pt x="8113" y="15709"/>
                </a:lnTo>
                <a:lnTo>
                  <a:pt x="9155" y="15709"/>
                </a:lnTo>
                <a:lnTo>
                  <a:pt x="9472" y="14710"/>
                </a:lnTo>
                <a:lnTo>
                  <a:pt x="10746" y="14710"/>
                </a:lnTo>
                <a:lnTo>
                  <a:pt x="11089" y="15709"/>
                </a:lnTo>
                <a:lnTo>
                  <a:pt x="12172" y="15709"/>
                </a:lnTo>
                <a:lnTo>
                  <a:pt x="10792" y="11816"/>
                </a:lnTo>
                <a:cubicBezTo>
                  <a:pt x="10792" y="11816"/>
                  <a:pt x="9472" y="11816"/>
                  <a:pt x="9472" y="1181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05" name="Shape 2730"/>
          <p:cNvSpPr/>
          <p:nvPr/>
        </p:nvSpPr>
        <p:spPr>
          <a:xfrm>
            <a:off x="7130755" y="3803390"/>
            <a:ext cx="178273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06" name="Shape 2731"/>
          <p:cNvSpPr/>
          <p:nvPr/>
        </p:nvSpPr>
        <p:spPr>
          <a:xfrm>
            <a:off x="7546724" y="3803390"/>
            <a:ext cx="178273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36" y="15709"/>
                </a:moveTo>
                <a:lnTo>
                  <a:pt x="13945" y="15709"/>
                </a:lnTo>
                <a:lnTo>
                  <a:pt x="13945" y="14144"/>
                </a:lnTo>
                <a:lnTo>
                  <a:pt x="15543" y="14144"/>
                </a:lnTo>
                <a:lnTo>
                  <a:pt x="15543" y="13428"/>
                </a:lnTo>
                <a:lnTo>
                  <a:pt x="13945" y="13428"/>
                </a:lnTo>
                <a:lnTo>
                  <a:pt x="13945" y="12538"/>
                </a:lnTo>
                <a:lnTo>
                  <a:pt x="15655" y="12538"/>
                </a:lnTo>
                <a:lnTo>
                  <a:pt x="15655" y="11816"/>
                </a:lnTo>
                <a:lnTo>
                  <a:pt x="12936" y="11816"/>
                </a:lnTo>
                <a:cubicBezTo>
                  <a:pt x="12936" y="11816"/>
                  <a:pt x="12936" y="15709"/>
                  <a:pt x="129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1136" y="15709"/>
                </a:moveTo>
                <a:lnTo>
                  <a:pt x="12145" y="15709"/>
                </a:lnTo>
                <a:lnTo>
                  <a:pt x="12145" y="11816"/>
                </a:lnTo>
                <a:lnTo>
                  <a:pt x="11136" y="11816"/>
                </a:lnTo>
                <a:cubicBezTo>
                  <a:pt x="11136" y="11816"/>
                  <a:pt x="11136" y="15709"/>
                  <a:pt x="11136" y="15709"/>
                </a:cubicBezTo>
                <a:close/>
                <a:moveTo>
                  <a:pt x="8395" y="14167"/>
                </a:moveTo>
                <a:lnTo>
                  <a:pt x="9082" y="14167"/>
                </a:lnTo>
                <a:lnTo>
                  <a:pt x="9082" y="14981"/>
                </a:lnTo>
                <a:cubicBezTo>
                  <a:pt x="9002" y="15015"/>
                  <a:pt x="8818" y="15039"/>
                  <a:pt x="8586" y="15039"/>
                </a:cubicBezTo>
                <a:cubicBezTo>
                  <a:pt x="7761" y="15039"/>
                  <a:pt x="7187" y="14565"/>
                  <a:pt x="7187" y="13762"/>
                </a:cubicBezTo>
                <a:cubicBezTo>
                  <a:pt x="7187" y="12919"/>
                  <a:pt x="7821" y="12503"/>
                  <a:pt x="8659" y="12503"/>
                </a:cubicBezTo>
                <a:cubicBezTo>
                  <a:pt x="9148" y="12503"/>
                  <a:pt x="9451" y="12579"/>
                  <a:pt x="9696" y="12672"/>
                </a:cubicBezTo>
                <a:lnTo>
                  <a:pt x="9907" y="11966"/>
                </a:lnTo>
                <a:cubicBezTo>
                  <a:pt x="9689" y="11874"/>
                  <a:pt x="9247" y="11776"/>
                  <a:pt x="8672" y="11776"/>
                </a:cubicBezTo>
                <a:cubicBezTo>
                  <a:pt x="7213" y="11776"/>
                  <a:pt x="6138" y="12515"/>
                  <a:pt x="6131" y="13809"/>
                </a:cubicBezTo>
                <a:cubicBezTo>
                  <a:pt x="6124" y="14381"/>
                  <a:pt x="6349" y="14888"/>
                  <a:pt x="6758" y="15223"/>
                </a:cubicBezTo>
                <a:cubicBezTo>
                  <a:pt x="7167" y="15570"/>
                  <a:pt x="7755" y="15749"/>
                  <a:pt x="8566" y="15749"/>
                </a:cubicBezTo>
                <a:cubicBezTo>
                  <a:pt x="9155" y="15749"/>
                  <a:pt x="9742" y="15622"/>
                  <a:pt x="10052" y="15530"/>
                </a:cubicBezTo>
                <a:lnTo>
                  <a:pt x="10052" y="13479"/>
                </a:lnTo>
                <a:lnTo>
                  <a:pt x="8395" y="13479"/>
                </a:lnTo>
                <a:cubicBezTo>
                  <a:pt x="8395" y="13479"/>
                  <a:pt x="8395" y="14167"/>
                  <a:pt x="8395" y="14167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07" name="Shape 2732"/>
          <p:cNvSpPr/>
          <p:nvPr/>
        </p:nvSpPr>
        <p:spPr>
          <a:xfrm>
            <a:off x="7962693" y="3803390"/>
            <a:ext cx="178273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108" name="Shape 2733"/>
          <p:cNvSpPr/>
          <p:nvPr/>
        </p:nvSpPr>
        <p:spPr>
          <a:xfrm>
            <a:off x="8378662" y="3803390"/>
            <a:ext cx="178273" cy="217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3031" y="13809"/>
                </a:moveTo>
                <a:cubicBezTo>
                  <a:pt x="13024" y="14381"/>
                  <a:pt x="13249" y="14888"/>
                  <a:pt x="13658" y="15223"/>
                </a:cubicBezTo>
                <a:cubicBezTo>
                  <a:pt x="14067" y="15570"/>
                  <a:pt x="14655" y="15749"/>
                  <a:pt x="15467" y="15749"/>
                </a:cubicBezTo>
                <a:cubicBezTo>
                  <a:pt x="16054" y="15749"/>
                  <a:pt x="16642" y="15622"/>
                  <a:pt x="16952" y="15530"/>
                </a:cubicBezTo>
                <a:lnTo>
                  <a:pt x="16952" y="13479"/>
                </a:lnTo>
                <a:lnTo>
                  <a:pt x="15295" y="13479"/>
                </a:lnTo>
                <a:lnTo>
                  <a:pt x="15295" y="14167"/>
                </a:lnTo>
                <a:lnTo>
                  <a:pt x="15981" y="14167"/>
                </a:lnTo>
                <a:lnTo>
                  <a:pt x="15981" y="14981"/>
                </a:lnTo>
                <a:cubicBezTo>
                  <a:pt x="15902" y="15015"/>
                  <a:pt x="15718" y="15039"/>
                  <a:pt x="15486" y="15039"/>
                </a:cubicBezTo>
                <a:cubicBezTo>
                  <a:pt x="14661" y="15039"/>
                  <a:pt x="14087" y="14565"/>
                  <a:pt x="14087" y="13762"/>
                </a:cubicBezTo>
                <a:cubicBezTo>
                  <a:pt x="14087" y="12919"/>
                  <a:pt x="14721" y="12503"/>
                  <a:pt x="15559" y="12503"/>
                </a:cubicBezTo>
                <a:cubicBezTo>
                  <a:pt x="16048" y="12503"/>
                  <a:pt x="16351" y="12579"/>
                  <a:pt x="16596" y="12671"/>
                </a:cubicBezTo>
                <a:lnTo>
                  <a:pt x="16807" y="11966"/>
                </a:lnTo>
                <a:cubicBezTo>
                  <a:pt x="16589" y="11874"/>
                  <a:pt x="16147" y="11776"/>
                  <a:pt x="15572" y="11776"/>
                </a:cubicBezTo>
                <a:cubicBezTo>
                  <a:pt x="14113" y="11776"/>
                  <a:pt x="13037" y="12515"/>
                  <a:pt x="13031" y="13809"/>
                </a:cubicBezTo>
                <a:moveTo>
                  <a:pt x="6169" y="13659"/>
                </a:moveTo>
                <a:cubicBezTo>
                  <a:pt x="6023" y="13659"/>
                  <a:pt x="5918" y="13653"/>
                  <a:pt x="5832" y="13636"/>
                </a:cubicBezTo>
                <a:lnTo>
                  <a:pt x="5832" y="12486"/>
                </a:lnTo>
                <a:cubicBezTo>
                  <a:pt x="5905" y="12469"/>
                  <a:pt x="6043" y="12452"/>
                  <a:pt x="6248" y="12452"/>
                </a:cubicBezTo>
                <a:cubicBezTo>
                  <a:pt x="6750" y="12452"/>
                  <a:pt x="7034" y="12665"/>
                  <a:pt x="7034" y="13023"/>
                </a:cubicBezTo>
                <a:cubicBezTo>
                  <a:pt x="7034" y="13422"/>
                  <a:pt x="6704" y="13659"/>
                  <a:pt x="6169" y="13659"/>
                </a:cubicBezTo>
                <a:moveTo>
                  <a:pt x="6196" y="11787"/>
                </a:moveTo>
                <a:cubicBezTo>
                  <a:pt x="5582" y="11787"/>
                  <a:pt x="5146" y="11822"/>
                  <a:pt x="4836" y="11868"/>
                </a:cubicBezTo>
                <a:lnTo>
                  <a:pt x="4836" y="15709"/>
                </a:lnTo>
                <a:lnTo>
                  <a:pt x="5832" y="15709"/>
                </a:lnTo>
                <a:lnTo>
                  <a:pt x="5832" y="14317"/>
                </a:lnTo>
                <a:cubicBezTo>
                  <a:pt x="5925" y="14328"/>
                  <a:pt x="6043" y="14334"/>
                  <a:pt x="6176" y="14334"/>
                </a:cubicBezTo>
                <a:cubicBezTo>
                  <a:pt x="6770" y="14334"/>
                  <a:pt x="7278" y="14207"/>
                  <a:pt x="7621" y="13924"/>
                </a:cubicBezTo>
                <a:cubicBezTo>
                  <a:pt x="7886" y="13705"/>
                  <a:pt x="8031" y="13381"/>
                  <a:pt x="8031" y="13000"/>
                </a:cubicBezTo>
                <a:cubicBezTo>
                  <a:pt x="8031" y="12619"/>
                  <a:pt x="7839" y="12296"/>
                  <a:pt x="7555" y="12099"/>
                </a:cubicBezTo>
                <a:cubicBezTo>
                  <a:pt x="7259" y="11892"/>
                  <a:pt x="6816" y="11787"/>
                  <a:pt x="6196" y="11787"/>
                </a:cubicBezTo>
                <a:moveTo>
                  <a:pt x="11195" y="12954"/>
                </a:moveTo>
                <a:cubicBezTo>
                  <a:pt x="11195" y="13537"/>
                  <a:pt x="11215" y="14063"/>
                  <a:pt x="11280" y="14577"/>
                </a:cubicBezTo>
                <a:lnTo>
                  <a:pt x="11261" y="14577"/>
                </a:lnTo>
                <a:cubicBezTo>
                  <a:pt x="11062" y="14138"/>
                  <a:pt x="10799" y="13653"/>
                  <a:pt x="10535" y="13243"/>
                </a:cubicBezTo>
                <a:lnTo>
                  <a:pt x="9611" y="11816"/>
                </a:lnTo>
                <a:lnTo>
                  <a:pt x="8436" y="11816"/>
                </a:lnTo>
                <a:lnTo>
                  <a:pt x="8436" y="15709"/>
                </a:lnTo>
                <a:lnTo>
                  <a:pt x="9360" y="15709"/>
                </a:lnTo>
                <a:lnTo>
                  <a:pt x="9360" y="14536"/>
                </a:lnTo>
                <a:cubicBezTo>
                  <a:pt x="9360" y="13901"/>
                  <a:pt x="9347" y="13352"/>
                  <a:pt x="9320" y="12838"/>
                </a:cubicBezTo>
                <a:lnTo>
                  <a:pt x="9340" y="12833"/>
                </a:lnTo>
                <a:cubicBezTo>
                  <a:pt x="9558" y="13289"/>
                  <a:pt x="9848" y="13791"/>
                  <a:pt x="10112" y="14207"/>
                </a:cubicBezTo>
                <a:lnTo>
                  <a:pt x="11062" y="15709"/>
                </a:lnTo>
                <a:lnTo>
                  <a:pt x="12119" y="15709"/>
                </a:lnTo>
                <a:lnTo>
                  <a:pt x="12119" y="11816"/>
                </a:lnTo>
                <a:lnTo>
                  <a:pt x="11195" y="11816"/>
                </a:lnTo>
                <a:cubicBezTo>
                  <a:pt x="11195" y="11816"/>
                  <a:pt x="11195" y="12954"/>
                  <a:pt x="11195" y="1295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7145" tIns="17145" rIns="17145" bIns="17145" anchor="ctr"/>
          <a:lstStyle/>
          <a:p>
            <a:pPr algn="ctr" defTabSz="205757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406">
              <a:latin typeface="Arial"/>
              <a:ea typeface="Arial"/>
              <a:cs typeface="Arial"/>
            </a:endParaRP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113746F-E972-3E49-B39F-2F06A4288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DB40-8E17-844F-A7A7-FF2A38C4F1EF}" type="datetime1">
              <a:rPr lang="nl-BE" smtClean="0"/>
              <a:t>26/11/2024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AA031A0-C247-9943-B954-2015DF95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/>
              <a:t>Presentatie template</a:t>
            </a:r>
          </a:p>
        </p:txBody>
      </p:sp>
    </p:spTree>
    <p:extLst>
      <p:ext uri="{BB962C8B-B14F-4D97-AF65-F5344CB8AC3E}">
        <p14:creationId xmlns:p14="http://schemas.microsoft.com/office/powerpoint/2010/main" val="230965809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Faros">
      <a:dk1>
        <a:srgbClr val="535757"/>
      </a:dk1>
      <a:lt1>
        <a:srgbClr val="FFFFFF"/>
      </a:lt1>
      <a:dk2>
        <a:srgbClr val="D0D8DF"/>
      </a:dk2>
      <a:lt2>
        <a:srgbClr val="F7FBFE"/>
      </a:lt2>
      <a:accent1>
        <a:srgbClr val="FF0985"/>
      </a:accent1>
      <a:accent2>
        <a:srgbClr val="F38356"/>
      </a:accent2>
      <a:accent3>
        <a:srgbClr val="FFE532"/>
      </a:accent3>
      <a:accent4>
        <a:srgbClr val="34F6F2"/>
      </a:accent4>
      <a:accent5>
        <a:srgbClr val="2CE1C1"/>
      </a:accent5>
      <a:accent6>
        <a:srgbClr val="D0F4FF"/>
      </a:accent6>
      <a:hlink>
        <a:srgbClr val="F48356"/>
      </a:hlink>
      <a:folHlink>
        <a:srgbClr val="794FFF"/>
      </a:folHlink>
    </a:clrScheme>
    <a:fontScheme name="Zebanza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AD4590CDED8043807CAC40181FDF68" ma:contentTypeVersion="18" ma:contentTypeDescription="Create a new document." ma:contentTypeScope="" ma:versionID="e043aadbc3f7c995172ed4bd2cf3b0a9">
  <xsd:schema xmlns:xsd="http://www.w3.org/2001/XMLSchema" xmlns:xs="http://www.w3.org/2001/XMLSchema" xmlns:p="http://schemas.microsoft.com/office/2006/metadata/properties" xmlns:ns2="1c2f60ba-df98-490e-bdcf-78ac41066800" xmlns:ns3="3e1f063d-6d16-432e-9604-1303a2dadf98" targetNamespace="http://schemas.microsoft.com/office/2006/metadata/properties" ma:root="true" ma:fieldsID="ddef293afecc57b700a4bd95fa886c3a" ns2:_="" ns3:_="">
    <xsd:import namespace="1c2f60ba-df98-490e-bdcf-78ac41066800"/>
    <xsd:import namespace="3e1f063d-6d16-432e-9604-1303a2dadf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2f60ba-df98-490e-bdcf-78ac410668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2998bec-b809-4b7b-a52a-864659d8be8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f063d-6d16-432e-9604-1303a2dadf98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0823659-14b7-4151-8ac9-3a9268d606ab}" ma:internalName="TaxCatchAll" ma:showField="CatchAllData" ma:web="3e1f063d-6d16-432e-9604-1303a2dadf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1f063d-6d16-432e-9604-1303a2dadf98" xsi:nil="true"/>
    <lcf76f155ced4ddcb4097134ff3c332f xmlns="1c2f60ba-df98-490e-bdcf-78ac4106680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809DD5B-04A3-4A88-A2C8-6657F5D314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2f60ba-df98-490e-bdcf-78ac41066800"/>
    <ds:schemaRef ds:uri="3e1f063d-6d16-432e-9604-1303a2dadf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D7EA79-DDDD-4E5F-8FED-D51E920ABE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16510C-2F85-4AFB-9E14-E9E9C2375F17}">
  <ds:schemaRefs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3e1f063d-6d16-432e-9604-1303a2dadf98"/>
    <ds:schemaRef ds:uri="http://purl.org/dc/elements/1.1/"/>
    <ds:schemaRef ds:uri="1c2f60ba-df98-490e-bdcf-78ac41066800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9c3d703-3579-47bf-a888-7c913fbdced9}" enabled="0" method="" siteId="{49c3d703-3579-47bf-a888-7c913fbdced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3284</TotalTime>
  <Words>505</Words>
  <Application>Microsoft Macintosh PowerPoint</Application>
  <PresentationFormat>On-screen Show (16:9)</PresentationFormat>
  <Paragraphs>150</Paragraphs>
  <Slides>24</Slides>
  <Notes>9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Cooper Hewitt Book</vt:lpstr>
      <vt:lpstr>Cooper Hewitt Light</vt:lpstr>
      <vt:lpstr>Cooper Hewitt Semibold</vt:lpstr>
      <vt:lpstr>Poppins</vt:lpstr>
      <vt:lpstr>Poppins Medium</vt:lpstr>
      <vt:lpstr>Poppins SemiBold</vt:lpstr>
      <vt:lpstr>Simple-Line-Icons</vt:lpstr>
      <vt:lpstr>Kantoorthema</vt:lpstr>
      <vt:lpstr>Onderwerp presentatie</vt:lpstr>
      <vt:lpstr>Agenda</vt:lpstr>
      <vt:lpstr>PowerPoint Presentation</vt:lpstr>
      <vt:lpstr>A culture of passion and innovation</vt:lpstr>
      <vt:lpstr>Skills and services</vt:lpstr>
      <vt:lpstr>Timeline</vt:lpstr>
      <vt:lpstr>Streepje code</vt:lpstr>
      <vt:lpstr>Our Team</vt:lpstr>
      <vt:lpstr>Software development</vt:lpstr>
      <vt:lpstr>Tussenslide</vt:lpstr>
      <vt:lpstr>Klanten</vt:lpstr>
      <vt:lpstr>PowerPoint Presentation</vt:lpstr>
      <vt:lpstr>“Quote here Thinkers + Makers = Value Creators”</vt:lpstr>
      <vt:lpstr>PowerPoint Presentation</vt:lpstr>
      <vt:lpstr>Duo afbeelding/tekst</vt:lpstr>
      <vt:lpstr>Sfeerbeelden</vt:lpstr>
      <vt:lpstr>PowerPoint Presentation</vt:lpstr>
      <vt:lpstr>Where?</vt:lpstr>
      <vt:lpstr>Contact</vt:lpstr>
      <vt:lpstr>PowerPoint Presentation</vt:lpstr>
      <vt:lpstr>Kopiëren &amp; plakken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Goyvaerts Elise</dc:creator>
  <cp:lastModifiedBy>Vincent Van Goethem</cp:lastModifiedBy>
  <cp:revision>63</cp:revision>
  <dcterms:created xsi:type="dcterms:W3CDTF">2018-08-07T10:50:52Z</dcterms:created>
  <dcterms:modified xsi:type="dcterms:W3CDTF">2024-11-26T13:33:45Z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0x010100EEAD4590CDED8043807CAC40181FDF68</vt:lpwstr>
  </property>
</Properties>
</file>